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3" r:id="rId5"/>
    <p:sldId id="261" r:id="rId6"/>
    <p:sldId id="262" r:id="rId7"/>
    <p:sldId id="258" r:id="rId8"/>
    <p:sldId id="264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6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38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523 8 8185 0 0,'-1'0'4169'0'0,"-10"0"-2154"0"0,6-1 2488 0 0,0 1-3644 0 0,0 0-1 0 0,0 0 1 0 0,0 1 0 0 0,0-1-1 0 0,0 1 1 0 0,0 0-1 0 0,-10 3 1 0 0,5 0-87 0 0,1 0 1 0 0,-1 1 0 0 0,-11 8 0 0 0,-7 7-213 0 0,-36 33 1 0 0,40-32-57 0 0,6-5-325 0 0,0 1-1 0 0,1 1 0 0 0,-21 29 0 0 0,20-22-47 0 0,-21 38-1 0 0,10-16-62 0 0,20-34-53 0 0,1 1 1 0 0,0 0-1 0 0,1 0 0 0 0,-7 22 1 0 0,-34 105 21 0 0,42-117-26 0 0,2 0 1 0 0,0 1-1 0 0,2-1 0 0 0,0 1 1 0 0,2 0-1 0 0,1 0 0 0 0,6 39 1 0 0,-2-25-6 0 0,1-1 0 0 0,2 1 0 0 0,2-1 1 0 0,28 70-1 0 0,-18-72-5 0 0,1-1 0 0 0,28 36 1 0 0,-12-19 2 0 0,-21-29-7 0 0,1 4 3 0 0,2-1-1 0 0,42 46 0 0 0,-20-31 2 0 0,-24-23 3 0 0,1 0 0 0 0,0-1 0 0 0,2-1 0 0 0,0-1-1 0 0,25 15 1 0 0,-16-13-4 0 0,2-2 1 0 0,-1-1-1 0 0,2-1 0 0 0,0-2 0 0 0,0-1 0 0 0,51 9 1 0 0,-65-18-2 0 0,1 0 1 0 0,-1-1 0 0 0,23-3 0 0 0,-12 0 1 0 0,-24 3-1 0 0,-3 0 1 0 0,2 0 0 0 0,3-1-1 0 0,0 0 1 0 0,8-3-2 0 0,21-7 4 0 0,-6 2 2 0 0,138-52-2 0 0,-102 34-5 0 0,-52 21 4 0 0,-5 1-2 0 0,8-7 1 0 0,-4 3 0 0 0,15-11 2 0 0,-1-2 0 0 0,-1 0 0 0 0,39-44 1 0 0,-42 41-1 0 0,-13 15-3 0 0,-1-1 0 0 0,0 0 0 0 0,0 0 1 0 0,12-24-1 0 0,-11 19 3 0 0,-3 7-1 0 0,-1-1 0 0 0,0 0 0 0 0,8-20 0 0 0,-12 26-2 0 0,-2 4 3 0 0,2-6-3 0 0,0-3 0 0 0,5-16 0 0 0,-5 17-1 0 0,12-40-1 0 0,-2-2 2 0 0,-6 25 0 0 0,-4 6 0 0 0,0-17 0 0 0,-2 30 0 0 0,1-2 0 0 0,-1-8 0 0 0,0 10 0 0 0,0-3 0 0 0,1-6-1 0 0,0-3-2 0 0,-2 5 4 0 0,-4-27-2 0 0,1 12 4 0 0,0-12-2 0 0,-7-25 0 0 0,3 42-9 0 0,6 7 7 0 0,-1-8 5 0 0,-10-38-1 0 0,6 44-1 0 0,-20-67 5 0 0,23 71 2 0 0,-1 0-1 0 0,0 0 1 0 0,-1 1 0 0 0,-16-25-1 0 0,-19-21 32 0 0,39 57-34 0 0,-6-5 0 0 0,-80-79 24 0 0,80 81-27 0 0,1 1 0 0 0,-1-1 0 0 0,-14-5 0 0 0,-28-21-7 0 0,1-12-1 0 0,42 37 5 0 0,-1 0 0 0 0,0 0 0 0 0,-1 0 0 0 0,-13-7 0 0 0,-6-4 0 0 0,25 14 1 0 0,-26-8 2 0 0,21 9-2 0 0,5 1 2 0 0,-38-12 6 0 0,39 12-7 0 0,-56-9 32 0 0,55 9-31 0 0,-4-1 1 0 0,-32-3 21 0 0,33 2-19 0 0,-22-4 23 0 0,27 5-28 0 0,-10 1 8 0 0,0 0 1 0 0,7 1-9 0 0,2 0 0 0 0,-22-8 4 0 0,-26 5 36 0 0,48 2-33 0 0,-2 1-3 0 0,1 0 0 0 0,-1-1 0 0 0,0 1 0 0 0,1-1 0 0 0,-1 0 0 0 0,1 0 1 0 0,-6-2-1 0 0,8 2 1 0 0,-11 0 3 0 0,-15-8 11 0 0,-20 5 29 0 0,45 4-37 0 0,-22-7 47 0 0,20 5-49 0 0,1 1 0 0 0,-1-1 1 0 0,0 1-1 0 0,-1 0 0 0 0,1 0 0 0 0,0 1 1 0 0,0-1-1 0 0,0 1 0 0 0,0 0 0 0 0,-1 0 0 0 0,-7 1 1 0 0,4 1-4 0 0,1 1 0 0 0,-1 0 0 0 0,1 0 0 0 0,-13 7 0 0 0,-9 6 8 0 0,26-15-13 0 0,-6 2-1 0 0,-1 2 0 0 0,-5 3 0 0 0,14-8 0 0 0,-17 16 0 0 0,-3 7-8 0 0,19-22 6 0 0,-8 11-6 0 0,5-4 7 0 0,4-7 2 0 0,0 0-4 0 0,-3 3 0 0 0,3-3-1 0 0,-12 8-559 0 0,1-1-7179 0 0,7 0 1283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3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0 148 10721 0 0,'0'0'15005'0'0,"0"0"-14965"0"0,0 0-1 0 0,0 0 1 0 0,1 0-1 0 0,-1 0 1 0 0,0 0-1 0 0,0 0 1 0 0,0 0-1 0 0,0 0 1 0 0,0 0-1 0 0,0 0 0 0 0,1 0 1 0 0,-1 0-1 0 0,0-1 1 0 0,0 1-1 0 0,0 0 1 0 0,0 0-1 0 0,0 0 1 0 0,0 0-1 0 0,0 0 1 0 0,1 0-1 0 0,-1 0 1 0 0,0 0-1 0 0,0 0 0 0 0,0 0 1 0 0,0 0-1 0 0,0-1 1 0 0,0 1-1 0 0,0 0 1 0 0,0 0-1 0 0,0 0 1 0 0,0 0-1 0 0,0 0 1 0 0,0 0-1 0 0,0 0 1 0 0,0-1-1 0 0,0 1 1 0 0,0 0-1 0 0,0 0 0 0 0,0 0 1 0 0,0 0-1 0 0,0 0 1 0 0,0 0-1 0 0,0-1 1 0 0,0 1-1 0 0,0 0 1 0 0,0 0-1 0 0,0 0 1 0 0,0 0-1 0 0,0 0 1 0 0,0 0-1 0 0,0-1 0 0 0,0 1 1 0 0,0 0-1 0 0,0 0 1 0 0,0 0-1 0 0,0 0 1 0 0,0 0-1 0 0,-1 0 1 0 0,1 0-1 0 0,0 0 1 0 0,0 0-1 0 0,0-1 1 0 0,95 5 1304 0 0,53-13-820 0 0,-51 2-330 0 0,-29 4-99 0 0,670-30 497 0 0,-526 28-521 0 0,334-14 139 0 0,-504 17-215 0 0,119-11-68 0 0,-126 8 53 0 0,0-1-1 0 0,52-16 1 0 0,-16 1-219 0 0,-69 20 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0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 75 92 0 0,'0'0'17526'0'0,"-6"-8"-12359"0"0,5 7-5081 0 0,1 1 0 0 0,0-1 0 0 0,0 0 0 0 0,0 0 0 0 0,0 0 0 0 0,0 0 0 0 0,0 0 0 0 0,0 0 0 0 0,0 0 0 0 0,0 1 0 0 0,0-1 0 0 0,0 0 0 0 0,0 0 0 0 0,1 0 0 0 0,-1 0 0 0 0,0 0 0 0 0,1 0 0 0 0,-1 1 0 0 0,0-1 0 0 0,1 0 0 0 0,-1 0 0 0 0,1 1 0 0 0,-1-1 0 0 0,1 0 0 0 0,0 1 0 0 0,-1-1 0 0 0,1 0 0 0 0,0 1 0 0 0,-1-1 0 0 0,1 1 0 0 0,1-1 0 0 0,34-27 359 0 0,-18 15 367 0 0,-17 12-560 0 0,-102 51 1647 0 0,27-12-1342 0 0,-1-4 1 0 0,-146 46-1 0 0,219-80 37 0 0,8-1-539 0 0,-4 1-56 0 0,0-1 20 0 0,1 0 0 0 0,0 1 0 0 0,0-1 0 0 0,0 1 1 0 0,-1 0-1 0 0,1-1 0 0 0,0 1 0 0 0,0 1 0 0 0,0-1 0 0 0,0 0 0 0 0,0 1 0 0 0,-1-1 1 0 0,1 1-1 0 0,0 0 0 0 0,0 0 0 0 0,-1 0 0 0 0,1 0 0 0 0,-1 1 0 0 0,5 2 1 0 0,141 135 407 0 0,-120-110-602 0 0,5 4-745 0 0,-6-14-5611 0 0,-15-14 52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1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1236 0 0,'0'0'23631'0'0,"-2"8"-22797"0"0,-5 36-194 0 0,2-1 0 0 0,3 1 0 0 0,2 44 0 0 0,0-37-364 0 0,6 526 1460 0 0,0 76-711 0 0,-15-145-370 0 0,2-433-1166 0 0,7-74 227 0 0,0-11-824 0 0,-3-42-853 0 0,2 7-2295 0 0,-1 0-2183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2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0 6525 0 0,'-2'2'12593'0'0,"-5"6"-6317"0"0,-11 15-5401 0 0,-14 26 0 0 0,-33 62 830 0 0,-26 52 17 0 0,88-156-1511 0 0,14-20-169 0 0,14-29-37 0 0,-8 2 16 0 0,-6 13 56 0 0,1 0 0 0 0,1 1 1 0 0,22-34-1 0 0,-35 60-72 0 0,0 0-1 0 0,1 0 1 0 0,-1-1 0 0 0,0 1 0 0 0,0 0-1 0 0,0 0 1 0 0,0 0 0 0 0,1 0 0 0 0,-1-1-1 0 0,0 1 1 0 0,0 0 0 0 0,1 0-1 0 0,-1 0 1 0 0,0 0 0 0 0,0 0 0 0 0,1 0-1 0 0,-1 0 1 0 0,0 0 0 0 0,0 0 0 0 0,1 0-1 0 0,-1 0 1 0 0,0 0 0 0 0,0 0 0 0 0,1 0-1 0 0,-1 0 1 0 0,0 0 0 0 0,0 0 0 0 0,1 0-1 0 0,-1 0 1 0 0,0 0 0 0 0,0 0 0 0 0,1 0-1 0 0,-1 0 1 0 0,0 0 0 0 0,0 0-1 0 0,0 1 1 0 0,1-1 0 0 0,-1 0 0 0 0,0 0-1 0 0,11 13 70 0 0,7 22-63 0 0,-16-31 1 0 0,3 7-113 0 0,1-1 0 0 0,0 1-1 0 0,1-2 1 0 0,0 1 0 0 0,0-1 0 0 0,1 0 0 0 0,1 0 0 0 0,-1-1 0 0 0,1 0 0 0 0,17 11-1 0 0,-18-14-1248 0 0,0-1-1 0 0,0 0 0 0 0,1 0 1 0 0,17 5-1 0 0,-3-4-5062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3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49 4628 0 0,'1'-3'5250'0'0,"3"-42"12066"0"0,-5 51-16984 0 0,-27 253 1209 0 0,14-110-1205 0 0,-9 144 100 0 0,22-275-418 0 0,-10 143 222 0 0,-8 133 222 0 0,15-219-329 0 0,-2 46 233 0 0,10 124 0 0 0,-2-221-542 0 0,-4-39-441 0 0,-4-30-246 0 0,-5-4-1005 0 0,0 16-4682 0 0,4 17 381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4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97 3452 0 0,'-1'-2'6437'0'0,"-21"-23"4721"0"0,-4-19-5001 0 0,25 43-5804 0 0,1-1-202 0 0,0 1 1 0 0,0-1-1 0 0,0 0 1 0 0,1 1-1 0 0,-1-1 1 0 0,0 0-1 0 0,1 1 1 0 0,-1-1-1 0 0,1 0 1 0 0,-1 1-1 0 0,3-3 1 0 0,-2 2 279 0 0,2 6-236 0 0,20 33 262 0 0,34 70 1 0 0,-6-10-160 0 0,22 25 46 0 0,-63-105-298 0 0,-7-11-35 0 0,1-1 1 0 0,-1 1-1 0 0,1-1 0 0 0,0 1 1 0 0,9 7-1 0 0,-13-12-44 0 0,3-3-23 0 0,1 0 26 0 0,0 0 1 0 0,0-1-1 0 0,-1 0 1 0 0,0 1-1 0 0,1-1 1 0 0,-1 0-1 0 0,0-1 1 0 0,0 1-1 0 0,3-6 1 0 0,22-41-344 0 0,-9 16 123 0 0,126-177-1557 0 0,-288 426 1564 0 0,139-208 184 0 0,-36 51-1284 0 0,2-3-4417 0 0,15-18-428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02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50 131 3608 0 0,'-2'0'8936'0'0,"-9"-2"-3808"0"0,-25-2 7241 0 0,47 4-12071 0 0,624-9 842 0 0,453-39-705 0 0,-289 19-302 0 0,-530 20-98 0 0,572 3 23 0 0,-756 6-52 0 0,495 15-1 0 0,-420-10-21 0 0,-117-4 0 0 0,309-3-337 0 0,-346 1 213 0 0,1 0 0 0 0,-1 0 0 0 0,0 0 1 0 0,1-1-1 0 0,-1 0 0 0 0,0 0 0 0 0,11-6 0 0 0,-12 2-362 0 0,-8-13-13173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09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10 3760 0 0,'-8'-10'26355'0'0,"14"27"-26146"0"0,1 0 0 0 0,1 0 0 0 0,1-1 0 0 0,0 0 0 0 0,1-1 0 0 0,23 27 0 0 0,-2-8-57 0 0,59 51 0 0 0,-68-68-103 0 0,29 17-1 0 0,9 6-3 0 0,-52-36-36 0 0,-7-4 20 0 0,0 0 0 0 0,0 0 0 0 0,0 0 0 0 0,0 0 0 0 0,0 1 0 0 0,0-1 0 0 0,0 0 0 0 0,-1 1 0 0 0,1-1 0 0 0,0 1 0 0 0,0-1 0 0 0,0 1 1 0 0,-1-1-1 0 0,1 1 0 0 0,0-1 0 0 0,-1 1 0 0 0,1 0 0 0 0,0-1 0 0 0,-1 1 0 0 0,1 1 0 0 0,-10 15-5 0 0,0 0-1 0 0,-2 0 1 0 0,0-1-1 0 0,-17 20 1 0 0,15-21-20 0 0,-28 33-11 0 0,-69 60 0 0 0,80-82-117 0 0,-1-1 1 0 0,-2-1-1 0 0,-36 20 0 0 0,-8-3-5813 0 0,57-30-564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4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8029 0 0,'0'0'15066'0'0,"-2"5"-13765"0"0,-4 19-458 0 0,2 0 1 0 0,0 0-1 0 0,2 0 0 0 0,0 37 0 0 0,2-34-545 0 0,16 554 2532 0 0,3-303-2362 0 0,-11-196-296 0 0,-8-80-179 0 0,0-3-452 0 0,0-1 433 0 0,0 0-1 0 0,-1 1 1 0 0,1-1 0 0 0,0 0 0 0 0,-1 1-1 0 0,1-1 1 0 0,-1 1 0 0 0,0-1-1 0 0,1 1 1 0 0,-2-3 0 0 0,1 3 4 0 0,0 0 0 0 0,0-1 0 0 0,1 0 1 0 0,-1 1-1 0 0,0-1 0 0 0,1 1 0 0 0,0-1 0 0 0,-1 0 0 0 0,1 1 1 0 0,0-1-1 0 0,0 0 0 0 0,0 1 0 0 0,0-1 0 0 0,0-1 1 0 0,6-33-1038 0 0,1 0 1 0 0,2 1-1 0 0,17-45 1 0 0,-6 18-467 0 0,17-55-1219 0 0,5 2 3491 0 0,-13 13 2856 0 0,-28 101-2457 0 0,-2-2-814 0 0,-3-7-24 0 0,3 7 509 0 0,-3 8-577 0 0,-15 25-6 0 0,2 0 0 0 0,1 1 0 0 0,1 0-1 0 0,1 2 1 0 0,2-1 0 0 0,-10 47 0 0 0,6-13-25 0 0,8-33-124 0 0,1-1 0 0 0,1 1 0 0 0,-2 50 0 0 0,5-33 68 0 0,6-55-149 0 0,11-24-35 0 0,-1-1-1 0 0,-2-1 1 0 0,12-49 0 0 0,13-36-141 0 0,-25 87 126 0 0,0-5-14 0 0,2 1 0 0 0,2 1 0 0 0,1 0 1 0 0,24-36-1 0 0,-39 65 100 0 0,5-8-5 0 0,-6 10-30 0 0,0 1 0 0 0,0 0 0 0 0,0 0 0 0 0,0 0 0 0 0,0-1 0 0 0,0 1 1 0 0,0 0-1 0 0,0 0 0 0 0,0 0 0 0 0,0 0 0 0 0,1-1 0 0 0,-1 1 0 0 0,0 0 0 0 0,0 0 0 0 0,0 0 1 0 0,0 0-1 0 0,0 0 0 0 0,0-1 0 0 0,1 1 0 0 0,-1 0 0 0 0,0 0 0 0 0,0 0 0 0 0,0 0 0 0 0,0 0 1 0 0,1 0-1 0 0,-1 0 0 0 0,0 0 0 0 0,0 0 0 0 0,0 0 0 0 0,0 0 0 0 0,1 0 0 0 0,-1 0 0 0 0,0 0 1 0 0,0 0-1 0 0,0 0 0 0 0,1 0 0 0 0,-1 0 0 0 0,0 0 0 0 0,0 0 0 0 0,0 0 0 0 0,0 0 0 0 0,1 0 1 0 0,-1 0-1 0 0,0 0 0 0 0,0 0 0 0 0,17 28 53 0 0,-1 0-1 0 0,18 45 1 0 0,0 1-27 0 0,-17-38-13 0 0,2-1 1 0 0,2 0-1 0 0,1-2 1 0 0,37 43-1 0 0,-47-62-6 0 0,-10-11-7 0 0,0 0 0 0 0,0-1 0 0 0,0 1 0 0 0,1 0 0 0 0,-1-1 0 0 0,1 0-1 0 0,-1 1 1 0 0,1-1 0 0 0,0 0 0 0 0,3 1 0 0 0,-5-2 54 0 0,11-17 16 0 0,-10 10-64 0 0,-1-1 1 0 0,1 1 0 0 0,-2 0-1 0 0,1-1 1 0 0,-1 1-1 0 0,0-1 1 0 0,0 1-1 0 0,-2-10 1 0 0,1-10 5 0 0,-5-123 39 0 0,2-50-30 0 0,23-27-22 0 0,-13 180-35 0 0,3 1 0 0 0,27-84 1 0 0,-31 120-26 0 0,-1-1 1 0 0,1 1 0 0 0,1 0 0 0 0,-1 0 0 0 0,10-11 0 0 0,-12 16-12 0 0,-3 4 42 0 0,1 0 0 0 0,-1 0 0 0 0,0 0 0 0 0,0 0 0 0 0,0-1 0 0 0,1 1 0 0 0,-1 0 0 0 0,0 0 0 0 0,0 0 0 0 0,0 0 0 0 0,1 0 0 0 0,-1 0 0 0 0,0 0 0 0 0,0 0 0 0 0,0 0 0 0 0,1 0 0 0 0,-1 0 0 0 0,0 0 0 0 0,0 0 0 0 0,1 0 0 0 0,-1 0 0 0 0,0 0 0 0 0,0 0 0 0 0,0 0 0 0 0,1 0 0 0 0,-1 0 0 0 0,0 0 0 0 0,0 0 0 0 0,1 0 0 0 0,-1 0 0 0 0,0 0 0 0 0,0 1 0 0 0,0-1 0 0 0,0 0 0 0 0,1 0 0 0 0,-1 0 0 0 0,0 0 0 0 0,0 0 0 0 0,0 1 0 0 0,0-1 0 0 0,1 0 0 0 0,-1 0 0 0 0,0 0 0 0 0,0 1 0 0 0,0-1 0 0 0,0 0 0 0 0,0 0 0 0 0,0 0 0 0 0,0 1 0 0 0,0-1 0 0 0,0 0 0 0 0,0 0 0 0 0,0 1 0 0 0,0-1 0 0 0,0 0 0 0 0,-3 20-1676 0 0,-2-1-2618 0 0,-3 3-2171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07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6173 0 0,'0'0'17350'0'0,"1"4"-16637"0"0,7 28 1246 0 0,-2-8-1322 0 0,0 0 0 0 0,-2 0 1 0 0,2 37-1 0 0,-1 106 216 0 0,-6-71-536 0 0,15 107 0 0 0,-10-146-270 0 0,2 17 5 0 0,29 186 77 0 0,-8 13 122 0 0,14 142 77 0 0,-31-328-303 0 0,-7-64-14 0 0,21 282 69 0 0,-17-60-55 0 0,-8-98-20 0 0,0 79 2 0 0,8-117-15 0 0,0 16-3 0 0,-1 254-62 0 0,2-171-2 0 0,-4-78 35 0 0,3-17 31 0 0,-1-40-5 0 0,12 192-37 0 0,-9-159 22 0 0,-2-35 16 0 0,4 92-7 0 0,-9-140 27 0 0,1 19-9 0 0,1 28-11 0 0,5 72-5 0 0,-6-26 6 0 0,-2-67 11 0 0,-3-16-15 0 0,3 2-2 0 0,0-23 13 0 0,-1 0 1 0 0,-1 25 0 0 0,1-27-75 0 0,0 8 326 0 0,0-18-298 0 0,0 0 1 0 0,0 0-1 0 0,0 0 1 0 0,0 0-1 0 0,0 0 0 0 0,1 0 1 0 0,-1 1-1 0 0,0-1 0 0 0,0 0 1 0 0,0 0-1 0 0,0 0 0 0 0,0 0 1 0 0,0 0-1 0 0,0 0 0 0 0,0 1 1 0 0,0-1-1 0 0,0 0 0 0 0,0 0 1 0 0,0 0-1 0 0,0 0 1 0 0,0 0-1 0 0,0 1 0 0 0,0-1 1 0 0,0 0-1 0 0,0 0 0 0 0,0 0 1 0 0,0 0-1 0 0,0 0 0 0 0,0 1 1 0 0,0-1-1 0 0,0 0 0 0 0,-1 0 1 0 0,1 0-1 0 0,0 0 1 0 0,0 0-1 0 0,0 0 0 0 0,0 0 1 0 0,0 1-1 0 0,0-1 0 0 0,0 0 1 0 0,0 0-1 0 0,-1 0 0 0 0,1 0 1 0 0,0 0-1 0 0,0 0 0 0 0,0 0 1 0 0,0 0-1 0 0,0 0 0 0 0,0 0 1 0 0,-1 0-1 0 0,1 0 1 0 0,0 0-1 0 0,0 0 0 0 0,0 0 1 0 0,-1 0-1 0 0,-1-3-259 0 0,-10-14-1438 0 0,5-1-2641 0 0,2-6-1825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08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273 106 184 0 0,'1'-2'6312'0'0,"25"-39"5456"0"0,20-20-5621 0 0,-44 60-5620 0 0,-9 7 2586 0 0,-33 41-2474 0 0,-88 147 799 0 0,-38 112-37 0 0,160-286-1299 0 0,5-11-30 0 0,1-4-13 0 0,3-4-35 0 0,-1-2-21 0 0,0 1 0 0 0,0-1 0 0 0,0 1 0 0 0,0-1 0 0 0,0 0 0 0 0,0 1-1 0 0,0-1 1 0 0,0 0 0 0 0,0 0 0 0 0,-1-1 0 0 0,1 1 0 0 0,0 0 0 0 0,-1-1 0 0 0,1 1 0 0 0,-1-1-1 0 0,1 1 1 0 0,1-4 0 0 0,28-38-30 0 0,-22 29 12 0 0,116-203-346 0 0,-12 17 123 0 0,-107 192 291 0 0,1-1 0 0 0,-1 1 0 0 0,1 0 0 0 0,10-8 0 0 0,-16 14 83 0 0,1 3-126 0 0,-1 0 1 0 0,0 1 0 0 0,0-1 0 0 0,1 0 0 0 0,-1 0 0 0 0,0 0 0 0 0,0 1 0 0 0,0-1 0 0 0,0 1-1 0 0,1 1 1 0 0,-2-2 4 0 0,7 10 24 0 0,-1 1 1 0 0,-1-1 0 0 0,0 1-1 0 0,0 0 1 0 0,-1 0 0 0 0,3 17 0 0 0,7 20 36 0 0,-6-26-66 0 0,1-1-1 0 0,1-1 0 0 0,1 1 1 0 0,17 24-1 0 0,-25-42-98 0 0,0 0 0 0 0,1-1 0 0 0,-1 1 0 0 0,1-1 0 0 0,-1 0-1 0 0,1 1 1 0 0,0-2 0 0 0,1 1 0 0 0,-1 0 0 0 0,0-1 0 0 0,1 0 0 0 0,5 2 0 0 0,18 2-5903 0 0,-12-5-509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0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11 4596 0 0,'4'-11'22585'0'0,"-3"28"-21139"0"0,-1 29-1113 0 0,-6 153 1243 0 0,27 282 1 0 0,-17-433-1490 0 0,-3-23-161 0 0,2 0-1 0 0,6 26 0 0 0,-17-86-456 0 0,1 0 0 0 0,-3-55 0 0 0,5 18-3272 0 0,3 40 398 0 0,-1-7-2980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1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8 128 7905 0 0,'-2'-22'5698'0'0,"-2"-20"3191"0"0,2 17-5986 0 0,2 23-2210 0 0,1 0-85 0 0,0 0-559 0 0,-1 0 104 0 0,1 0 0 0 0,-1 0 0 0 0,1 0 0 0 0,-1 1 0 0 0,1-1 0 0 0,0 0 0 0 0,0 0 0 0 0,0 0 0 0 0,0 1 0 0 0,0-1 0 0 0,0 1 0 0 0,1-1 1 0 0,-1 1-1 0 0,0-1 0 0 0,1 1 0 0 0,-1 0 0 0 0,1-1 0 0 0,2-1 0 0 0,-2 3 133 0 0,15 6 203 0 0,-11-2-404 0 0,0 1 0 0 0,0-1-1 0 0,0 1 1 0 0,-1 0 0 0 0,1 1 0 0 0,-1-1-1 0 0,-1 1 1 0 0,8 10 0 0 0,-2-1 2 0 0,85 114 465 0 0,143 258 0 0 0,-218-354-451 0 0,31 40-1 0 0,-51-72-108 0 0,1 0-1 0 0,-1-1 1 0 0,0 1 0 0 0,1-1 0 0 0,-1 1-1 0 0,1 0 1 0 0,-1-1 0 0 0,0 1 0 0 0,1-1-1 0 0,-1 1 1 0 0,1-1 0 0 0,-1 0 0 0 0,1 1-1 0 0,0-1 1 0 0,-1 0 0 0 0,1 1 0 0 0,-1-1-1 0 0,1 0 1 0 0,0 1 0 0 0,-1-1-1 0 0,1 0 1 0 0,0 0 0 0 0,1 0 0 0 0,-2 0-12 0 0,1-1 1 0 0,-1 0 0 0 0,1 0 0 0 0,-1 0-1 0 0,1 0 1 0 0,-1 0 0 0 0,0 0 0 0 0,1 1-1 0 0,-1-1 1 0 0,0 0 0 0 0,0 0 0 0 0,0 0-1 0 0,1 0 1 0 0,-1 0 0 0 0,0 0 0 0 0,0 0-1 0 0,-1 0 1 0 0,1-2 0 0 0,-4-49-1194 0 0,-1 1-5319 0 0,5 27 68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1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11 8205 0 0,'-3'-11'18016'0'0,"3"36"-17588"0"0,-1 369 3259 0 0,-2-284-3103 0 0,-1 126 304 0 0,5-181-930 0 0,-1-52-101 0 0,0 3 425 0 0,0-1-2256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310 168 1776 0 0,'0'0'21580'0'0,"3"-4"-20662"0"0,-1 1-729 0 0,-1 1 1 0 0,1-1 0 0 0,-1 0-1 0 0,0 0 1 0 0,1 1 0 0 0,-1-1 0 0 0,0 0-1 0 0,-1 0 1 0 0,1 0 0 0 0,-1 0-1 0 0,1-1 1 0 0,-1 1 0 0 0,0 0 0 0 0,0 0-1 0 0,0 0 1 0 0,0 0 0 0 0,-1 0-1 0 0,1 0 1 0 0,-3-5 0 0 0,3 3-57 0 0,-1 0 1 0 0,-1 0 0 0 0,1 0-1 0 0,-1 0 1 0 0,0 0-1 0 0,0 1 1 0 0,0-1-1 0 0,-1 1 1 0 0,0-1-1 0 0,1 1 1 0 0,-2 0 0 0 0,1 0-1 0 0,0 0 1 0 0,-1 0-1 0 0,0 0 1 0 0,-5-3-1 0 0,4 4-58 0 0,0 0-1 0 0,0 1 0 0 0,0-1 0 0 0,-1 1 1 0 0,1 0-1 0 0,-1 1 0 0 0,1-1 0 0 0,-1 1 1 0 0,0 0-1 0 0,1 1 0 0 0,-1-1 0 0 0,0 1 1 0 0,1 0-1 0 0,-10 2 0 0 0,8-1-39 0 0,1 0 1 0 0,0 0-1 0 0,0 1 0 0 0,-1 0 0 0 0,1 0 0 0 0,0 0 0 0 0,1 1 1 0 0,-1 0-1 0 0,0 0 0 0 0,1 1 0 0 0,0-1 0 0 0,-7 7 0 0 0,5-4-9 0 0,1 1 1 0 0,0 0-1 0 0,0 0 0 0 0,1 1 0 0 0,0-1 0 0 0,0 1 0 0 0,-7 16 1 0 0,5-5-7 0 0,1 1 1 0 0,0-1-1 0 0,2 2 1 0 0,0-1-1 0 0,1 0 1 0 0,1 1-1 0 0,1 21 1 0 0,0-33-16 0 0,2-1 1 0 0,-1 0-1 0 0,1 1 1 0 0,1-1-1 0 0,0 0 1 0 0,0 1-1 0 0,4 10 1 0 0,-4-15-5 0 0,0 0 0 0 0,0-1 0 0 0,0 1 0 0 0,1 0 0 0 0,-1-1 1 0 0,1 0-1 0 0,0 1 0 0 0,0-1 0 0 0,0 0 0 0 0,0-1 0 0 0,1 1 1 0 0,-1 0-1 0 0,1-1 0 0 0,-1 0 0 0 0,1 0 0 0 0,6 3 0 0 0,5-1-2 0 0,1 0 0 0 0,0 0-1 0 0,29 2 1 0 0,-33-5 0 0 0,0 0 0 0 0,0 0-1 0 0,0 2 1 0 0,0-1 0 0 0,-1 2 0 0 0,1 0 0 0 0,-1 0 0 0 0,13 7 0 0 0,-17-6 6 0 0,-1 0-1 0 0,0 0 1 0 0,0 1 0 0 0,0 0 0 0 0,0 1-1 0 0,-1-1 1 0 0,0 1 0 0 0,0 0-1 0 0,-1 0 1 0 0,0 0 0 0 0,0 1-1 0 0,-1-1 1 0 0,0 1 0 0 0,0 0 0 0 0,-1 0-1 0 0,2 10 1 0 0,-1-4 6 0 0,-1 0-1 0 0,-1 0 1 0 0,0 0 0 0 0,0 1-1 0 0,-2-1 1 0 0,0 0 0 0 0,0 1-1 0 0,-6 22 1 0 0,4-28 0 0 0,0-1 1 0 0,0 1-1 0 0,-1-1 1 0 0,0 0-1 0 0,0 0 1 0 0,-1 0-1 0 0,0-1 1 0 0,-1 1-1 0 0,1-1 1 0 0,-1-1-1 0 0,-10 9 1 0 0,11-10-5 0 0,0-1 0 0 0,0-1 1 0 0,0 1-1 0 0,-1-1 0 0 0,1 0 0 0 0,-1 0 0 0 0,0 0 0 0 0,0-1 1 0 0,0 0-1 0 0,0 0 0 0 0,-1-1 0 0 0,1 1 0 0 0,0-1 0 0 0,-1-1 1 0 0,1 1-1 0 0,-13-2 0 0 0,2 0-7 0 0,0-2 0 0 0,0 0 0 0 0,0-1 0 0 0,-31-12 0 0 0,43 14 0 0 0,0 0 0 0 0,0 0 0 0 0,0-1 0 0 0,1 0 0 0 0,-1 0 0 0 0,1 0 0 0 0,0 0 0 0 0,0-1 0 0 0,0 1 0 0 0,0-1 0 0 0,0 0 0 0 0,1 0 0 0 0,0 0 0 0 0,0-1 0 0 0,0 1 0 0 0,0-1 0 0 0,1 0 0 0 0,0 0 0 0 0,0 0 0 0 0,-2-6 0 0 0,3 8 0 0 0,3-19 0 0 0,-1 15 0 0 0,-1 4 0 0 0,1 0 0 0 0,-1 1 0 0 0,1-1 0 0 0,0 0 0 0 0,0 1 0 0 0,0-1 0 0 0,0 0 0 0 0,1 1 0 0 0,2-4 0 0 0,2-3 0 0 0,-1 4-1 0 0,-4 4-10 0 0,1 5-106 0 0,-1 0 31 0 0,1 0 0 0 0,-1 1 0 0 0,0-1 0 0 0,0 0 0 0 0,-1 0 0 0 0,1 1 0 0 0,-1-1 0 0 0,0 0 0 0 0,0 0 0 0 0,0 1 0 0 0,-1-1 0 0 0,-1 7 0 0 0,-5 16-5738 0 0,3-13-686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7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10 9485 0 0,'-1'-2'8747'0'0,"1"1"-8537"0"0,-1 1 0 0 0,1-1 1 0 0,0 1-1 0 0,0 0 1 0 0,-1-1-1 0 0,1 1 0 0 0,0-1 1 0 0,-1 1-1 0 0,1 0 0 0 0,-1-1 1 0 0,1 1-1 0 0,-1 0 1 0 0,1-1-1 0 0,0 1 0 0 0,-1 0 1 0 0,1 0-1 0 0,-1 0 0 0 0,1-1 1 0 0,-1 1-1 0 0,1 0 0 0 0,-1 0 1 0 0,1 0-1 0 0,-1 0 1 0 0,1 0-1 0 0,-1 0 0 0 0,0 0 1 0 0,1 0-1 0 0,-1 0 0 0 0,1 0 1 0 0,-1 0-1 0 0,0 1 1 0 0,-15 8 2827 0 0,15-7-3550 0 0,-6 4 782 0 0,0 2 0 0 0,1-1 1 0 0,-1 1-1 0 0,2 0 0 0 0,-1 0 1 0 0,1 0-1 0 0,1 1 0 0 0,0 0 0 0 0,0 0 1 0 0,-4 14-1 0 0,1-7-50 0 0,1 1-49 0 0,0 0 0 0 0,2 0 0 0 0,-5 26 1 0 0,8-36-143 0 0,0 0 0 0 0,0 0 0 0 0,1 0 0 0 0,0 0 0 0 0,1 0 0 0 0,-1 0 0 0 0,1 1 0 0 0,1-1 1 0 0,-1-1-1 0 0,1 1 0 0 0,4 10 0 0 0,-3-13-27 0 0,-1 0 0 0 0,1-1 1 0 0,0 1-1 0 0,0 0 0 0 0,0-1 0 0 0,1 1 0 0 0,-1-1 1 0 0,1 0-1 0 0,0 0 0 0 0,0-1 0 0 0,0 1 1 0 0,0-1-1 0 0,0 0 0 0 0,0 0 0 0 0,1 0 0 0 0,-1-1 1 0 0,1 1-1 0 0,-1-1 0 0 0,1 0 0 0 0,0 0 0 0 0,-1-1 1 0 0,1 1-1 0 0,0-1 0 0 0,0 0 0 0 0,7-2 1 0 0,-7 2-1 0 0,0 0 1 0 0,1-1 0 0 0,-1 0 0 0 0,0 0 0 0 0,0-1 0 0 0,0 1 0 0 0,0-1 0 0 0,0 0 0 0 0,0-1-1 0 0,-1 1 1 0 0,1-1 0 0 0,-1 0 0 0 0,1 0 0 0 0,-1 0 0 0 0,0-1 0 0 0,0 1 0 0 0,0-1-1 0 0,-1 0 1 0 0,0 0 0 0 0,1 0 0 0 0,-1-1 0 0 0,3-6 0 0 0,-3 2 25 0 0,0 1 0 0 0,-1 0 1 0 0,0-1-1 0 0,0 1 0 0 0,-1-1 0 0 0,0 0 1 0 0,-1 1-1 0 0,0-1 0 0 0,0 0 0 0 0,-1 1 0 0 0,-4-18 1 0 0,2 14 8 0 0,0-1 0 0 0,-2 1 0 0 0,1 0 1 0 0,-2 1-1 0 0,1-1 0 0 0,-2 1 0 0 0,-10-16 1 0 0,14 23-43 0 0,1 1-1 0 0,-1 0 1 0 0,0-1 0 0 0,0 1 0 0 0,0 0 0 0 0,0 0 0 0 0,0 0 0 0 0,-1 1 0 0 0,1-1 0 0 0,-1 1-1 0 0,0 0 1 0 0,0 0 0 0 0,0 0 0 0 0,0 1 0 0 0,0-1 0 0 0,0 1 0 0 0,-4-1 0 0 0,5 2-88 0 0,1 1 1 0 0,0-1 0 0 0,0 1 0 0 0,-1-1-1 0 0,1 1 1 0 0,0 0 0 0 0,0 0 0 0 0,0 0-1 0 0,0 0 1 0 0,0 0 0 0 0,0 1-1 0 0,0-1 1 0 0,0 0 0 0 0,1 1 0 0 0,-1 0-1 0 0,-2 2 1 0 0,-5 8-5692 0 0,5-6-719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8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3 4816 0 0,'0'0'20450'0'0,"-5"0"-19214"0"0,-15-2-203 0 0,19 2-976 0 0,0 0 0 0 0,0 0 0 0 0,1 0 1 0 0,-1 0-1 0 0,0 0 0 0 0,0 0 1 0 0,0 1-1 0 0,0-1 0 0 0,0 0 0 0 0,0 0 1 0 0,1 1-1 0 0,-1-1 0 0 0,0 1 1 0 0,0-1-1 0 0,1 1 0 0 0,-1-1 0 0 0,0 1 1 0 0,1-1-1 0 0,-1 1 0 0 0,0-1 1 0 0,1 1-1 0 0,-1 0 0 0 0,0 0 0 0 0,-1 2 147 0 0,-5 2 84 0 0,1 2 0 0 0,-1-1 0 0 0,1 1-1 0 0,0 0 1 0 0,1 0 0 0 0,0 1 0 0 0,-8 14-1 0 0,10-17-241 0 0,1 0 0 0 0,0 0 0 0 0,0 0 0 0 0,0 0 0 0 0,1 0-1 0 0,0 0 1 0 0,0 1 0 0 0,0-1 0 0 0,0 0 0 0 0,1 1 0 0 0,0-1-1 0 0,0 1 1 0 0,0-1 0 0 0,2 7 0 0 0,-1-9-45 0 0,0-1 0 0 0,-1 1 0 0 0,1 0 1 0 0,1-1-1 0 0,-1 1 0 0 0,0-1 0 0 0,1 1 0 0 0,-1-1 0 0 0,1 0 1 0 0,0 1-1 0 0,0-1 0 0 0,0 0 0 0 0,0 0 0 0 0,0 0 0 0 0,0-1 1 0 0,1 1-1 0 0,-1 0 0 0 0,4 1 0 0 0,-2-1-10 0 0,-1-1 0 0 0,1 0-1 0 0,0 0 1 0 0,0 0 0 0 0,-1-1 0 0 0,1 1 0 0 0,0-1-1 0 0,0 0 1 0 0,0 0 0 0 0,0 0 0 0 0,0-1 0 0 0,5 0 0 0 0,-3-1 3 0 0,0 1 1 0 0,0-1 0 0 0,0 0 0 0 0,0-1-1 0 0,0 1 1 0 0,0-1 0 0 0,-1 0 0 0 0,0-1-1 0 0,1 1 1 0 0,-1-1 0 0 0,0 0 0 0 0,-1-1-1 0 0,1 1 1 0 0,-1-1 0 0 0,0 0 0 0 0,5-6-1 0 0,-8 8 20 0 0,1 1-1 0 0,-1-1 1 0 0,0 1-1 0 0,0-1 1 0 0,-1 0-1 0 0,1 0 1 0 0,0 1 0 0 0,-1-1-1 0 0,0 0 1 0 0,1 0-1 0 0,-1 0 1 0 0,0 0-1 0 0,-1 1 1 0 0,1-1-1 0 0,0 0 1 0 0,-1 0-1 0 0,-1-5 1 0 0,0 4 7 0 0,0-1 0 0 0,-1 1 0 0 0,1-1 0 0 0,-1 1-1 0 0,0 0 1 0 0,0 0 0 0 0,0 1 0 0 0,0-1 0 0 0,-7-5 0 0 0,3 3-30 0 0,0 1 1 0 0,-1 0-1 0 0,1 0 1 0 0,-1 1-1 0 0,0 0 0 0 0,0 0 1 0 0,0 1-1 0 0,-1 0 0 0 0,1 0 1 0 0,-1 1-1 0 0,-10-2 1 0 0,18 4-26 0 0,0 0 0 0 0,0 0-1 0 0,0 1 1 0 0,0-1 0 0 0,0 0 0 0 0,0 0 0 0 0,0 1 0 0 0,0-1 0 0 0,0 1 0 0 0,0-1 0 0 0,0 1 0 0 0,0-1 0 0 0,0 1 0 0 0,1-1 0 0 0,-1 1 0 0 0,0 0 0 0 0,0-1 0 0 0,1 1 0 0 0,-1 0 0 0 0,0 0 0 0 0,1 0 0 0 0,-1-1 0 0 0,1 1 0 0 0,-1 0 0 0 0,1 0 0 0 0,-1 0-1 0 0,1 1 1 0 0,-8 27-6366 0 0,6-15-94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5212 0 0,'0'-2'7571'0'0,"2"-7"-5931"0"0,-1 5 1838 0 0,5-13 2439 0 0,-6 17-5801 0 0,0 0-1 0 0,1 0 0 0 0,-1 0 0 0 0,0-1 1 0 0,0 1-1 0 0,0 0 0 0 0,0 0 1 0 0,0 0-1 0 0,1 0 0 0 0,-1 0 0 0 0,0 0 1 0 0,0-1-1 0 0,0 1 0 0 0,1 0 1 0 0,-1 0-1 0 0,0 0 0 0 0,0 0 0 0 0,0 0 1 0 0,1 0-1 0 0,-1 0 0 0 0,0 0 1 0 0,0 0-1 0 0,0 0 0 0 0,1 0 0 0 0,-1 0 1 0 0,0 0-1 0 0,0 0 0 0 0,1 0 1 0 0,-1 0-1 0 0,0 0 0 0 0,0 0 0 0 0,0 0 1 0 0,1 0-1 0 0,-1 0 0 0 0,0 0 1 0 0,0 1-1 0 0,0-1 0 0 0,0 0 0 0 0,1 0 1 0 0,0 2 27 0 0,1 1 1 0 0,-1-1-1 0 0,0 1 0 0 0,0-1 1 0 0,0 1-1 0 0,0-1 1 0 0,0 1-1 0 0,0 0 0 0 0,-1-1 1 0 0,1 1-1 0 0,-1 0 1 0 0,0 3-1 0 0,14 448 1476 0 0,-18-321-1454 0 0,0-21 1 0 0,10 112 0 0 0,-4-208-144 0 0,-2-4 9 0 0,1-1 0 0 0,1 1 0 0 0,0-1 0 0 0,6 20 0 0 0,-8-30-12 0 0,7 23 90 0 0,-6-22-106 0 0,4-1 45 0 0,10-10-47 0 0,13-11-1 0 0,-14 9 0 0 0,0 1 0 0 0,1 1 0 0 0,0 0 0 0 0,1 1 0 0 0,0 1 0 0 0,17-6 0 0 0,-16 8 0 0 0,0 1 0 0 0,0 1 0 0 0,0 1 0 0 0,0 0 0 0 0,0 1 0 0 0,0 1 0 0 0,1 1 0 0 0,-1 0 0 0 0,0 1 0 0 0,0 1 0 0 0,28 8 0 0 0,-10 3-2 0 0,-33-13-12 0 0,-8-1-156 0 0,1 1 68 0 0,0-1 1 0 0,-1 0-1 0 0,1 0 1 0 0,0 0-1 0 0,0-1 0 0 0,-1 1 1 0 0,1-2-1 0 0,0 1 0 0 0,0 0 1 0 0,0-1-1 0 0,0 0 1 0 0,0 0-1 0 0,1 0 0 0 0,-8-5 1 0 0,-21-14-5834 0 0,17 8-565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3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12 259 8305 0 0,'-2'-3'1172'0'0,"0"-1"1"0"0,1 1-1 0 0,-1 0 1 0 0,1-1-1 0 0,0 1 0 0 0,0 0 1 0 0,0-5-1 0 0,0 5-341 0 0,1-1 0 0 0,0 1-1 0 0,0 0 1 0 0,0-1 0 0 0,1 1-1 0 0,0-7 1 0 0,1 5-370 0 0,0-1 0 0 0,1 1 0 0 0,-1 0 0 0 0,1-1 0 0 0,0 1 0 0 0,0 0 0 0 0,0 0 0 0 0,8-7 0 0 0,5-4-285 0 0,0 2 1 0 0,1 0-1 0 0,0 1 1 0 0,20-11 0 0 0,-17 12 24 0 0,1 2 0 0 0,36-14 1 0 0,-23 11-216 0 0,-26 9-2260 0 0,-15 7 1480 0 0,-25 7-4830 0 0,11-7-412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3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0 262 9553 0 0,'4'-9'1489'0'0,"1"0"0"0"0,-1 1 0 0 0,1 0-1 0 0,1 0 1 0 0,0 1 0 0 0,10-12 0 0 0,-4 8-466 0 0,0 1-1 0 0,1-1 1 0 0,17-9-1 0 0,9-3 275 0 0,74-29-1 0 0,-108 50-1086 0 0,32-13 321 0 0,1 2 0 0 0,1 1 0 0 0,61-11-1 0 0,-99 23-514 0 0,0-1 1 0 0,0 1-1 0 0,0 0 0 0 0,0 0 0 0 0,1 0 0 0 0,-1 0 0 0 0,0 0 0 0 0,0 0 0 0 0,0 0 1 0 0,0 0-1 0 0,0 1 0 0 0,0-1 0 0 0,0 0 0 0 0,0 1 0 0 0,1 0 0 0 0,-2-1-89 0 0,1 0 1 0 0,-1 1-1 0 0,0-1 0 0 0,1 0 0 0 0,-1 0 0 0 0,0 1 0 0 0,0-1 1 0 0,0 1-1 0 0,1-1 0 0 0,-1 0 0 0 0,0 1 0 0 0,0-1 0 0 0,0 1 1 0 0,0-1-1 0 0,0 0 0 0 0,0 1 0 0 0,1-1 0 0 0,-1 1 0 0 0,0-1 1 0 0,0 0-1 0 0,0 1 0 0 0,-1-1 0 0 0,1 1 0 0 0,0 0 1 0 0,-1 2-707 0 0,0 0 1 0 0,0 0 0 0 0,0 0-1 0 0,-1-1 1 0 0,1 1 0 0 0,-1 0-1 0 0,-2 2 1 0 0,-7 8-5367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9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263 56 6121 0 0,'-7'-7'3167'0'0,"-1"1"0"0"0,0 0 0 0 0,0 0 0 0 0,-12-5 0 0 0,13 7-2302 0 0,0 1 0 0 0,0 1 1 0 0,0-1-1 0 0,0 1 0 0 0,-1 0 0 0 0,-7 0 0 0 0,9 1-734 0 0,1 1 0 0 0,-1 0 0 0 0,1 0 0 0 0,-1 0 0 0 0,0 1 0 0 0,1 0 0 0 0,-1 0 0 0 0,1 1 0 0 0,0-1 0 0 0,-1 1 0 0 0,1 0 0 0 0,0 0 0 0 0,0 1 0 0 0,0 0 0 0 0,1 0-1 0 0,-1 0 1 0 0,0 0 0 0 0,1 1 0 0 0,0-1 0 0 0,-5 7 0 0 0,4-4-83 0 0,0 1-1 0 0,1 0 0 0 0,0 0 1 0 0,0 0-1 0 0,1 0 1 0 0,-1 1-1 0 0,2-1 1 0 0,-1 1-1 0 0,1 0 0 0 0,0 0 1 0 0,1 0-1 0 0,0 0 1 0 0,0 12-1 0 0,0-12-71 0 0,1 0 1 0 0,0 1-1 0 0,1-1 0 0 0,0 0 1 0 0,0 0-1 0 0,1 0 0 0 0,0 0 1 0 0,0 0-1 0 0,1 0 0 0 0,0 0 1 0 0,1-1-1 0 0,-1 0 1 0 0,7 10-1 0 0,-6-13-14 0 0,-1 0-1 0 0,1 0 1 0 0,0-1 0 0 0,0 1 0 0 0,0-1-1 0 0,1 0 1 0 0,-1 0 0 0 0,1 0 0 0 0,0-1-1 0 0,0 1 1 0 0,0-1 0 0 0,0 0 0 0 0,0-1-1 0 0,0 1 1 0 0,0-1 0 0 0,1 0 0 0 0,-1-1-1 0 0,0 1 1 0 0,1-1 0 0 0,-1 0 0 0 0,0 0-1 0 0,11-2 1 0 0,-9 1 33 0 0,0-1 0 0 0,0 1 0 0 0,-1-1 0 0 0,1-1 0 0 0,0 1 0 0 0,-1-1 0 0 0,0 0 0 0 0,0-1 0 0 0,0 0 0 0 0,0 0-1 0 0,0 0 1 0 0,-1 0 0 0 0,0-1 0 0 0,0 0 0 0 0,0 0 0 0 0,0 0 0 0 0,4-8 0 0 0,5-12 566 0 0,-1 0 0 0 0,20-53-1 0 0,-33 77-548 0 0,0 1 0 0 0,0 0 1 0 0,0 0-1 0 0,0 0 0 0 0,0-1 0 0 0,0 1 0 0 0,0 0 0 0 0,0 0 0 0 0,0 0 0 0 0,0-1 0 0 0,0 1 1 0 0,0 0-1 0 0,0 0 0 0 0,0 0 0 0 0,1-1 0 0 0,-1 1 0 0 0,0 0 0 0 0,0 0 0 0 0,0 0 1 0 0,0-1-1 0 0,0 1 0 0 0,0 0 0 0 0,1 0 0 0 0,-1 0 0 0 0,0 0 0 0 0,0 0 0 0 0,0-1 0 0 0,0 1 1 0 0,1 0-1 0 0,-1 0 0 0 0,0 0 0 0 0,0 0 0 0 0,0 0 0 0 0,1 0 0 0 0,-1 0 0 0 0,0 0 0 0 0,0 0 1 0 0,1 0-1 0 0,-1 0 0 0 0,0 0 0 0 0,0 0 0 0 0,1 0 0 0 0,4 10 95 0 0,0 20-95 0 0,-5 232 201 0 0,-3-112-236 0 0,2-101-447 0 0,1-47 244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19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99 6621 0 0,'1'-8'9238'0'0,"4"-11"4970"0"0,-18 52-13821 0 0,2 0 0 0 0,2 1 1 0 0,-7 42-1 0 0,15-61-329 0 0,0 1 0 0 0,1 0 0 0 0,1 0 0 0 0,0-1 0 0 0,5 21 0 0 0,-5-31-52 0 0,0 0 0 0 0,0 0 0 0 0,0 0-1 0 0,1 0 1 0 0,0 0 0 0 0,0-1 0 0 0,1 1 0 0 0,-1-1 0 0 0,1 1 0 0 0,0-1 0 0 0,0 0 0 0 0,0 0-1 0 0,1 0 1 0 0,0-1 0 0 0,-1 1 0 0 0,1-1 0 0 0,0 1 0 0 0,1-2 0 0 0,7 6 0 0 0,-9-7-8 0 0,0 0-1 0 0,-1 0 1 0 0,1 0 0 0 0,0-1 0 0 0,0 1 0 0 0,0-1 0 0 0,0 1 0 0 0,0-1 0 0 0,0 0 0 0 0,0 0 0 0 0,0-1 0 0 0,0 1 0 0 0,0 0 0 0 0,0-1 0 0 0,0 0 0 0 0,4-1 0 0 0,-2-1-4 0 0,-1 1 1 0 0,1 0-1 0 0,-1-1 1 0 0,0 0-1 0 0,0 0 1 0 0,0-1-1 0 0,0 1 1 0 0,0-1 0 0 0,3-4-1 0 0,-1 0 0 0 0,0-1 0 0 0,0 1 0 0 0,-1-1 0 0 0,0 0 0 0 0,-1 0 0 0 0,0-1 0 0 0,0 1 0 0 0,-1-1 0 0 0,3-14 0 0 0,-4 4 11 0 0,0 1 1 0 0,-1 0 0 0 0,-1-1 0 0 0,-1 1-1 0 0,-5-27 1 0 0,4 35-3 0 0,0 0 1 0 0,-1 0-1 0 0,0 0 0 0 0,-1 1 0 0 0,0 0 0 0 0,0 0 1 0 0,-1 0-1 0 0,-1 0 0 0 0,0 1 0 0 0,-13-17 1 0 0,15 22-288 0 0,-1 0 0 0 0,1 0 0 0 0,-1 1 0 0 0,1 0 0 0 0,-1 0 1 0 0,0 0-1 0 0,0 1 0 0 0,-1-1 0 0 0,1 1 0 0 0,0 0 1 0 0,-1 1-1 0 0,1-1 0 0 0,-1 1 0 0 0,0 0 0 0 0,1 1 0 0 0,-1-1 1 0 0,0 1-1 0 0,1 0 0 0 0,-1 1 0 0 0,0-1 0 0 0,1 1 1 0 0,-1 0-1 0 0,1 1 0 0 0,-1-1 0 0 0,1 1 0 0 0,-1 0 0 0 0,1 0 1 0 0,-8 5-1 0 0,5-1-6149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0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142 125 10221 0 0,'3'-47'10908'0'0,"-3"42"-10186"0"0,0-1 1 0 0,-1 1-1 0 0,0 0 1 0 0,0-1-1 0 0,0 1 1 0 0,-1 0-1 0 0,0-1 1 0 0,0 1-1 0 0,0 0 1 0 0,-5-7-1 0 0,7 11-666 0 0,-1 0 0 0 0,1 0 0 0 0,-1 0 0 0 0,1 1 0 0 0,-1-1 0 0 0,0 0 0 0 0,1 1-1 0 0,-1-1 1 0 0,0 0 0 0 0,0 1 0 0 0,0-1 0 0 0,1 1 0 0 0,-1-1 0 0 0,0 1 0 0 0,0-1 0 0 0,0 1 0 0 0,0 0 0 0 0,0-1 0 0 0,0 1 0 0 0,0 0 0 0 0,0 0 0 0 0,0 0 0 0 0,0 0-1 0 0,0 0 1 0 0,0 0 0 0 0,1 0 0 0 0,-1 0 0 0 0,0 0 0 0 0,0 0 0 0 0,0 0 0 0 0,0 1 0 0 0,0-1 0 0 0,0 0 0 0 0,0 1 0 0 0,0-1 0 0 0,0 1 0 0 0,0-1 0 0 0,1 1-1 0 0,-1-1 1 0 0,0 1 0 0 0,0 0 0 0 0,1-1 0 0 0,-1 1 0 0 0,-1 1 0 0 0,0 1-12 0 0,-1 0 0 0 0,1 0 0 0 0,-1 0 1 0 0,1 0-1 0 0,0 0 0 0 0,0 0 0 0 0,1 1 0 0 0,-1-1 0 0 0,-2 8 0 0 0,3-5-24 0 0,0 1 1 0 0,0-1-1 0 0,1 1 0 0 0,-1-1 0 0 0,1 1 0 0 0,1-1 1 0 0,1 11-1 0 0,-1-14-33 0 0,-1 0-1 0 0,1 0 1 0 0,0 0 0 0 0,0-1 0 0 0,1 1 0 0 0,-1 0-1 0 0,0 0 1 0 0,1-1 0 0 0,0 1 0 0 0,-1-1 0 0 0,1 0-1 0 0,0 1 1 0 0,0-1 0 0 0,1 0 0 0 0,-1 0 0 0 0,0 0-1 0 0,1 0 1 0 0,2 1 0 0 0,-3-2 5 0 0,0-1 1 0 0,0 1-1 0 0,0-1 0 0 0,1 0 1 0 0,-1 0-1 0 0,0 0 0 0 0,0 0 1 0 0,0 0-1 0 0,0 0 0 0 0,0-1 1 0 0,0 1-1 0 0,0-1 0 0 0,0 1 1 0 0,0-1-1 0 0,0 0 0 0 0,0 0 1 0 0,-1 0-1 0 0,1 0 0 0 0,0 0 1 0 0,0 0-1 0 0,-1 0 0 0 0,1-1 1 0 0,-1 1-1 0 0,1 0 0 0 0,-1-1 1 0 0,1 0-1 0 0,-1 1 0 0 0,0-1 1 0 0,2-2-1 0 0,-2 2 23 0 0,-1 1 0 0 0,1-1 1 0 0,0 1-1 0 0,-1-1 0 0 0,1 0 1 0 0,-1 1-1 0 0,0-1 0 0 0,1 0 0 0 0,-1 1 1 0 0,0-1-1 0 0,0 0 0 0 0,0 1 1 0 0,0-1-1 0 0,0 0 0 0 0,-1 1 0 0 0,1-1 1 0 0,0 0-1 0 0,-1 1 0 0 0,1-1 1 0 0,-2-1-1 0 0,1 0 5 0 0,-1 0-1 0 0,0 0 1 0 0,0 1 0 0 0,0-1 0 0 0,0 0-1 0 0,0 1 1 0 0,-1-1 0 0 0,1 1 0 0 0,-6-3-1 0 0,4 1-15 0 0,-1 1 0 0 0,-1 0-1 0 0,1 0 1 0 0,0 1-1 0 0,-1-1 1 0 0,1 1-1 0 0,-1 1 1 0 0,1-1 0 0 0,-1 1-1 0 0,0 0 1 0 0,-8-1-1 0 0,12 2-51 0 0,-1 0-1 0 0,1 0 1 0 0,-1 1-1 0 0,1-1 1 0 0,-1 1-1 0 0,1 0 0 0 0,0-1 1 0 0,-1 1-1 0 0,1 0 1 0 0,0 0-1 0 0,0 0 1 0 0,0 1-1 0 0,0-1 1 0 0,0 0-1 0 0,0 1 0 0 0,0-1 1 0 0,-2 3-1 0 0,3-2-509 0 0,-1 0 0 0 0,1 0 0 0 0,0 0-1 0 0,0 0 1 0 0,0 0 0 0 0,0 0 0 0 0,0 0 0 0 0,0 1-1 0 0,0-1 1 0 0,1 0 0 0 0,-1 4 0 0 0,0 7-5932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1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5585 0 0,'0'0'20197'0'0,"-2"7"-19261"0"0,-1 9-525 0 0,0 0 0 0 0,1 0-1 0 0,1 1 1 0 0,1-1-1 0 0,0 0 1 0 0,4 29 0 0 0,26 230 1471 0 0,-28-265-1860 0 0,-2-7-53 0 0,0 0 0 0 0,0 0 1 0 0,0-1-1 0 0,1 1 0 0 0,-1 0 1 0 0,1 0-1 0 0,0-1 0 0 0,0 1 1 0 0,0 0-1 0 0,0-1 1 0 0,0 1-1 0 0,1-1 0 0 0,2 5 1 0 0,-3-6-130 0 0,-1-2-49 0 0,0 1 196 0 0,0-1 0 0 0,0 1 0 0 0,0 0-1 0 0,1-1 1 0 0,-1 1 0 0 0,0 0 0 0 0,0-1 0 0 0,0 1 0 0 0,0 0-1 0 0,1 0 1 0 0,-1-1 0 0 0,0 1 0 0 0,0 0 0 0 0,1-1 0 0 0,-1 1 0 0 0,0 0-1 0 0,0 0 1 0 0,1 0 0 0 0,-1-1 0 0 0,0 1 0 0 0,1 0 0 0 0,-1 0 0 0 0,0 0-1 0 0,1 0 1 0 0,-1 0 0 0 0,1-1 0 0 0,0 1-16 0 0,-1 0 0 0 0,1-1 1 0 0,0 1-1 0 0,0 0 0 0 0,-1-1 0 0 0,1 1 0 0 0,0-1 1 0 0,-1 1-1 0 0,1-1 0 0 0,-1 1 0 0 0,1-1 1 0 0,0 0-1 0 0,-1 1 0 0 0,1-1 0 0 0,-1 0 0 0 0,1 0 1 0 0,12-22-1691 0 0,23-33 1 0 0,-19 32 784 0 0,17-33 0 0 0,-23 35 860 0 0,55-119 1343 0 0,-58 123-591 0 0,-1-2-1 0 0,-1 1 1 0 0,-1-1 0 0 0,5-28-1 0 0,-10 46-53 0 0,-2 0-277 0 0,2 2-336 0 0,0-1 0 0 0,0 1 0 0 0,0 0 1 0 0,0 0-1 0 0,0 0 0 0 0,0 0 0 0 0,0-1 0 0 0,0 1 1 0 0,0 0-1 0 0,0 0 0 0 0,0 0 0 0 0,0 0 1 0 0,0-1-1 0 0,0 1 0 0 0,0 0 0 0 0,0 0 0 0 0,0 0 1 0 0,0 0-1 0 0,-1-1 0 0 0,1 1 0 0 0,0 0 1 0 0,0 0-1 0 0,0 0 0 0 0,0 0 0 0 0,0 0 0 0 0,0 0 1 0 0,-1 0-1 0 0,1-1 0 0 0,0 1 0 0 0,0 0 1 0 0,0 0-1 0 0,0 0 0 0 0,-1 0 0 0 0,1 0 0 0 0,0 0 1 0 0,0 0-1 0 0,0 0 0 0 0,0 0 0 0 0,-1 0 1 0 0,1 0-1 0 0,0 0 0 0 0,0 0 0 0 0,0 0 0 0 0,-1 0 1 0 0,1 0-1 0 0,0 0 0 0 0,0 0 0 0 0,0 0 1 0 0,0 0-1 0 0,-1 1 0 0 0,1-1 0 0 0,0 0 1 0 0,0 0-1 0 0,0 0 0 0 0,-1 0 0 0 0,-3 6 18 0 0,0 0 0 0 0,1 0 0 0 0,-1 1 0 0 0,1-1 0 0 0,0 1 0 0 0,1 0 0 0 0,0 0 0 0 0,0-1 0 0 0,0 1 0 0 0,1 1 0 0 0,0-1 0 0 0,0 0 1 0 0,1 0-1 0 0,-1 0 0 0 0,2 1 0 0 0,-1-1 0 0 0,1 0 0 0 0,2 9 0 0 0,-1-7-40 0 0,1-1 0 0 0,0 0 0 0 0,0 1 0 0 0,0-1 0 0 0,1-1 1 0 0,1 1-1 0 0,-1 0 0 0 0,1-1 0 0 0,0 0 0 0 0,1 0 0 0 0,0-1 1 0 0,0 1-1 0 0,0-1 0 0 0,1 0 0 0 0,8 6 0 0 0,36 20-35 0 0,54 41 75 0 0,-103-71 4 0 0,0 0 0 0 0,0 0 0 0 0,0 0 0 0 0,-1 1 0 0 0,1-1 0 0 0,0 1 0 0 0,-1-1 0 0 0,0 1 0 0 0,0-1 0 0 0,2 6 0 0 0,-2-6 72 0 0,-13 6 72 0 0,0 1-73 0 0,8-8-82 0 0,0 1 0 0 0,0-1 0 0 0,-1-1 0 0 0,1 1 0 0 0,0 0 0 0 0,0-1 0 0 0,0 0 0 0 0,0 0 1 0 0,-1 0-1 0 0,1-1 0 0 0,0 1 0 0 0,-5-2 0 0 0,-1-1-20 0 0,1 0-1 0 0,-1-1 1 0 0,-15-7 0 0 0,24 10-14 0 0,0 0 0 0 0,0 0 0 0 0,0 1 0 0 0,0-1 0 0 0,0 0 0 0 0,0 0 0 0 0,0 0 1 0 0,0 0-1 0 0,0 0 0 0 0,0 0 0 0 0,1 0 0 0 0,-1-1 0 0 0,0 1 0 0 0,1 0 0 0 0,-1 0 1 0 0,1 0-1 0 0,0-1 0 0 0,-1 1 0 0 0,1 0 0 0 0,0-1 0 0 0,0 1 0 0 0,-1 0 0 0 0,1-1 0 0 0,0 1 1 0 0,1 0-1 0 0,-1-1 0 0 0,0 1 0 0 0,0 0 0 0 0,0-1 0 0 0,1 1 0 0 0,0-1 0 0 0,1-5-67 0 0,0 0 0 0 0,1 0 0 0 0,0 1 0 0 0,4-8 0 0 0,-6 12 61 0 0,29-47-373 0 0,-16 28 176 0 0,21-45-1 0 0,-27 47 208 0 0,-5 13 35 0 0,0 0 0 0 0,0 0 0 0 0,-1 0 0 0 0,0 0 0 0 0,0 0 0 0 0,-1 0-1 0 0,0-1 1 0 0,1-10 0 0 0,-2 15-8 0 0,0-1-1 0 0,0 0 1 0 0,0 0-1 0 0,-1 0 1 0 0,1 1-1 0 0,-1-1 0 0 0,0 0 1 0 0,0 0-1 0 0,0 1 1 0 0,0-1-1 0 0,0 1 1 0 0,-2-4-1 0 0,2 5-38 0 0,0 0 0 0 0,0 0 0 0 0,-1 0-1 0 0,1 0 1 0 0,0 0 0 0 0,0 0-1 0 0,0 0 1 0 0,-1 1 0 0 0,1-1 0 0 0,0 0-1 0 0,-1 1 1 0 0,1-1 0 0 0,-1 1 0 0 0,1 0-1 0 0,0-1 1 0 0,-1 1 0 0 0,1 0-1 0 0,-1 0 1 0 0,1 0 0 0 0,-1 0 0 0 0,1 0-1 0 0,-1 0 1 0 0,1 0 0 0 0,-1 1 0 0 0,1-1-1 0 0,0 0 1 0 0,-3 2 0 0 0,2-2-305 0 0,-18 6-147 0 0,7 1-6649 0 0,8-1 805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2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78 11761 0 0,'0'0'13629'0'0,"-5"2"-12341"0"0,2 0-1055 0 0,-1 0 0 0 0,0 0 0 0 0,0 1 0 0 0,1 0-1 0 0,-1-1 1 0 0,1 1 0 0 0,0 0 0 0 0,0 1 0 0 0,0-1-1 0 0,0 1 1 0 0,1-1 0 0 0,-1 1 0 0 0,1 0 0 0 0,0 0 0 0 0,0 0-1 0 0,-2 7 1 0 0,2-5-163 0 0,0-1-1 0 0,1 1 0 0 0,-1 0 1 0 0,1 0-1 0 0,1 0 1 0 0,-1 0-1 0 0,1-1 0 0 0,0 1 1 0 0,0 0-1 0 0,0 0 1 0 0,1 0-1 0 0,0 0 1 0 0,0 0-1 0 0,1 0 0 0 0,0-1 1 0 0,0 1-1 0 0,4 7 1 0 0,-4-9-68 0 0,0 0 1 0 0,0-1 0 0 0,0 1-1 0 0,0-1 1 0 0,1 0 0 0 0,0 0 0 0 0,-1 0-1 0 0,1 0 1 0 0,0 0 0 0 0,1 0-1 0 0,-1-1 1 0 0,0 0 0 0 0,1 0-1 0 0,-1 0 1 0 0,1 0 0 0 0,0 0-1 0 0,0 0 1 0 0,0-1 0 0 0,-1 0-1 0 0,1 0 1 0 0,0 0 0 0 0,1 0 0 0 0,-1-1-1 0 0,0 0 1 0 0,0 0 0 0 0,5 0-1 0 0,-2-1-6 0 0,-1 0 1 0 0,1 0-1 0 0,-1 0 0 0 0,1-1 0 0 0,-1 0 1 0 0,0-1-1 0 0,0 1 0 0 0,0-1 0 0 0,0 0 1 0 0,0-1-1 0 0,-1 1 0 0 0,6-5 0 0 0,-8 5 3 0 0,0 0-1 0 0,0 0 1 0 0,0 0-1 0 0,-1 0 0 0 0,1 0 1 0 0,-1 0-1 0 0,0-1 1 0 0,0 1-1 0 0,0-1 1 0 0,-1 0-1 0 0,1 1 0 0 0,-1-1 1 0 0,0 0-1 0 0,0 0 1 0 0,0 0-1 0 0,0 0 1 0 0,-1 0-1 0 0,1 0 0 0 0,-1 0 1 0 0,-1-7-1 0 0,0 1 8 0 0,-1 0 1 0 0,-1 0-1 0 0,0 0 0 0 0,0 1 0 0 0,-1-1 1 0 0,0 1-1 0 0,-1 0 0 0 0,0 0 0 0 0,0 1 0 0 0,-8-10 1 0 0,8 11-86 0 0,-1 0 1 0 0,0 0 0 0 0,0 1 0 0 0,-1-1-1 0 0,0 1 1 0 0,0 1 0 0 0,0-1 0 0 0,-1 1-1 0 0,0 1 1 0 0,0-1 0 0 0,-12-3 0 0 0,-4 3-2590 0 0,13 4-2189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2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84 4260 0 0,'-1'-17'10955'0'0,"-2"1"-5257"0"0,2 13-5147 0 0,0 0 0 0 0,0 0 0 0 0,0 1 0 0 0,-1-1 0 0 0,1 0 0 0 0,-1 1 0 0 0,1-1 0 0 0,-1 0 1 0 0,0 1-1 0 0,0 0 0 0 0,0-1 0 0 0,0 1 0 0 0,-4-2 0 0 0,5 3 514 0 0,-2 3-673 0 0,1 0-346 0 0,0-1-1 0 0,0 1 1 0 0,1 0-1 0 0,-1-1 1 0 0,1 1-1 0 0,-1 0 1 0 0,1 0-1 0 0,-1 0 1 0 0,1 0-1 0 0,0 0 1 0 0,0 0-1 0 0,0 1 0 0 0,0-1 1 0 0,1 0-1 0 0,-1 0 1 0 0,1 1-1 0 0,-1-1 1 0 0,1 0-1 0 0,0 1 1 0 0,0-1-1 0 0,0 1 1 0 0,0-1-1 0 0,0 0 1 0 0,0 1-1 0 0,1-1 0 0 0,0 3 1 0 0,0-1-51 0 0,-1-1 1 0 0,1 1-1 0 0,0-1 0 0 0,1 1 1 0 0,-1-1-1 0 0,0 0 0 0 0,1 0 1 0 0,0 1-1 0 0,0-1 0 0 0,0 0 1 0 0,0-1-1 0 0,0 1 0 0 0,1 0 1 0 0,-1-1-1 0 0,1 1 0 0 0,0-1 1 0 0,-1 0-1 0 0,5 3 0 0 0,-5-4-13 0 0,1 0-1 0 0,-1 0 0 0 0,0 0 0 0 0,0-1 1 0 0,1 1-1 0 0,-1 0 0 0 0,0-1 0 0 0,1 0 1 0 0,-1 0-1 0 0,0 0 0 0 0,1 0 0 0 0,-1 0 1 0 0,1 0-1 0 0,-1 0 0 0 0,0-1 0 0 0,1 1 1 0 0,-1-1-1 0 0,0 0 0 0 0,0 1 1 0 0,0-1-1 0 0,1 0 0 0 0,-1-1 0 0 0,0 1 1 0 0,0 0-1 0 0,0 0 0 0 0,0-1 0 0 0,-1 1 1 0 0,4-4-1 0 0,-3 4 47 0 0,-1-1 0 0 0,1 0-1 0 0,0 0 1 0 0,-1 0 0 0 0,1 0 0 0 0,-1 0 0 0 0,0 0 0 0 0,0 0 0 0 0,0-1 0 0 0,0 1-1 0 0,0 0 1 0 0,0-1 0 0 0,0 1 0 0 0,-1-1 0 0 0,1 1 0 0 0,-1 0 0 0 0,0-1 0 0 0,0 1-1 0 0,0-1 1 0 0,0 1 0 0 0,0-1 0 0 0,0 1 0 0 0,-1-1 0 0 0,1 1 0 0 0,-1-1 0 0 0,0 1 0 0 0,0 0-1 0 0,0-1 1 0 0,0 1 0 0 0,0 0 0 0 0,0 0 0 0 0,0 0 0 0 0,-1 0 0 0 0,1 0 0 0 0,-4-4-1 0 0,2 3-18 0 0,0 0-1 0 0,0 0 0 0 0,0 0 0 0 0,-1 0 0 0 0,1 0 1 0 0,-1 1-1 0 0,0 0 0 0 0,1 0 0 0 0,-1 0 0 0 0,0 0 0 0 0,0 0 1 0 0,-1 1-1 0 0,1-1 0 0 0,0 1 0 0 0,0 0 0 0 0,-1 1 1 0 0,1-1-1 0 0,-1 1 0 0 0,1 0 0 0 0,-6 0 0 0 0,8 1-127 0 0,0-1 0 0 0,0 1-1 0 0,1-1 1 0 0,-1 1 0 0 0,0 0-1 0 0,1 0 1 0 0,-1 0 0 0 0,0-1-1 0 0,1 2 1 0 0,-1-1 0 0 0,1 0-1 0 0,-2 2 1 0 0,-5 12-5766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3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88 7201 0 0,'-11'-5'11052'0'0,"7"-2"-8291"0"0,3 2 2795 0 0,1 4-5279 0 0,0-1-1 0 0,1 0 1 0 0,0 0-1 0 0,-1 1 0 0 0,1-1 1 0 0,0 1-1 0 0,0-1 1 0 0,0 0-1 0 0,0 1 1 0 0,0 0-1 0 0,0-1 0 0 0,0 1 1 0 0,0 0-1 0 0,2-2 1 0 0,29-20 419 0 0,-24 19-748 0 0,0 0 0 0 0,0 1 0 0 0,0 0 0 0 0,0 0 0 0 0,0 1-1 0 0,13-3 1 0 0,-19 6 49 0 0,-1-1-1 0 0,1 0 0 0 0,0 1 1 0 0,-1-1-1 0 0,1 1 0 0 0,-1-1 1 0 0,1 1-1 0 0,-1 0 0 0 0,1-1 1 0 0,-1 1-1 0 0,1 0 1 0 0,-1 0-1 0 0,0 0 0 0 0,0 0 1 0 0,1 1-1 0 0,-1-1 0 0 0,0 0 1 0 0,0 0-1 0 0,0 1 0 0 0,0-1 1 0 0,0 0-1 0 0,-1 1 1 0 0,1-1-1 0 0,0 1 0 0 0,-1-1 1 0 0,2 3-1 0 0,1 5-14 0 0,-1-1 1 0 0,1 0-1 0 0,1 12 0 0 0,-3-4 6 0 0,1 0 0 0 0,-2-1 0 0 0,0 1 0 0 0,-1 0-1 0 0,-5 27 1 0 0,-24 77 89 0 0,18-76-6 0 0,-46 117 435 0 0,56-154-472 0 0,1-5 30 0 0,4-2-59 0 0,0-1-5 0 0,15-2 4 0 0,-14 0-4 0 0,10-8 1 0 0,-9 8 0 0 0,-4 1-1 0 0,1 1 0 0 0,-1 0 0 0 0,1 0 0 0 0,0 0 1 0 0,-1 0-1 0 0,1 0 0 0 0,0 0 0 0 0,0 0 0 0 0,0 1 0 0 0,0-1 1 0 0,0 1-1 0 0,3-1 0 0 0,-1 0 1 0 0,-1 1 0 0 0,1-1 1 0 0,0 1-1 0 0,-1 0 0 0 0,1 0 1 0 0,0 0-1 0 0,-1 1 0 0 0,1-1 0 0 0,0 1 1 0 0,-1 0-1 0 0,1 0 0 0 0,-1 0 0 0 0,1 0 1 0 0,-1 1-1 0 0,1-1 0 0 0,3 4 1 0 0,0-1-1 0 0,2 0 0 0 0,-1 1-94 0 0,0-1-1 0 0,1 0 1 0 0,-1-1-1 0 0,1 0 1 0 0,-1 0-1 0 0,1-1 1 0 0,17 3-1 0 0,-22-5-214 0 0,1 1 0 0 0,0-1 0 0 0,-1-1 0 0 0,1 1-1 0 0,-1 0 1 0 0,1-1 0 0 0,4-1 0 0 0,8-7-5114 0 0,-8 1-936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4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32 182 7333 0 0,'-17'-31'12080'0'0,"2"4"-5330"0"0,15 26-6672 0 0,1-1-1 0 0,-1 1 1 0 0,0 0-1 0 0,1 0 1 0 0,-1-1 0 0 0,1 1-1 0 0,-1 0 1 0 0,1 0-1 0 0,-1 0 1 0 0,1 0-1 0 0,0 0 1 0 0,0-1 0 0 0,-1 1-1 0 0,1 0 1 0 0,0 1-1 0 0,0-1 1 0 0,0 0 0 0 0,0 0-1 0 0,0 0 1 0 0,0 1-1 0 0,0-1 1 0 0,1 0-1 0 0,-1 1 1 0 0,0-1 0 0 0,2 0-1 0 0,40-10 353 0 0,-25 7-239 0 0,51-12 143 0 0,-44 12-241 0 0,0-2 0 0 0,-1-1 0 0 0,29-12 0 0 0,-49 17-20 0 0,0 0 0 0 0,0 0-1 0 0,-1-1 1 0 0,1 1 0 0 0,-1-1-1 0 0,7-7 1 0 0,-9 9 88 0 0,-1 0 111 0 0,0 2-252 0 0,0-1 1 0 0,0 0-1 0 0,-1 0 1 0 0,1 0 0 0 0,0 0-1 0 0,0 0 1 0 0,0 0-1 0 0,0 0 1 0 0,0 0-1 0 0,0 0 1 0 0,-1 0-1 0 0,1 0 1 0 0,0 0-1 0 0,0 0 1 0 0,0 0-1 0 0,0 0 1 0 0,0 0-1 0 0,-1 0 1 0 0,1 0-1 0 0,0 0 1 0 0,0-1-1 0 0,0 1 1 0 0,0 0-1 0 0,0 0 1 0 0,0 0-1 0 0,0 0 1 0 0,-1 0 0 0 0,1 0-1 0 0,0 0 1 0 0,0 0-1 0 0,0 0 1 0 0,0 0-1 0 0,0-1 1 0 0,0 1-1 0 0,0 0 1 0 0,0 0-1 0 0,0 0 1 0 0,0 0-1 0 0,0 0 1 0 0,-1 0-1 0 0,1-1 1 0 0,0 1-1 0 0,0 0 1 0 0,0 0-1 0 0,0 0 1 0 0,0 0-1 0 0,0 0 1 0 0,0-1 0 0 0,0 1-1 0 0,0 0 1 0 0,0 0-1 0 0,0 0 1 0 0,1 0-1 0 0,-1 0 1 0 0,0 0-1 0 0,0-1 1 0 0,0 1-1 0 0,0 0 1 0 0,0 0-1 0 0,0 0 1 0 0,0 0-1 0 0,0 0 1 0 0,0 0-1 0 0,0-1 1 0 0,-1 2-17 0 0,-1 0 8 0 0,-1 1 0 0 0,1-1 0 0 0,0 1 0 0 0,0-1-1 0 0,0 1 1 0 0,0 0 0 0 0,0-1 0 0 0,0 1 0 0 0,0 0 0 0 0,1 0 0 0 0,-1 1 0 0 0,1-1 0 0 0,-1 0 0 0 0,1 0 0 0 0,0 1 0 0 0,0-1 0 0 0,-2 5 0 0 0,-3 23 83 0 0,-5 19 29 0 0,-6 72 1 0 0,3 96-5 0 0,15-125-578 0 0,-1-92 421 0 0,0 1-1 0 0,0-1 0 0 0,0 0 1 0 0,0 0-1 0 0,0 1 0 0 0,0-1 1 0 0,0 0-1 0 0,0 0 0 0 0,0 1 1 0 0,0-1-1 0 0,0 0 0 0 0,0 0 0 0 0,0 1 1 0 0,0-1-1 0 0,0 0 0 0 0,-1 0 1 0 0,1 1-1 0 0,0-1 0 0 0,0 0 1 0 0,0 0-1 0 0,0 1 0 0 0,-1-1 1 0 0,1 0-1 0 0,0 0 0 0 0,0 0 1 0 0,-1 0-1 0 0,1 1 0 0 0,0-1 1 0 0,0 0-1 0 0,0 0 0 0 0,-1 0 1 0 0,1 0-1 0 0,0 0 0 0 0,-1 0 1 0 0,1 0-1 0 0,0 0 0 0 0,0 0 1 0 0,-1 0-1 0 0,1 0 0 0 0,0 0 1 0 0,0 0-1 0 0,-1 0 0 0 0,1 0 0 0 0,0 0 1 0 0,-1 0-1 0 0,1 0 0 0 0,0 0 1 0 0,0 0-1 0 0,-1 0 0 0 0,1 0 1 0 0,0 0-1 0 0,0-1 0 0 0,-1 1 1 0 0,1 0-1 0 0,-61-66-2241 0 0,58 63 2306 0 0,-1-1 0 0 0,1 1 0 0 0,0 0 0 0 0,0-1 0 0 0,1 0 0 0 0,-1 0 0 0 0,1 0 0 0 0,-1 0 0 0 0,-1-5 0 0 0,3 7-24 0 0,1 1 0 0 0,0-1 0 0 0,-1 0-1 0 0,1 1 1 0 0,0-1 0 0 0,0 0 0 0 0,0 1 0 0 0,0-1 0 0 0,0 1-1 0 0,0-1 1 0 0,0 0 0 0 0,1 1 0 0 0,-1-1 0 0 0,1 1 0 0 0,-1-1 0 0 0,1 0-1 0 0,-1 1 1 0 0,1-1 0 0 0,0 1 0 0 0,0 0 0 0 0,0-1 0 0 0,0 1 0 0 0,0 0-1 0 0,0-1 1 0 0,0 1 0 0 0,0 0 0 0 0,0 0 0 0 0,1 0 0 0 0,1-1 0 0 0,209-132-3494 0 0,-164 105 2340 0 0,-2-2-5013 0 0,-20 11 718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4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37 5641 0 0,'1'-10'9114'0'0,"-2"1"-4024"0"0,1 8-4850 0 0,0 0 0 0 0,-1 0 1 0 0,1 0-1 0 0,0 1 0 0 0,-1-1 1 0 0,1 0-1 0 0,-1 0 0 0 0,1 0 1 0 0,-1 0-1 0 0,1 1 0 0 0,-1-1 1 0 0,0 0-1 0 0,1 1 0 0 0,-1-1 1 0 0,0 0-1 0 0,0 1 1 0 0,1-1-1 0 0,-1 1 0 0 0,0-1 1 0 0,0 1-1 0 0,0-1 0 0 0,0 1 1 0 0,-1-1-1 0 0,1 1 1557 0 0,-3 2-1096 0 0,0 0-571 0 0,0 0 0 0 0,1 0 0 0 0,-1 0 0 0 0,1 1 0 0 0,0-1 1 0 0,0 1-1 0 0,0 0 0 0 0,0 0 0 0 0,0 0 0 0 0,0 0 0 0 0,1 1 0 0 0,0-1 0 0 0,0 1 0 0 0,0 0 0 0 0,0-1 0 0 0,0 1 0 0 0,-1 7 0 0 0,-3 6-25 0 0,1 0 0 0 0,1 0 0 0 0,1 1 0 0 0,1 0 1 0 0,0-1-1 0 0,1 1 0 0 0,1 0 0 0 0,1 0 0 0 0,0 0 0 0 0,1 0 0 0 0,1-1 0 0 0,1 1 0 0 0,1-1 0 0 0,7 20 0 0 0,-10-33-104 0 0,0 1-1 0 0,1-1 1 0 0,-1 0-1 0 0,1 0 1 0 0,0 0 0 0 0,0 0-1 0 0,0 0 1 0 0,0-1-1 0 0,1 1 1 0 0,-1-1-1 0 0,1 0 1 0 0,0 0 0 0 0,0 0-1 0 0,1-1 1 0 0,-1 1-1 0 0,0-1 1 0 0,1 0-1 0 0,-1 0 1 0 0,1-1-1 0 0,0 1 1 0 0,-1-1 0 0 0,10 1-1 0 0,-9-2-7 0 0,1 0 0 0 0,0 0 0 0 0,0 0 0 0 0,0-1 1 0 0,-1 0-1 0 0,1 0 0 0 0,-1-1 0 0 0,1 1 0 0 0,-1-1 0 0 0,1 0 0 0 0,-1-1 0 0 0,0 1 0 0 0,0-1 0 0 0,0 0 0 0 0,0-1 1 0 0,0 1-1 0 0,-1-1 0 0 0,0 0 0 0 0,5-5 0 0 0,-4 3 6 0 0,0 0 1 0 0,-1 0-1 0 0,0-1 0 0 0,0 1 1 0 0,-1-1-1 0 0,0 0 0 0 0,0 0 0 0 0,0 0 1 0 0,-1 0-1 0 0,0-1 0 0 0,0 1 1 0 0,-1-1-1 0 0,0 1 0 0 0,-1-1 1 0 0,1 1-1 0 0,-1-1 0 0 0,-1 1 1 0 0,1-1-1 0 0,-2 1 0 0 0,-2-12 1 0 0,0 3 10 0 0,0 1 0 0 0,-2 0 0 0 0,0 0 1 0 0,0 1-1 0 0,-2-1 0 0 0,0 1 0 0 0,0 1 1 0 0,-20-24-1 0 0,23 32-56 0 0,0 0 1 0 0,0 0 0 0 0,0 1-1 0 0,-1 0 1 0 0,1 0-1 0 0,-1 0 1 0 0,0 1-1 0 0,0 0 1 0 0,-12-4-1 0 0,-8 4-1338 0 0,16 7-4652 0 0,3 1-420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24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88 11185 0 0,'-16'-41'11567'0'0,"14"36"-10868"0"0,-1 1 0 0 0,1 0 0 0 0,-1 0 1 0 0,-1 0-1 0 0,1 0 0 0 0,0 1 0 0 0,-1-1 0 0 0,0 1 0 0 0,1 0 0 0 0,-7-4 0 0 0,9 7-661 0 0,0-1 0 0 0,0 1-1 0 0,1 0 1 0 0,-1 0 0 0 0,0 0 0 0 0,0-1-1 0 0,0 1 1 0 0,0 0 0 0 0,0 0 0 0 0,1 0-1 0 0,-1 0 1 0 0,0 0 0 0 0,0 1 0 0 0,0-1-1 0 0,0 0 1 0 0,0 0 0 0 0,1 0 0 0 0,-1 1-1 0 0,0-1 1 0 0,0 1 0 0 0,0-1 0 0 0,1 0-1 0 0,-1 1 1 0 0,0-1 0 0 0,0 1 0 0 0,1 0-1 0 0,-1-1 1 0 0,1 1 0 0 0,-1-1 0 0 0,0 1-1 0 0,1 0 1 0 0,-1 1 0 0 0,-14 23 356 0 0,14-21-376 0 0,0 0-1 0 0,1 0 0 0 0,-1 0 0 0 0,1 0 1 0 0,0 0-1 0 0,0 0 0 0 0,0 0 1 0 0,0 0-1 0 0,1-1 0 0 0,0 1 0 0 0,0 0 1 0 0,0 0-1 0 0,0 0 0 0 0,0-1 1 0 0,1 1-1 0 0,0 0 0 0 0,-1-1 0 0 0,1 1 1 0 0,1-1-1 0 0,-1 0 0 0 0,0 0 1 0 0,4 3-1 0 0,-4-3-19 0 0,0-1 1 0 0,0 0 0 0 0,0 0-1 0 0,1 0 1 0 0,-1-1 0 0 0,1 1-1 0 0,-1 0 1 0 0,1-1 0 0 0,-1 0-1 0 0,1 0 1 0 0,0 1 0 0 0,0-2-1 0 0,0 1 1 0 0,0 0 0 0 0,0 0-1 0 0,-1-1 1 0 0,1 0 0 0 0,0 0-1 0 0,0 1 1 0 0,0-2 0 0 0,0 1-1 0 0,0 0 1 0 0,0-1 0 0 0,0 1-1 0 0,0-1 1 0 0,0 0 0 0 0,0 0-1 0 0,0 0 1 0 0,3-2 0 0 0,-5 3 2 0 0,0-1 1 0 0,1 0 0 0 0,-1 1-1 0 0,0-1 1 0 0,1 0 0 0 0,-1 0-1 0 0,0 0 1 0 0,0 0 0 0 0,0 0 0 0 0,0 0-1 0 0,0 0 1 0 0,0 0 0 0 0,0-1-1 0 0,0 1 1 0 0,-1 0 0 0 0,1-1-1 0 0,0 1 1 0 0,-1 0 0 0 0,1-1-1 0 0,-1 1 1 0 0,1-1 0 0 0,-1 1 0 0 0,0-1-1 0 0,0 1 1 0 0,1-1 0 0 0,-1 1-1 0 0,0-1 1 0 0,0 1 0 0 0,-1 0-1 0 0,1-1 1 0 0,0 1 0 0 0,0-1-1 0 0,-1 1 1 0 0,1-1 0 0 0,-1 1-1 0 0,1-1 1 0 0,-2 0 0 0 0,1-1-6 0 0,0 1 1 0 0,-1 0 0 0 0,1 0-1 0 0,-1-1 1 0 0,0 1 0 0 0,0 0-1 0 0,0 1 1 0 0,0-1-1 0 0,0 0 1 0 0,0 1 0 0 0,0-1-1 0 0,0 1 1 0 0,-1-1 0 0 0,1 1-1 0 0,-1 0 1 0 0,1 0-1 0 0,-1 0 1 0 0,1 1 0 0 0,-5-2-1 0 0,1 2-57 0 0,1 0 0 0 0,0 0-1 0 0,0 0 1 0 0,-1 1 0 0 0,1-1 0 0 0,0 1-1 0 0,0 1 1 0 0,0-1 0 0 0,0 1-1 0 0,-8 3 1 0 0,9-3-569 0 0,1 0-1 0 0,0 0 1 0 0,-1 0 0 0 0,1 1 0 0 0,0-1-1 0 0,0 1 1 0 0,0 0 0 0 0,0 0-1 0 0,-3 4 1 0 0,-3 13-5879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5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1 367 6473 0 0,'0'0'13578'0'0,"0"-1"-13404"0"0,0 1-1 0 0,0 0 1 0 0,1-1-1 0 0,-1 1 1 0 0,0-1-1 0 0,0 1 1 0 0,1 0 0 0 0,-1-1-1 0 0,0 1 1 0 0,1 0-1 0 0,-1-1 1 0 0,1 1-1 0 0,-1 0 1 0 0,0 0-1 0 0,1 0 1 0 0,-1-1-1 0 0,1 1 1 0 0,-1 0 0 0 0,1 0-1 0 0,-1 0 1 0 0,0 0-1 0 0,1 0 1 0 0,-1 0-1 0 0,1-1 1 0 0,-1 1-1 0 0,2 1 1 0 0,70-5 894 0 0,1-2-1 0 0,104-22 1 0 0,160-30-366 0 0,212-40 141 0 0,1-3-224 0 0,-502 93-564 0 0,225-32-331 0 0,-290 38-511 0 0,4 0 644 0 0,1 0 0 0 0,-1 1 0 0 0,-12 0 0 0 0,-17-1-914 0 0,13-2-3950 0 0,24 3 3149 0 0,-8-2-4199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0:45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46 4124 0 0,'-11'-10'15258'0'0,"11"10"-14906"0"0,-1-1-1 0 0,1 1 0 0 0,-1 0 1 0 0,1-1-1 0 0,-1 1 0 0 0,1-1 1 0 0,-1 1-1 0 0,1-1 0 0 0,0 1 1 0 0,-1-1-1 0 0,1 1 0 0 0,0-1 1 0 0,-1 1-1 0 0,1-1 0 0 0,0 0 1 0 0,0 1-1 0 0,-1-1 0 0 0,1 1 1 0 0,0-1-1 0 0,0 0 1 0 0,0 1-1 0 0,0-1 0 0 0,0-1 1 0 0,5-1-216 0 0,0 0 1 0 0,0 1 0 0 0,0-1 0 0 0,1 1 0 0 0,-1 0 0 0 0,1 1 0 0 0,-1-1-1 0 0,1 1 1 0 0,0 0 0 0 0,-1 0 0 0 0,9 1 0 0 0,71 1 344 0 0,-70 0-365 0 0,20 2 77 0 0,0 1 1 0 0,55 14-1 0 0,-69-12-126 0 0,0 1-1 0 0,0 0 1 0 0,0 2-1 0 0,-1 0 0 0 0,23 15 1 0 0,-39-21-56 0 0,0-1 0 0 0,0 1 0 0 0,-1 0-1 0 0,1 1 1 0 0,-1-1 0 0 0,1 1 0 0 0,-1-1 0 0 0,0 1 0 0 0,-1 0 0 0 0,1 0 0 0 0,-1 0 0 0 0,1 0 0 0 0,-1 1-1 0 0,0-1 1 0 0,-1 1 0 0 0,1-1 0 0 0,-1 1 0 0 0,1 5 0 0 0,-1-2-13 0 0,-1-1 0 0 0,0 1-1 0 0,0 0 1 0 0,-1-1 0 0 0,0 1 0 0 0,-1-1 0 0 0,1 1 0 0 0,-1-1 0 0 0,-1 0-1 0 0,-5 12 1 0 0,-3 5-48 0 0,-1-2-1 0 0,-2 0 0 0 0,0 0 1 0 0,-1-1-1 0 0,-19 19 0 0 0,-98 91-2192 0 0,62-64-2779 0 0,21-19-1403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3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26 8185 0 0,'-3'-2'1370'0'0,"0"-1"0"0"0,0 0 0 0 0,-1 1-1 0 0,1 0 1 0 0,-1 0 0 0 0,0 0 0 0 0,-4-2 0 0 0,4 3-532 0 0,1 0-1 0 0,-1 0 0 0 0,1 0 1 0 0,-1 0-1 0 0,0 1 1 0 0,0 0-1 0 0,-4 0 0 0 0,2 0-427 0 0,0 1 0 0 0,0 0 0 0 0,1 1 0 0 0,-1-1 0 0 0,0 1-1 0 0,1 0 1 0 0,-1 1 0 0 0,1-1 0 0 0,0 1 0 0 0,-6 4 0 0 0,1 0-353 0 0,2-1 0 0 0,-1 2 0 0 0,1-1 0 0 0,0 1 0 0 0,0 1 0 0 0,1-1 0 0 0,0 1 0 0 0,1 0 0 0 0,0 1 0 0 0,1 0 0 0 0,-6 12 0 0 0,8-13-3 0 0,0-1 0 0 0,1 1 0 0 0,0 0 0 0 0,0 0 0 0 0,1 0 0 0 0,0 0 1 0 0,1 13-1 0 0,0-18-59 0 0,0 0 1 0 0,1-1-1 0 0,-1 1 1 0 0,1 0-1 0 0,0-1 1 0 0,0 1 0 0 0,1 0-1 0 0,-1-1 1 0 0,1 1-1 0 0,-1-1 1 0 0,1 0-1 0 0,0 0 1 0 0,0 1-1 0 0,1-1 1 0 0,-1-1-1 0 0,1 1 1 0 0,-1 0-1 0 0,1 0 1 0 0,0-1-1 0 0,5 3 1 0 0,-6-3-9 0 0,0-1-1 0 0,0 0 1 0 0,1 0 0 0 0,-1 0 0 0 0,0-1-1 0 0,1 1 1 0 0,-1 0 0 0 0,1-1 0 0 0,-1 0-1 0 0,1 0 1 0 0,-1 1 0 0 0,1-1 0 0 0,-1-1-1 0 0,1 1 1 0 0,3-1 0 0 0,-1 0-6 0 0,0-1 0 0 0,0 1 0 0 0,0-1 0 0 0,0 0 0 0 0,0-1 0 0 0,0 1 1 0 0,4-4-1 0 0,-2 1-2 0 0,-1 0 1 0 0,1 0 0 0 0,-1-1 0 0 0,0 0 0 0 0,-1 0 0 0 0,1 0 0 0 0,-1-1-1 0 0,-1 1 1 0 0,7-12 0 0 0,-4 2 44 0 0,0 1 1 0 0,-1-2-1 0 0,-1 1 0 0 0,0 0 0 0 0,-1-1 0 0 0,1-17 1 0 0,-2 18 304 0 0,1 20 35 0 0,1 20-177 0 0,68 405 467 0 0,-48-326-780 0 0,-25-101 54 0 0,0-8-734 0 0,-3-59-960 0 0,0 34-4136 0 0,2 10-530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3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51 10013 0 0,'-14'-6'9230'0'0,"3"10"-3538"0"0,10-2-5360 0 0,-1-1 0 0 0,1 1 0 0 0,0 0 0 0 0,0 0 0 0 0,-1 1 1 0 0,1-1-1 0 0,0 0 0 0 0,1 0 0 0 0,-1 0 0 0 0,0 1 0 0 0,0 1 1 0 0,-1 7-152 0 0,1-1 0 0 0,0 1 0 0 0,0-1 0 0 0,1 15 0 0 0,1-16-61 0 0,0 1 0 0 0,1-1-1 0 0,0 0 1 0 0,1 0 0 0 0,0 0 0 0 0,0 0-1 0 0,1 0 1 0 0,0-1 0 0 0,8 13 0 0 0,-10-18-117 0 0,0-1 0 0 0,0 1 0 0 0,0-1 0 0 0,0 0 0 0 0,0 1 0 0 0,1-1 0 0 0,-1 0 0 0 0,1-1 0 0 0,-1 1 0 0 0,1 0 1 0 0,0-1-1 0 0,0 1 0 0 0,-1-1 0 0 0,1 0 0 0 0,0 0 0 0 0,0 0 0 0 0,0 0 0 0 0,1-1 0 0 0,-1 1 0 0 0,0-1 0 0 0,0 0 0 0 0,0 0 0 0 0,0 0 1 0 0,0 0-1 0 0,1 0 0 0 0,-1-1 0 0 0,0 1 0 0 0,0-1 0 0 0,0 0 0 0 0,0 0 0 0 0,5-2 0 0 0,-3 1-9 0 0,0 0 1 0 0,-1-1-1 0 0,1 1 0 0 0,-1-1 0 0 0,0 0 0 0 0,0 0 0 0 0,0 0 1 0 0,0-1-1 0 0,0 1 0 0 0,-1-1 0 0 0,1 0 0 0 0,-1 0 0 0 0,0 0 1 0 0,0 0-1 0 0,-1-1 0 0 0,1 1 0 0 0,-1-1 0 0 0,2-5 0 0 0,-3 6 9 0 0,0-1 0 0 0,0 0-1 0 0,0 1 1 0 0,-1-1-1 0 0,1 0 1 0 0,-1 0-1 0 0,-1 0 1 0 0,1 1 0 0 0,-1-1-1 0 0,0 0 1 0 0,0 0-1 0 0,0 1 1 0 0,0-1-1 0 0,-1 1 1 0 0,0-1 0 0 0,0 1-1 0 0,0 0 1 0 0,-1 0-1 0 0,-4-7 1 0 0,-1 0 15 0 0,0 0 1 0 0,-1 0 0 0 0,-1 1-1 0 0,-14-12 1 0 0,19 17-66 0 0,0 1 1 0 0,-1 1-1 0 0,0-1 1 0 0,0 1-1 0 0,0 0 1 0 0,0 0 0 0 0,-1 1-1 0 0,1-1 1 0 0,-1 2-1 0 0,-11-3 1 0 0,17 4-60 0 0,-1 0-1 0 0,1-1 1 0 0,-1 1 0 0 0,1 0 0 0 0,-1 1 0 0 0,1-1-1 0 0,-1 0 1 0 0,1 0 0 0 0,-1 1 0 0 0,1-1 0 0 0,-1 1-1 0 0,1-1 1 0 0,0 1 0 0 0,-3 1 0 0 0,-5 7-5970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3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40 7761 0 0,'-22'-19'10799'0'0,"-3"5"-4864"0"0,22 13-5584 0 0,0 0 1 0 0,0 0 0 0 0,-1 0-1 0 0,1 0 1 0 0,0 0-1 0 0,0 1 1 0 0,-1 0 0 0 0,1 0-1 0 0,-1 0 1 0 0,1 0-1 0 0,0 0 1 0 0,-1 0 0 0 0,1 1-1 0 0,-6 1 1 0 0,7-1-301 0 0,1 0 0 0 0,0 0 0 0 0,-1-1 0 0 0,1 1 0 0 0,0 0 1 0 0,0 0-1 0 0,0 0 0 0 0,-1 0 0 0 0,1 1 0 0 0,0-1 0 0 0,0 0 0 0 0,1 0 1 0 0,-1 1-1 0 0,0-1 0 0 0,0 0 0 0 0,1 1 0 0 0,-1-1 0 0 0,1 1 0 0 0,-1-1 0 0 0,1 0 1 0 0,-1 1-1 0 0,1-1 0 0 0,0 1 0 0 0,0 0 0 0 0,0-1 0 0 0,0 3 0 0 0,0-2-38 0 0,0 1 0 0 0,0 0 0 0 0,0-1 0 0 0,0 1 0 0 0,1-1 0 0 0,0 1 0 0 0,-1 0 0 0 0,1-1 0 0 0,0 1 0 0 0,0-1 0 0 0,0 0 0 0 0,0 1 0 0 0,3 3 0 0 0,-1-3-39 0 0,0-1 1 0 0,0 0-1 0 0,1 1 1 0 0,-1-1-1 0 0,1-1 1 0 0,-1 1 0 0 0,1 0-1 0 0,0-1 1 0 0,-1 0-1 0 0,1 0 1 0 0,0 0-1 0 0,0 0 1 0 0,0 0-1 0 0,0-1 1 0 0,0 0-1 0 0,0 0 1 0 0,0 0-1 0 0,0 0 1 0 0,0 0-1 0 0,0-1 1 0 0,-1 0-1 0 0,1 0 1 0 0,0 0-1 0 0,0 0 1 0 0,0-1-1 0 0,-1 1 1 0 0,1-1-1 0 0,-1 0 1 0 0,1 0 0 0 0,-1 0-1 0 0,0-1 1 0 0,4-3-1 0 0,-5 5 197 0 0,-3-1-157 0 0,1 1 1 0 0,0-1-1 0 0,-1 1 1 0 0,1 0-1 0 0,-1-1 1 0 0,0 1-1 0 0,1 0 1 0 0,-1 0 0 0 0,0 0-1 0 0,0-1 1 0 0,1 1-1 0 0,-1 0 1 0 0,0 0-1 0 0,0 0 1 0 0,0 0-1 0 0,0 0 1 0 0,-1 0-1 0 0,1 1 1 0 0,0-1-1 0 0,0 0 1 0 0,0 1-1 0 0,-1-1 1 0 0,1 0-1 0 0,0 1 1 0 0,-1 0-1 0 0,1-1 1 0 0,-1 1-1 0 0,1 0 1 0 0,-2-1-1 0 0,-47-4 104 0 0,45 4-174 0 0,-12 2-154 0 0,7 3-1497 0 0,3 2-4087 0 0,5 1-611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4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1 195 8265 0 0,'0'0'12028'0'0,"5"-4"-11122"0"0,137-113 795 0 0,-71 57-3850 0 0,-69 59 1935 0 0,10-12-5375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4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9085 0 0,'16'51'13119'0'0,"-1"27"-8139"0"0,6 20-3659 0 0,13 5-394 0 0,-16-61-3125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8593 0 0,'0'0'15736'0'0,"1"5"-14912"0"0,51 209 3222 0 0,-42-169-3639 0 0,-6-25-127 0 0,13 36 1 0 0,-17-56-287 0 0,0 0 1 0 0,0 1 0 0 0,0-1-1 0 0,1 0 1 0 0,-1 1-1 0 0,0-1 1 0 0,0 0-1 0 0,0 1 1 0 0,1-1 0 0 0,-1 0-1 0 0,0 0 1 0 0,0 1-1 0 0,1-1 1 0 0,-1 0 0 0 0,0 0-1 0 0,1 0 1 0 0,-1 1-1 0 0,0-1 1 0 0,1 0 0 0 0,-1 0-1 0 0,0 0 1 0 0,1 0-1 0 0,-1 0 1 0 0,0 0-1 0 0,1 0 1 0 0,-1 0 0 0 0,0 0-1 0 0,1 0 1 0 0,-1 0-1 0 0,0 0 1 0 0,1 0 0 0 0,-1 0-1 0 0,1 0 1 0 0,-1 0-1 0 0,0 0 1 0 0,1 0 0 0 0,-1 0-1 0 0,0 0 1 0 0,1 0-1 0 0,-1-1 1 0 0,1 1-1 0 0,11-12-218 0 0,1-10-66 0 0,6-10-87 0 0,26-58 0 0 0,-43 84 534 0 0,0 0-1 0 0,0 0 1 0 0,-1 0 0 0 0,0-1 0 0 0,0 1 0 0 0,0-12 0 0 0,-1 16 747 0 0,-3 6-820 0 0,0 1-53 0 0,1 0 0 0 0,-1 1 1 0 0,1-1-1 0 0,0 0 0 0 0,1 1 1 0 0,-1 0-1 0 0,1-1 0 0 0,0 1 0 0 0,1 0 1 0 0,-1-1-1 0 0,1 9 0 0 0,0-12-71 0 0,0 5-172 0 0,0 1 1 0 0,0-1-1 0 0,-1 0 1 0 0,-2 10-1 0 0,2-15-186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5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0 269 7133 0 0,'13'-22'16931'0'0,"-10"20"-15749"0"0,-2 1-862 0 0,0-1 1 0 0,0 1-1 0 0,1 0 0 0 0,-1 1 1 0 0,0-1-1 0 0,0 0 1 0 0,1 0-1 0 0,-1 0 0 0 0,0 1 1 0 0,1-1-1 0 0,2 0 0 0 0,-3 1-293 0 0,1 0-1 0 0,-1 0 1 0 0,0 1 0 0 0,0-1-1 0 0,1 0 1 0 0,-1 1 0 0 0,0-1-1 0 0,0 1 1 0 0,0-1-1 0 0,0 1 1 0 0,1 0 0 0 0,-1-1-1 0 0,0 1 1 0 0,0 0 0 0 0,0 0-1 0 0,0 0 1 0 0,-1 0-1 0 0,1 0 1 0 0,1 2 0 0 0,10 10 101 0 0,0-1 0 0 0,1 0 0 0 0,0-1 0 0 0,1 0 0 0 0,0-1 1 0 0,1 0-1 0 0,0-2 0 0 0,0 1 0 0 0,26 8 0 0 0,-40-16-116 0 0,0-1-1 0 0,-1 0 1 0 0,1 0-1 0 0,0 0 1 0 0,0 0-1 0 0,-1 0 1 0 0,1 0-1 0 0,0 0 1 0 0,0 0 0 0 0,0 0-1 0 0,-1 0 1 0 0,1 0-1 0 0,0 0 1 0 0,0-1-1 0 0,0 1 1 0 0,-1 0-1 0 0,1-1 1 0 0,0 1-1 0 0,-1 0 1 0 0,1-1-1 0 0,0 1 1 0 0,-1-1-1 0 0,1 1 1 0 0,0-1 0 0 0,-1 1-1 0 0,1-1 1 0 0,-1 0-1 0 0,1 1 1 0 0,-1-1-1 0 0,1 0 1 0 0,-1 1-1 0 0,0-1 1 0 0,1 0-1 0 0,-1 1 1 0 0,0-1-1 0 0,1 0 1 0 0,-1 0-1 0 0,0 0 1 0 0,7-31 166 0 0,-6-34-20 0 0,-13-115 0 0 0,10 169-264 0 0,0 0-1 0 0,-8-22 0 0 0,8 28-58 0 0,2 6 145 0 0,0-1 0 0 0,0 1 0 0 0,0 0 0 0 0,-1 0 0 0 0,1 0 0 0 0,0-1 1 0 0,0 1-1 0 0,-1 0 0 0 0,1 0 0 0 0,0 0 0 0 0,0 0 0 0 0,-1-1 0 0 0,1 1 0 0 0,0 0 0 0 0,-1 0 0 0 0,1 0 1 0 0,0 0-1 0 0,0 0 0 0 0,-1 0 0 0 0,1 0 0 0 0,0 0 0 0 0,-1 0 0 0 0,1 0 0 0 0,0 0 0 0 0,-1 0 0 0 0,1 0 1 0 0,0 0-1 0 0,0 0 0 0 0,-1 0 0 0 0,1 0 0 0 0,0 0 0 0 0,-1 1 0 0 0,1-1 0 0 0,0 0 0 0 0,0 0 0 0 0,-1 0 1 0 0,1 0-1 0 0,0 1 0 0 0,0-1 0 0 0,-1 0 0 0 0,1 0 0 0 0,0 0 0 0 0,0 1 0 0 0,0-1 0 0 0,0 0 0 0 0,-1 0 1 0 0,1 1-1 0 0,0-1 0 0 0,-9 10-566 0 0,6-7-456 0 0,0 1 0 0 0,1-1 0 0 0,0 0 1 0 0,0 1-1 0 0,-4 6 0 0 0,-3 9-5375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7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1 186 3908 0 0,'0'0'16919'0'0,"3"-4"-15444"0"0,13-13-683 0 0,2 0 0 0 0,0 1 0 0 0,0 1 0 0 0,22-13 0 0 0,89-49-1500 0 0,-116 71 463 0 0,-8 3-1435 0 0,1 0-4029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7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7221 0 0,'0'0'19245'0'0,"3"3"-18572"0"0,2 3-438 0 0,0 0 0 0 0,-1 0 0 0 0,0 0 0 0 0,0 0 0 0 0,-1 1 0 0 0,0-1 0 0 0,0 1 1 0 0,0 0-1 0 0,-1 0 0 0 0,2 9 0 0 0,14 84 783 0 0,-15-74-795 0 0,3 13 15 0 0,-3-12-156 0 0,1-1 0 0 0,1 0 1 0 0,15 43-1 0 0,-20-68-796 0 0,4 8 1951 0 0,-2-6-3150 0 0,10-26-11873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7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7761 0 0,'-4'2'15980'0'0,"3"21"-12685"0"0,1 16-4905 0 0,1-19 3518 0 0,4 29-1004 0 0,2 1 1 0 0,15 49-1 0 0,0 2-78 0 0,-21-90-768 0 0,9 27-124 0 0,-10-36-48 0 0,15-21-15028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82 299 7109 0 0,'1'-17'20745'0'0,"-8"27"-20377"0"0,0 1 0 0 0,0 0 0 0 0,1 1 0 0 0,0-1 1 0 0,-6 22-1 0 0,-16 67 812 0 0,19-63-886 0 0,8-36-277 0 0,4-7-32 0 0,5-10 7 0 0,64-157 132 0 0,-71 168-114 0 0,1 1-1 0 0,0-1 1 0 0,0 0 0 0 0,0 0-1 0 0,0 1 1 0 0,1-1 0 0 0,0 1-1 0 0,0 0 1 0 0,0 0 0 0 0,1 0-1 0 0,-1 0 1 0 0,1 1 0 0 0,8-7-1 0 0,-11 10 0 0 0,1 0-7 0 0,0 0 0 0 0,0 1 0 0 0,0-1 0 0 0,0 1 0 0 0,0 0 0 0 0,0 0 0 0 0,-1-1 0 0 0,1 1 0 0 0,0 1 0 0 0,0-1 0 0 0,-1 0 1 0 0,1 0-1 0 0,-1 0 0 0 0,3 3 0 0 0,22 26 34 0 0,-17-18-15 0 0,63 60 167 0 0,-56-57-144 0 0,-15-14-29 0 0,13 12 41 0 0,-14-13-49 0 0,0 1-1 0 0,0-1 0 0 0,1 0 1 0 0,-1 0-1 0 0,0 1 1 0 0,0-1-1 0 0,0 0 1 0 0,0 0-1 0 0,0 0 1 0 0,1 1-1 0 0,-1-1 0 0 0,0 0 1 0 0,0 0-1 0 0,0 0 1 0 0,1 0-1 0 0,-1 1 1 0 0,0-1-1 0 0,0 0 0 0 0,0 0 1 0 0,1 0-1 0 0,-1 0 1 0 0,0 0-1 0 0,0 0 1 0 0,1 0-1 0 0,-1 1 1 0 0,0-1-1 0 0,0 0 0 0 0,1 0 1 0 0,-1 0-1 0 0,0 0 1 0 0,0 0-1 0 0,1 0 1 0 0,-1 0-1 0 0,0 0 0 0 0,0-1 1 0 0,1 1-1 0 0,-1 0 1 0 0,0 0-1 0 0,0 0 1 0 0,1 0-1 0 0,-1 0 1 0 0,0 0-1 0 0,0 0 0 0 0,1-1 1 0 0,-1 1-1 0 0,0-117 123 0 0,5-60-151 0 0,-2 157-23 0 0,-1 7-88 0 0,-1 1-1 0 0,0-1 1 0 0,0 0-1 0 0,-2-13 1 0 0,-4 15-1449 0 0,-2 6-3795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9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0 104 11397 0 0,'0'0'14624'0'0,"5"0"-13960"0"0,19-5-386 0 0,-1-2-1 0 0,1 0 1 0 0,-1-1-1 0 0,39-21 0 0 0,10-3-1872 0 0,-39 20-4823 0 0,-23 8 440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39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6621 0 0,'-6'7'10112'0'0,"5"-6"-9193"0"0,1 0 0 0 0,0-1 1 0 0,0 1-1 0 0,-1 1 0 0 0,2 14 4972 0 0,14 19-6422 0 0,-5-15 2385 0 0,10 36-980 0 0,-3 1 0 0 0,18 104 1 0 0,-28-129-2084 0 0,-7-30 413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0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6 440 0 0,'0'0'27085'0'0,"1"5"-26442"0"0,21 70 939 0 0,17 46-472 0 0,-33-104-1018 0 0,1-1-1 0 0,1 0 0 0 0,0-1 0 0 0,1 0 0 0 0,13 16 1 0 0,-14-20-63 0 0,-6-9-35 0 0,0 1 0 0 0,0 0 1 0 0,0-1-1 0 0,0 1 0 0 0,1-1 0 0 0,-1 0 1 0 0,1 0-1 0 0,-1 0 0 0 0,1 0 0 0 0,3 2 1 0 0,-4-4-43 0 0,0-1-9 0 0,3-2 8 0 0,-1-1-1 0 0,0 0 1 0 0,0 1-1 0 0,0-1 1 0 0,0-1 0 0 0,-1 1-1 0 0,6-9 1 0 0,20-42-288 0 0,-15 29 219 0 0,-13 24 112 0 0,11-20 143 0 0,-1 0 1 0 0,-1-1-1 0 0,9-29 1 0 0,-19 51 493 0 0,1 6-587 0 0,4 16 15 0 0,-2-4-25 0 0,0 0 1 0 0,2 0-1 0 0,0-1 1 0 0,14 31-1 0 0,-17-44-31 0 0,0 1-1 0 0,0-1 1 0 0,0 0-1 0 0,1 1 1 0 0,-1-1-1 0 0,1 0 1 0 0,0 0-1 0 0,-1-1 1 0 0,1 1-1 0 0,1-1 1 0 0,-1 1-1 0 0,0-1 1 0 0,1 0-1 0 0,-1 0 0 0 0,1 0 1 0 0,-1-1-1 0 0,1 1 1 0 0,0-1-1 0 0,0 0 1 0 0,-1 0-1 0 0,1 0 1 0 0,0-1-1 0 0,0 1 1 0 0,0-1-1 0 0,0 0 1 0 0,0 0-1 0 0,6-1 1 0 0,-7 0-2 0 0,-1 1 1 0 0,0 0-1 0 0,0-1 0 0 0,1 0 1 0 0,-1 1-1 0 0,0-1 1 0 0,0 0-1 0 0,0 0 0 0 0,0 0 1 0 0,0-1-1 0 0,0 1 0 0 0,0 0 1 0 0,0-1-1 0 0,-1 1 1 0 0,1-1-1 0 0,-1 0 0 0 0,2-1 1 0 0,0-1 0 0 0,-1 0 1 0 0,0 1 0 0 0,0-1 0 0 0,-1 0-1 0 0,1 0 1 0 0,-1 0 0 0 0,0 0-1 0 0,2-7 1 0 0,-2-3 11 0 0,0 1-1 0 0,-1 0 1 0 0,0-1-1 0 0,-4-22 1 0 0,-2-7 50 0 0,-12-46 0 0 0,18 88-98 0 0,-1 0 1 0 0,1 1-1 0 0,0-1 1 0 0,0 0-1 0 0,0 0 1 0 0,-1 1 0 0 0,1-1-1 0 0,0 0 1 0 0,-1 0-1 0 0,1 1 1 0 0,-1-1-1 0 0,1 1 1 0 0,-1-1-1 0 0,1 0 1 0 0,-1 1 0 0 0,1-1-1 0 0,-1 1 1 0 0,1-1-1 0 0,-1 1 1 0 0,0-1-1 0 0,1 1 1 0 0,-1-1-1 0 0,0 1 1 0 0,1 0 0 0 0,-1 0-1 0 0,0-1 1 0 0,0 1-1 0 0,1 0 1 0 0,-1 0-1 0 0,0 0 1 0 0,-1-1-1 0 0,0 2-324 0 0,1-1 0 0 0,0 0-1 0 0,0 1 1 0 0,-1-1-1 0 0,1 1 1 0 0,0-1-1 0 0,0 1 1 0 0,0-1-1 0 0,0 1 1 0 0,-1 0-1 0 0,1 0 1 0 0,0-1-1 0 0,0 1 1 0 0,1 0 0 0 0,-1 0-1 0 0,-1 2 1 0 0,-3 7-6136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1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 9653 0 0,'0'0'12605'0'0,"14"-26"-11693"0"0,-4 17-292 0 0,2-3-200 0 0,6-1-212 0 0,-1-1-256 0 0,2-1-240 0 0,3-2-400 0 0,-3 3-920 0 0,1-2-2892 0 0,-5 3-1105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1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10481 0 0,'-1'2'5303'0'0,"0"11"-1255"0"0,2 0-2348 0 0,0 1-1 0 0,4 17 0 0 0,18 60 699 0 0,-9-40-1446 0 0,29 104 113 0 0,-37-119-1424 0 0,-5-23-1858 0 0,2-1-3818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2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92 7905 0 0,'-1'-14'16784'0'0,"1"17"-16635"0"0,0-1 0 0 0,1 1 0 0 0,-1-1 0 0 0,0 1 1 0 0,1-1-1 0 0,0 1 0 0 0,-1-1 0 0 0,3 5 0 0 0,4 14 474 0 0,3 47 872 0 0,-5-31-684 0 0,13 46-1 0 0,-12-60-562 0 0,-4-10-88 0 0,2-1 0 0 0,0 1 0 0 0,9 19 0 0 0,-12-29-147 0 0,1-1 0 0 0,-1 1 0 0 0,1-1 0 0 0,-1 0 0 0 0,1 1 0 0 0,0-1 0 0 0,0 0 0 0 0,0 0 0 0 0,0 0 0 0 0,0 0 0 0 0,0-1 0 0 0,0 1 0 0 0,1-1 0 0 0,-1 1 0 0 0,1-1 0 0 0,-1 0 0 0 0,1 0 0 0 0,-1 0 0 0 0,1 0 0 0 0,0 0 0 0 0,-1 0 0 0 0,5 0 0 0 0,-3-1-23 0 0,0 0 1 0 0,0 0-1 0 0,0-1 0 0 0,0 1 1 0 0,0-1-1 0 0,0 0 0 0 0,0 0 1 0 0,0 0-1 0 0,0 0 0 0 0,-1-1 1 0 0,1 1-1 0 0,0-1 0 0 0,-1 0 1 0 0,0 0-1 0 0,1 0 0 0 0,-1-1 1 0 0,0 1-1 0 0,0-1 0 0 0,0 0 1 0 0,-1 0-1 0 0,1 0 0 0 0,-1 0 1 0 0,4-6-1 0 0,-1 1-23 0 0,0-1-1 0 0,-1 0 1 0 0,-1 0 0 0 0,1 0 0 0 0,-1 0-1 0 0,-1-1 1 0 0,0 1 0 0 0,1-14-1 0 0,2-49 431 0 0,-5 70-353 0 0,-2-14 92 0 0,2 16-134 0 0,0 0 1 0 0,1 0-1 0 0,-1 0 1 0 0,0-1 0 0 0,0 1-1 0 0,0 0 1 0 0,1 0 0 0 0,-1 0-1 0 0,0-1 1 0 0,0 1 0 0 0,1 0-1 0 0,-1 0 1 0 0,0 0 0 0 0,0 0-1 0 0,1 0 1 0 0,-1 0 0 0 0,0 0-1 0 0,0-1 1 0 0,1 1 0 0 0,-1 0-1 0 0,0 0 1 0 0,1 0 0 0 0,-1 0-1 0 0,0 0 1 0 0,0 0 0 0 0,1 0-1 0 0,-1 0 1 0 0,0 1-1 0 0,0-1 1 0 0,1 0 0 0 0,-1 0-1 0 0,1 0 1 0 0,13 8 29 0 0,17 18-5 0 0,-22-18 12 0 0,-7-7-34 0 0,7 8 25 0 0,2-1 0 0 0,-1 0 0 0 0,1-1 0 0 0,20 11 0 0 0,-29-17-33 0 0,1 0 1 0 0,0 0-1 0 0,-1 0 1 0 0,1 0 0 0 0,-1 0-1 0 0,1 0 1 0 0,0-1-1 0 0,0 0 1 0 0,-1 1 0 0 0,1-1-1 0 0,0 0 1 0 0,0 0-1 0 0,-1-1 1 0 0,1 1 0 0 0,0-1-1 0 0,-1 1 1 0 0,1-1-1 0 0,0 0 1 0 0,-1 0 0 0 0,1 0-1 0 0,-1 0 1 0 0,1 0-1 0 0,-1 0 1 0 0,1-1 0 0 0,-1 0-1 0 0,0 1 1 0 0,0-1-1 0 0,0 0 1 0 0,3-3 0 0 0,-2 1 2 0 0,-1 1 0 0 0,1-1 1 0 0,-1 0-1 0 0,0 0 1 0 0,0-1-1 0 0,-1 1 1 0 0,1 0-1 0 0,-1 0 1 0 0,0-1-1 0 0,0 1 1 0 0,0-1-1 0 0,-1 1 1 0 0,0-1-1 0 0,1 1 1 0 0,-2-1-1 0 0,1 1 0 0 0,0-1 1 0 0,-1 1-1 0 0,0-1 1 0 0,-1-4-1 0 0,-4-12 63 0 0,-1 1-1 0 0,-1 0 0 0 0,-10-19 0 0 0,9 22-9 0 0,6 8-53 0 0,-1 0 0 0 0,-1 1 1 0 0,1 0-1 0 0,-2 0 0 0 0,1 0 1 0 0,-7-7-1 0 0,2 1-475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4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1424 0 0,'-1'1'9673'0'0,"-5"5"-4351"0"0,4-5-4784 0 0,1 0-1 0 0,0 1 1 0 0,0-1 0 0 0,0 0-1 0 0,0 1 1 0 0,0-1 0 0 0,0 1-1 0 0,0-1 1 0 0,0 1 0 0 0,1-1-1 0 0,-1 1 1 0 0,0 2 0 0 0,-1 9 1021 0 0,2-10-1 0 0,1 7-1098 0 0,-1-5 2795 0 0,-9 17-3090 0 0,2 1 0 0 0,1 0 1 0 0,1 0-1 0 0,0 0 1 0 0,2 1-1 0 0,1-1 0 0 0,1 1 1 0 0,1 0-1 0 0,5 44 0 0 0,-3-54-146 0 0,1 9 23 0 0,1 0 0 0 0,12 37 0 0 0,-15-55-41 0 0,1-1 0 0 0,0 1 0 0 0,0 0 0 0 0,0-1 0 0 0,0 0 0 0 0,1 1 0 0 0,0-1 0 0 0,0 0 0 0 0,0 0 0 0 0,0 0 0 0 0,0-1 0 0 0,1 1 0 0 0,0-1 0 0 0,0 0 0 0 0,0 0 0 0 0,0 0 0 0 0,0 0 0 0 0,8 3 0 0 0,-8-5-6 0 0,0 0-1 0 0,1-1 1 0 0,-1 1 0 0 0,0-1-1 0 0,0 0 1 0 0,0 0-1 0 0,0 0 1 0 0,0-1-1 0 0,0 1 1 0 0,0-1-1 0 0,0 0 1 0 0,0 0 0 0 0,0-1-1 0 0,0 1 1 0 0,0-1-1 0 0,0 0 1 0 0,-1 0-1 0 0,7-4 1 0 0,-2 1-6 0 0,-1-1 0 0 0,0 1 0 0 0,-1-2 0 0 0,1 1 0 0 0,-1-1 0 0 0,0 1 0 0 0,7-12 0 0 0,-8 9 9 0 0,-1 0 0 0 0,0-1 0 0 0,0 1 0 0 0,-1-1 0 0 0,0 1 0 0 0,0-1 0 0 0,-1 0 0 0 0,0 0 0 0 0,-1 0 0 0 0,-1 0 0 0 0,1 0 0 0 0,-1-1 0 0 0,-1 1 0 0 0,-3-20 0 0 0,0 11-1 0 0,-1 0 0 0 0,-1 0-1 0 0,0 1 1 0 0,-2 0 0 0 0,0 0 0 0 0,-18-30 0 0 0,24 46-70 0 0,1-1 0 0 0,-1 1-1 0 0,0 0 1 0 0,0-1 0 0 0,0 1 0 0 0,0 0 0 0 0,0 0-1 0 0,0 0 1 0 0,0 0 0 0 0,-1 1 0 0 0,1-1 0 0 0,-1 1 0 0 0,1-1-1 0 0,-1 1 1 0 0,1 0 0 0 0,-1 0 0 0 0,0 0 0 0 0,0 0-1 0 0,1 0 1 0 0,-1 1 0 0 0,0-1 0 0 0,0 1 0 0 0,0 0 0 0 0,0 0-1 0 0,0 0 1 0 0,0 0 0 0 0,0 1 0 0 0,0-1 0 0 0,1 1-1 0 0,-1-1 1 0 0,0 1 0 0 0,0 0 0 0 0,-2 1 0 0 0,-2 2-372 0 0,0-1 0 0 0,0 1 0 0 0,0 0 0 0 0,1 1-1 0 0,0 0 1 0 0,0 0 0 0 0,0 0 0 0 0,0 1 0 0 0,1-1 0 0 0,0 1 0 0 0,-6 9 0 0 0,8-9-6003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5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11 3412 0 0,'0'0'17699'0'0,"-3"-1"-15835"0"0,-8-6-350 0 0,8 5 786 0 0,0 4-1415 0 0,0 1-695 0 0,0 0 1 0 0,0 1-1 0 0,1-1 1 0 0,-1 0-1 0 0,1 1 1 0 0,0 0-1 0 0,0-1 0 0 0,0 1 1 0 0,0 0-1 0 0,1 0 1 0 0,0 0-1 0 0,-1 0 1 0 0,2 1-1 0 0,-1-1 1 0 0,0 0-1 0 0,1 0 0 0 0,0 5 1 0 0,-1-6-167 0 0,1 0 0 0 0,1 0 0 0 0,-1 0 0 0 0,0 0 0 0 0,1 0-1 0 0,-1-1 1 0 0,1 1 0 0 0,0 0 0 0 0,0 0 0 0 0,0-1 0 0 0,0 1 0 0 0,0 0 0 0 0,1-1 0 0 0,-1 1 0 0 0,1-1 0 0 0,0 0 0 0 0,0 1 0 0 0,0-1 0 0 0,0 0 0 0 0,0 0 0 0 0,0 0 0 0 0,0-1 0 0 0,1 1-1 0 0,-1 0 1 0 0,1-1 0 0 0,-1 1 0 0 0,4 0 0 0 0,-5-1-28 0 0,1-1 1 0 0,0 0-1 0 0,0 1 0 0 0,0-1 0 0 0,-1 0 0 0 0,1 0 0 0 0,0 0 0 0 0,0 0 0 0 0,0 0 0 0 0,0 0 1 0 0,-1 0-1 0 0,1-1 0 0 0,0 1 0 0 0,0-1 0 0 0,0 1 0 0 0,-1-1 0 0 0,1 0 0 0 0,0 0 1 0 0,-1 0-1 0 0,1 0 0 0 0,-1 0 0 0 0,1 0 0 0 0,-1 0 0 0 0,0 0 0 0 0,1-1 0 0 0,-1 1 1 0 0,0 0-1 0 0,0-1 0 0 0,2-2 0 0 0,0 0 1 0 0,0-1 1 0 0,0 0-1 0 0,0-1 0 0 0,-1 1 0 0 0,0 0 1 0 0,0-1-1 0 0,2-9 0 0 0,-3 13 15 0 0,-1 0-1 0 0,1 0 1 0 0,-1 0-1 0 0,0 0 0 0 0,0 0 1 0 0,0 0-1 0 0,0-1 1 0 0,0 1-1 0 0,0 0 1 0 0,-1 0-1 0 0,1 0 1 0 0,-1 0-1 0 0,1 0 0 0 0,-1 0 1 0 0,0 0-1 0 0,0 0 1 0 0,0 0-1 0 0,0 0 1 0 0,0 0-1 0 0,0 1 1 0 0,0-1-1 0 0,-1 0 0 0 0,1 1 1 0 0,-1-1-1 0 0,1 1 1 0 0,-1-1-1 0 0,0 1 1 0 0,1 0-1 0 0,-1 0 1 0 0,0 0-1 0 0,0 0 0 0 0,0 0 1 0 0,0 0-1 0 0,0 0 1 0 0,0 0-1 0 0,0 1 1 0 0,0-1-1 0 0,0 1 1 0 0,0 0-1 0 0,-4-1 0 0 0,-1 1-24 0 0,0-1 0 0 0,0 1 0 0 0,0 1 0 0 0,0-1 0 0 0,0 1 0 0 0,0 0-1 0 0,0 1 1 0 0,1 0 0 0 0,-1 0 0 0 0,0 0 0 0 0,-9 6 0 0 0,10 1-464 0 0,25 8-12234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7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79 3084 0 0,'-4'-1'9442'0'0,"-13"-6"3190"0"0,17 6-12487 0 0,-1 0 0 0 0,0 0 1 0 0,1 0-1 0 0,-1 1 1 0 0,1-1-1 0 0,-1 0 1 0 0,1 0-1 0 0,-1 0 0 0 0,1 0 1 0 0,0 0-1 0 0,0 0 1 0 0,-1 0-1 0 0,1 0 0 0 0,0 0 1 0 0,0 0-1 0 0,0 0 1 0 0,0 0-1 0 0,0 0 0 0 0,0 0 1 0 0,0-1-1 0 0,1 1 1 0 0,-1 0-1 0 0,0 0 1 0 0,1 0-1 0 0,-1 1 0 0 0,0-1 1 0 0,2-1-1 0 0,-1-1-81 0 0,1 1 1 0 0,0 0-1 0 0,0 0 0 0 0,0 0 0 0 0,0 0 0 0 0,0 0 1 0 0,1 1-1 0 0,-1-1 0 0 0,0 1 0 0 0,4-2 1 0 0,2-1-171 0 0,1 0 0 0 0,-1 1-1 0 0,1 0 1 0 0,0 1 0 0 0,14-3 0 0 0,-22 5 98 0 0,1 0-1 0 0,-1 0 0 0 0,1 0 0 0 0,-1 0 0 0 0,1 1 0 0 0,-1-1 1 0 0,1 0-1 0 0,-1 1 0 0 0,1-1 0 0 0,-1 1 0 0 0,0-1 0 0 0,1 1 1 0 0,-1 0-1 0 0,0-1 0 0 0,1 1 0 0 0,-1 0 0 0 0,0 0 1 0 0,0 0-1 0 0,0 0 0 0 0,0 0 0 0 0,0 0 0 0 0,0 0 0 0 0,0 1 1 0 0,0-1-1 0 0,0 0 0 0 0,0 0 0 0 0,-1 1 0 0 0,1-1 1 0 0,-1 0-1 0 0,1 1 0 0 0,-1-1 0 0 0,1 3 0 0 0,1 4-2 0 0,0 0-1 0 0,-1 0 0 0 0,0 1 1 0 0,-1 10-1 0 0,1-13 15 0 0,-3 28 67 0 0,-1 0 0 0 0,-1 0 0 0 0,-2-1 0 0 0,-1 0 0 0 0,-15 41 0 0 0,1 1 142 0 0,15-51-152 0 0,2-11-10 0 0,0 1 1 0 0,-2 22-1 0 0,6-33-28 0 0,5-6-17 0 0,9-8 90 0 0,0-1 0 0 0,21-22 1 0 0,-34 34-85 0 0,0-1 0 0 0,0 0 0 0 0,0 0 0 0 0,0 1 0 0 0,0-1 0 0 0,0 1 1 0 0,0-1-1 0 0,0 1 0 0 0,0-1 0 0 0,0 1 0 0 0,0 0 0 0 0,0-1 0 0 0,0 1 0 0 0,1 0 0 0 0,-1 0 1 0 0,0 0-1 0 0,0 0 0 0 0,0 0 0 0 0,0 0 0 0 0,1 0 0 0 0,-1 0 0 0 0,0 0 0 0 0,0 1 0 0 0,2 0 1 0 0,28 13 48 0 0,-19-7-136 0 0,-7-5-23 0 0,1 1 0 0 0,-1-1 0 0 0,1 0 0 0 0,-1-1-1 0 0,1 0 1 0 0,0 1 0 0 0,0-2 0 0 0,8 1-1 0 0,-10-1-689 0 0,-1 0-1 0 0,1-1 0 0 0,-1 1 1 0 0,1-1-1 0 0,-1 0 0 0 0,1 0 0 0 0,-1 0 1 0 0,0 0-1 0 0,5-3 0 0 0,1-1-5414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7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8 147 6121 0 0,'0'0'5467'0'0,"-7"-11"1859"0"0,7 11-7166 0 0,0-1-1 0 0,0 1 0 0 0,-1 0 0 0 0,1-1 0 0 0,0 1 0 0 0,0-1 0 0 0,0 1 0 0 0,0-1 1 0 0,0 1-1 0 0,0-1 0 0 0,0 1 0 0 0,0 0 0 0 0,0-1 0 0 0,0 1 0 0 0,1-1 0 0 0,-1 1 1 0 0,0-1-1 0 0,0 1 0 0 0,0 0 0 0 0,0-1 0 0 0,1 1 0 0 0,-1-1 0 0 0,0 1 0 0 0,0 0 1 0 0,1-1-1 0 0,-1 1 0 0 0,0 0 0 0 0,1-1 0 0 0,-1 1 0 0 0,1-1 0 0 0,19-9 1710 0 0,34-4-1758 0 0,-41 12 379 0 0,8-3-225 0 0,0-1-1 0 0,0-1 1 0 0,-1-1-1 0 0,0 0 1 0 0,0-2-1 0 0,19-12 1 0 0,-38 21-179 0 0,0 0 1 0 0,0 1 0 0 0,0-1 0 0 0,0 0-1 0 0,0 0 1 0 0,0 1 0 0 0,0-1 0 0 0,0 0-1 0 0,0 0 1 0 0,0 0 0 0 0,0 0 0 0 0,-1-1-1 0 0,1 1 1 0 0,1-2 0 0 0,-2 2-24 0 0,-1 0 0 0 0,1 1 0 0 0,0-1 0 0 0,0 1 1 0 0,0-1-1 0 0,0 0 0 0 0,-1 1 0 0 0,1-1 0 0 0,0 1 0 0 0,0-1 0 0 0,-1 0 0 0 0,1 1 1 0 0,-1-1-1 0 0,1 1 0 0 0,0-1 0 0 0,-1 1 0 0 0,1 0 0 0 0,-1-1 0 0 0,1 1 0 0 0,-1-1 0 0 0,1 1 1 0 0,-1 0-1 0 0,0-1 0 0 0,-2-1 294 0 0,1 5-257 0 0,-2 3-53 0 0,0 1 0 0 0,1-1 0 0 0,0 1 1 0 0,0 0-1 0 0,1 0 0 0 0,-1 0 1 0 0,2 0-1 0 0,-3 13 0 0 0,-3 67 134 0 0,6-56-139 0 0,-9 153-46 0 0,9-165-133 0 0,2-12-108 0 0,-2 0-1 0 0,1 0 0 0 0,-1 0 0 0 0,0 0 0 0 0,-1 0 1 0 0,-3 10-1 0 0,4-15-534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7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46 208 18682 0 0,'-7'-9'882'0'0,"1"1"0"0"0,0-2 0 0 0,0 1 0 0 0,1 0 0 0 0,0-1 0 0 0,-5-16 0 0 0,9 24-531 0 0,7-13 197 0 0,-5 13-529 0 0,1 0 0 0 0,-1-1 0 0 0,1 1 0 0 0,0 0-1 0 0,0 1 1 0 0,0-1 0 0 0,0 0 0 0 0,0 0 0 0 0,0 1 0 0 0,0-1 0 0 0,1 1-1 0 0,-1 0 1 0 0,0 0 0 0 0,1 0 0 0 0,-1 0 0 0 0,5-1 0 0 0,10-6-229 0 0,3-4-431 0 0,29-18-763 0 0,-18 9-4801 0 0,-17 11 678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8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58 104 5356 0 0,'1'-10'6532'0'0,"0"7"-5853"0"0,-1 1 1 0 0,0-1-1 0 0,1 0 1 0 0,-1 1-1 0 0,0-1 1 0 0,0 1-1 0 0,0-1 1 0 0,-1 0-1 0 0,1 1 1 0 0,-1-1 0 0 0,1 1-1 0 0,-1-1 1 0 0,0 1-1 0 0,0-1 1 0 0,0 1-1 0 0,0-1 1 0 0,0 1-1 0 0,-1 0 1 0 0,-2-4-1 0 0,3 5-438 0 0,-1 1 0 0 0,1-1-1 0 0,-1 1 1 0 0,1-1 0 0 0,-1 1-1 0 0,1-1 1 0 0,-1 1 0 0 0,1 0 0 0 0,-1 0-1 0 0,1 0 1 0 0,-3 0 0 0 0,2 0 257 0 0,-6 14 301 0 0,-1-2-442 0 0,7-6-259 0 0,1 0 1 0 0,-1 0 0 0 0,1 0-1 0 0,1 0 1 0 0,-1 0 0 0 0,1 0-1 0 0,0 0 1 0 0,0 0 0 0 0,1 1-1 0 0,1 8 1 0 0,0-5-43 0 0,0-1 0 0 0,1 0 1 0 0,0 1-1 0 0,1-1 0 0 0,0 0 0 0 0,5 9 1 0 0,-5-13-56 0 0,0-1 1 0 0,0 1 0 0 0,0-1 0 0 0,1 0 0 0 0,0 0-1 0 0,-1 0 1 0 0,2 0 0 0 0,-1-1 0 0 0,0 0-1 0 0,1 0 1 0 0,-1 0 0 0 0,1-1 0 0 0,0 0 0 0 0,0 0-1 0 0,0 0 1 0 0,0-1 0 0 0,0 0 0 0 0,0 0 0 0 0,0-1-1 0 0,9 1 1 0 0,-10-1-5 0 0,0 0-1 0 0,0 0 1 0 0,1 0-1 0 0,-1-1 0 0 0,0 0 1 0 0,0 0-1 0 0,1 0 1 0 0,-1 0-1 0 0,0-1 1 0 0,0 0-1 0 0,0 0 0 0 0,-1 0 1 0 0,1-1-1 0 0,-1 0 1 0 0,1 0-1 0 0,-1 0 1 0 0,0 0-1 0 0,0-1 1 0 0,0 1-1 0 0,0-1 0 0 0,-1 0 1 0 0,1 0-1 0 0,-1-1 1 0 0,3-4-1 0 0,-5 5 14 0 0,1-1 0 0 0,-1 1-1 0 0,0-1 1 0 0,0 1 0 0 0,0-1-1 0 0,0 1 1 0 0,-1-1 0 0 0,0 0-1 0 0,0 0 1 0 0,0 1 0 0 0,-1-1 0 0 0,1 0-1 0 0,-1 1 1 0 0,0-1 0 0 0,-1 1-1 0 0,1-1 1 0 0,-1 1 0 0 0,0 0-1 0 0,-4-8 1 0 0,1 3 16 0 0,-1 0-1 0 0,0 0 1 0 0,0 1 0 0 0,-1 0-1 0 0,0 0 1 0 0,-1 1-1 0 0,-14-12 1 0 0,17 15-40 0 0,0 1 0 0 0,-1-1-1 0 0,1 1 1 0 0,-1 0 0 0 0,0 0 0 0 0,0 0 0 0 0,0 1 0 0 0,0 0-1 0 0,0 0 1 0 0,0 1 0 0 0,-1 0 0 0 0,1 0 0 0 0,-1 0 0 0 0,1 1 0 0 0,0 0-1 0 0,-8 0 1 0 0,13 1-23 0 0,-1-1 0 0 0,1 0 0 0 0,-1 1 0 0 0,1-1 0 0 0,0 1 0 0 0,-1-1 0 0 0,1 1 0 0 0,0 0 0 0 0,0-1 0 0 0,-1 1 0 0 0,1 0 0 0 0,0 0 0 0 0,0 0 1 0 0,0 0-1 0 0,0 0 0 0 0,0 0 0 0 0,0 0 0 0 0,0 0 0 0 0,0 1 0 0 0,1-1 0 0 0,-1 0 0 0 0,0 2 0 0 0,0 0-568 0 0,0-1 1 0 0,0 1-1 0 0,0 0 1 0 0,1 0-1 0 0,-1 0 1 0 0,1 0-1 0 0,0-1 1 0 0,-1 1-1 0 0,1 0 1 0 0,1 4-1 0 0,2 11-5851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49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8 6249 0 0,'-13'-7'9727'0'0,"0"9"-3387"0"0,11-1-5843 0 0,0 0 0 0 0,0 1 1 0 0,-1-1-1 0 0,1 1 1 0 0,0 0-1 0 0,0-1 1 0 0,1 1-1 0 0,-1 0 0 0 0,0 0 1 0 0,-1 3-1 0 0,-1 1-256 0 0,0 1 1 0 0,0 0-1 0 0,1 0 0 0 0,0 0 0 0 0,0 0 0 0 0,-3 14 0 0 0,4-14-135 0 0,1 1 1 0 0,0 0-1 0 0,1 0 0 0 0,-1 0 0 0 0,1 0 0 0 0,1 0 0 0 0,1 10 0 0 0,-1-16-106 0 0,-1-1 0 0 0,1 1 0 0 0,-1 0 0 0 0,1-1 0 0 0,0 1 0 0 0,0 0 0 0 0,0-1 0 0 0,0 1 0 0 0,0-1 0 0 0,0 1 0 0 0,0-1-1 0 0,0 0 1 0 0,1 1 0 0 0,-1-1 0 0 0,1 0 0 0 0,-1 0 0 0 0,1 0 0 0 0,-1 0 0 0 0,1 0 0 0 0,-1 0 0 0 0,1-1 0 0 0,0 1 0 0 0,-1 0 0 0 0,1-1-1 0 0,0 1 1 0 0,0-1 0 0 0,0 0 0 0 0,-1 1 0 0 0,1-1 0 0 0,0 0 0 0 0,0 0 0 0 0,0 0 0 0 0,-1-1 0 0 0,1 1 0 0 0,0 0 0 0 0,0-1 0 0 0,2 0-1 0 0,2-1-11 0 0,-1 1-1 0 0,1-1 0 0 0,-1 0 1 0 0,0-1-1 0 0,0 1 0 0 0,0-1 0 0 0,0 0 1 0 0,0 0-1 0 0,-1-1 0 0 0,1 1 0 0 0,-1-1 1 0 0,5-5-1 0 0,-7 6 30 0 0,1 0 0 0 0,-1 1 0 0 0,0-1 0 0 0,1 0 0 0 0,-1 0 1 0 0,-1-1-1 0 0,1 1 0 0 0,0 0 0 0 0,-1-1 0 0 0,0 1 0 0 0,1-1 0 0 0,-1 1 0 0 0,-1-1 0 0 0,1 0 0 0 0,-1 1 1 0 0,1-1-1 0 0,-1 0 0 0 0,0-6 0 0 0,-2 5 3 0 0,1 1 0 0 0,-1 0 1 0 0,1 0-1 0 0,-1 0 0 0 0,0 0 1 0 0,0 0-1 0 0,-1 1 0 0 0,1-1 0 0 0,-1 1 1 0 0,0 0-1 0 0,0-1 0 0 0,0 1 1 0 0,0 0-1 0 0,-1 1 0 0 0,1-1 1 0 0,-1 0-1 0 0,0 1 0 0 0,1 0 0 0 0,-1 0 1 0 0,0 0-1 0 0,0 1 0 0 0,-1-1 1 0 0,1 1-1 0 0,0 0 0 0 0,0 0 1 0 0,-1 0-1 0 0,1 1 0 0 0,-8-1 1 0 0,10 1-107 0 0,0 0 0 0 0,0 1 0 0 0,1-1 0 0 0,-1 0 1 0 0,0 1-1 0 0,0-1 0 0 0,0 1 0 0 0,1 0 1 0 0,-1-1-1 0 0,0 1 0 0 0,-2 2 0 0 0,-4 4-6345 0 0,4 0 12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52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0 180 4124 0 0,'1'-2'8907'0'0,"3"-6"-7119"0"0,-4 4 1917 0 0,7-29 8306 0 0,-5 39-11752 0 0,43 201 976 0 0,-13-46-1066 0 0,-29-140-249 0 0,-2-17-52 0 0,-1 0 0 0 0,0-1 0 0 0,1 1 0 0 0,0 0-1 0 0,0-1 1 0 0,0 1 0 0 0,3 4 0 0 0,-4-7-228 0 0,4-5-514 0 0,7-11 373 0 0,-1 0 1 0 0,0-1-1 0 0,-1 0 0 0 0,13-33 1 0 0,-8 11 5 0 0,13-53 1 0 0,-18 47 1079 0 0,-2 0-1 0 0,3-61 1 0 0,-9 99-366 0 0,-1 1-1 0 0,0 0 1 0 0,-1-1 0 0 0,1 1 0 0 0,-1 0 0 0 0,0-1 0 0 0,-1 1 0 0 0,1 0 0 0 0,-5-9 0 0 0,6 14-189 0 0,-1-1 0 0 0,0 1 1 0 0,0 0-1 0 0,0 0 0 0 0,0 0 0 0 0,0-1 0 0 0,0 1 0 0 0,0 0 0 0 0,0 0 0 0 0,0 0 1 0 0,0 1-1 0 0,1-1 0 0 0,-1 0 0 0 0,0 0 0 0 0,0 0 0 0 0,0 1 0 0 0,0-1 0 0 0,0 0 1 0 0,0 1-1 0 0,1-1 0 0 0,-1 1 0 0 0,0-1 0 0 0,0 1 0 0 0,0-1 0 0 0,1 1 1 0 0,-1 0-1 0 0,0-1 0 0 0,1 1 0 0 0,-1 0 0 0 0,0 1 0 0 0,-1 3-18 0 0,1 0 1 0 0,-1 1-1 0 0,1-1 0 0 0,0 1 1 0 0,1-1-1 0 0,-1 1 0 0 0,1 0 0 0 0,0-1 1 0 0,1 1-1 0 0,-1-1 0 0 0,1 1 0 0 0,0 0 1 0 0,1-1-1 0 0,-1 0 0 0 0,1 1 0 0 0,0-1 1 0 0,0 0-1 0 0,1 0 0 0 0,3 5 1 0 0,2 6 19 0 0,2-2 1 0 0,0 1 0 0 0,0-1 0 0 0,1-1 0 0 0,15 14 0 0 0,-7-11-20 0 0,22 16 0 0 0,-25-21 2 0 0,-2 0-1 0 0,1 1 1 0 0,22 24 0 0 0,-37-35-8 0 0,1-1 1 0 0,0 1 0 0 0,-1 0 0 0 0,1 0 0 0 0,0-1 0 0 0,-1 1-1 0 0,1 0 1 0 0,-1 0 0 0 0,1 0 0 0 0,-1 0 0 0 0,0 0-1 0 0,1-1 1 0 0,-1 1 0 0 0,0 0 0 0 0,0 0 0 0 0,1 0 0 0 0,-1 0-1 0 0,0 0 1 0 0,0 0 0 0 0,0 0 0 0 0,0 0 0 0 0,0 0-1 0 0,0 0 1 0 0,-1 1 0 0 0,0-1-3 0 0,1 0-1 0 0,-1 0 1 0 0,0 0-1 0 0,1-1 1 0 0,-1 1 0 0 0,0 0-1 0 0,0-1 1 0 0,0 1-1 0 0,0 0 1 0 0,0-1-1 0 0,0 1 1 0 0,0-1-1 0 0,0 0 1 0 0,0 1 0 0 0,0-1-1 0 0,0 0 1 0 0,0 1-1 0 0,-1-1 1 0 0,-2 1-4 0 0,0-1 1 0 0,0 0-1 0 0,0 0 1 0 0,0 0-1 0 0,-1 0 1 0 0,1 0-1 0 0,0-1 1 0 0,0 0-1 0 0,0 0 1 0 0,-7-3-1 0 0,8 2-24 0 0,-1 0-1 0 0,1 0 0 0 0,-1 0 1 0 0,1-1-1 0 0,0 0 1 0 0,0 1-1 0 0,0-1 1 0 0,0 0-1 0 0,1-1 0 0 0,-1 1 1 0 0,1 0-1 0 0,0-1 1 0 0,0 1-1 0 0,0-1 0 0 0,0 0 1 0 0,1 0-1 0 0,-1 0 1 0 0,1 0-1 0 0,0 0 0 0 0,0 0 1 0 0,1 0-1 0 0,-1 0 1 0 0,1 0-1 0 0,0 0 0 0 0,0 0 1 0 0,0 0-1 0 0,0 0 1 0 0,2-5-1 0 0,2-10-159 0 0,1-1 0 0 0,1 1-1 0 0,1 0 1 0 0,15-29 0 0 0,-4 9-22 0 0,-13 24 139 0 0,0 1 0 0 0,0-1 0 0 0,-2 0 0 0 0,0 0 0 0 0,0 0 0 0 0,0-27 0 0 0,-3 41 69 0 0,0 0 0 0 0,0 0 0 0 0,0-1 0 0 0,0 1-1 0 0,0 0 1 0 0,0 0 0 0 0,0 0 0 0 0,0 0 0 0 0,-1-1 0 0 0,1 1-1 0 0,-1 0 1 0 0,1 0 0 0 0,0 0 0 0 0,-1 0 0 0 0,0 0-1 0 0,1 0 1 0 0,-1 0 0 0 0,0 0 0 0 0,1 0 0 0 0,-1 0-1 0 0,0 0 1 0 0,0 1 0 0 0,0-1 0 0 0,0 0 0 0 0,0 0 0 0 0,0 1-1 0 0,0-1 1 0 0,0 1 0 0 0,0-1 0 0 0,0 1 0 0 0,0-1-1 0 0,0 1 1 0 0,0 0 0 0 0,-1-1 0 0 0,1 1 0 0 0,0 0-1 0 0,-2 0 1 0 0,-20 3-1851 0 0,6 7-5187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52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7865 0 0,'0'0'16893'0'0,"-2"6"-15723"0"0,-3 22-227 0 0,-14 83 2051 0 0,17-96-2808 0 0,1 0-1 0 0,1 1 0 0 0,1-1 0 0 0,0 0 0 0 0,0 0 0 0 0,6 20 0 0 0,-6-32-181 0 0,0 0 0 0 0,0 0 0 0 0,0 0 0 0 0,0 0-1 0 0,0 0 1 0 0,1 0 0 0 0,-1 0 0 0 0,1 0 0 0 0,0-1 0 0 0,0 1-1 0 0,0-1 1 0 0,0 1 0 0 0,0-1 0 0 0,1 0 0 0 0,-1 1 0 0 0,1-1-1 0 0,0-1 1 0 0,-1 1 0 0 0,1 0 0 0 0,0-1 0 0 0,0 1-1 0 0,0-1 1 0 0,0 0 0 0 0,0 0 0 0 0,0 0 0 0 0,1 0 0 0 0,-1-1-1 0 0,0 1 1 0 0,0-1 0 0 0,1 0 0 0 0,-1 0 0 0 0,0 0 0 0 0,0 0-1 0 0,1-1 1 0 0,-1 1 0 0 0,3-2 0 0 0,0 1-15 0 0,0 0 0 0 0,-1-1 0 0 0,1 1 0 0 0,-1-1 0 0 0,0-1 1 0 0,0 1-1 0 0,1-1 0 0 0,-2 0 0 0 0,1 0 0 0 0,0 0 0 0 0,-1-1 0 0 0,1 1 0 0 0,-1-1 0 0 0,0 0 0 0 0,0-1 1 0 0,0 1-1 0 0,-1-1 0 0 0,4-5 0 0 0,-6 7 10 0 0,1-1 0 0 0,0 0 0 0 0,-1 0 0 0 0,0 0-1 0 0,0 0 1 0 0,0 0 0 0 0,0 0 0 0 0,-1-1 0 0 0,1 1 0 0 0,-1 0 0 0 0,0 0 0 0 0,0 0 0 0 0,-1-1 0 0 0,1 1 0 0 0,-1 0-1 0 0,0 0 1 0 0,0 0 0 0 0,-1 0 0 0 0,1 0 0 0 0,-1 0 0 0 0,0 0 0 0 0,0 1 0 0 0,0-1 0 0 0,0 0 0 0 0,-4-3 0 0 0,-5-5-156 0 0,0 0 0 0 0,-2 1 1 0 0,1 0-1 0 0,-1 1 0 0 0,-1 1 1 0 0,1 0-1 0 0,-2 0 0 0 0,-17-7 1 0 0,25 13-181 0 0,-7-7-5986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5:53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54 5641 0 0,'-2'-2'7186'0'0,"1"0"-6543"0"0,0 1 1 0 0,0-1 0 0 0,0 1-1 0 0,-1 0 1 0 0,1-1 0 0 0,-1 1-1 0 0,1 0 1 0 0,-1 0 0 0 0,1 0-1 0 0,-1 0 1 0 0,0 0 0 0 0,1 0 0 0 0,-1 1-1 0 0,0-1 1 0 0,0 1 0 0 0,0-1-1 0 0,1 1 1 0 0,-4-1 0 0 0,1 1-240 0 0,1 0 0 0 0,0 0 1 0 0,0 1-1 0 0,-1-1 1 0 0,1 1-1 0 0,0-1 0 0 0,0 1 1 0 0,0 0-1 0 0,0 0 0 0 0,-5 3 1 0 0,5-3-316 0 0,0 1 1 0 0,0 0 0 0 0,0 0 0 0 0,0 0-1 0 0,0 0 1 0 0,0 0 0 0 0,1 1 0 0 0,-1-1 0 0 0,1 1-1 0 0,0-1 1 0 0,0 1 0 0 0,0 0 0 0 0,0 0-1 0 0,0 0 1 0 0,0 0 0 0 0,1 0 0 0 0,0 1-1 0 0,-1-1 1 0 0,1 0 0 0 0,0 1 0 0 0,0 6 0 0 0,1-8-86 0 0,0-1 1 0 0,0 1 0 0 0,0-1 0 0 0,0 1-1 0 0,1 0 1 0 0,-1-1 0 0 0,0 1 0 0 0,1-1-1 0 0,0 1 1 0 0,-1-1 0 0 0,1 0 0 0 0,0 1-1 0 0,0-1 1 0 0,0 1 0 0 0,0-1 0 0 0,0 0-1 0 0,0 0 1 0 0,0 0 0 0 0,0 0 0 0 0,0 0 0 0 0,0 0-1 0 0,1 0 1 0 0,-1 0 0 0 0,0 0 0 0 0,1 0-1 0 0,-1-1 1 0 0,1 1 0 0 0,-1 0 0 0 0,1-1-1 0 0,-1 1 1 0 0,1-1 0 0 0,-1 0 0 0 0,1 0-1 0 0,0 1 1 0 0,-1-1 0 0 0,1 0 0 0 0,-1 0-1 0 0,1-1 1 0 0,2 1 0 0 0,1 0-29 0 0,1-1 1 0 0,0 0-1 0 0,-1 0 1 0 0,1 0-1 0 0,-1-1 1 0 0,1 1-1 0 0,-1-1 1 0 0,0-1-1 0 0,7-2 1 0 0,-3-1 5 0 0,0 0 0 0 0,-1-1 0 0 0,1 0 0 0 0,-1-1 0 0 0,-1 1 0 0 0,1-1 0 0 0,-1-1 0 0 0,6-9 0 0 0,-12 17 26 0 0,-1 0-1 0 0,1 0 1 0 0,0 0 0 0 0,-1 0-1 0 0,1 0 1 0 0,-1-1 0 0 0,1 1-1 0 0,-1 0 1 0 0,0 0 0 0 0,1 0-1 0 0,-1-1 1 0 0,0 1 0 0 0,0 0-1 0 0,0 0 1 0 0,0-1 0 0 0,0 1-1 0 0,0 0 1 0 0,0 0 0 0 0,-1-1-1 0 0,1 1 1 0 0,0 0 0 0 0,0 0-1 0 0,-1 0 1 0 0,1-1 0 0 0,-1 1-1 0 0,0 0 1 0 0,1 0 0 0 0,-1 0-1 0 0,0 0 1 0 0,1 0 0 0 0,-1 0-1 0 0,0 0 1 0 0,0 0 0 0 0,0 0 0 0 0,0 1-1 0 0,0-1 1 0 0,0 0 0 0 0,0 0-1 0 0,0 1 1 0 0,0-1 0 0 0,0 1-1 0 0,0-1 1 0 0,-1 1 0 0 0,1-1-1 0 0,0 1 1 0 0,0 0 0 0 0,0 0-1 0 0,-3-1 1 0 0,-2 0-21 0 0,0 0-1 0 0,0 0 1 0 0,0 1 0 0 0,0 0-1 0 0,0 0 1 0 0,0 0 0 0 0,0 1-1 0 0,-11 2 1 0 0,11-1-131 0 0,-1 0 1 0 0,0 1-1 0 0,0 0 0 0 0,1 0 1 0 0,0 1-1 0 0,-12 8 0 0 0,13-8-814 0 0,1 0 0 0 0,0 0-1 0 0,0 1 1 0 0,0-1 0 0 0,-5 8 0 0 0,-3 11-5530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25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8741 0 0,'-5'2'1585'0'0,"0"0"0"0"0,0 1 1 0 0,0-1-1 0 0,1 1 0 0 0,-7 5 1 0 0,6-3-374 0 0,0-1 0 0 0,0 1 1 0 0,1 0-1 0 0,-5 7 0 0 0,4-4-619 0 0,0 0-1 0 0,1 0 1 0 0,0 0-1 0 0,0 1 0 0 0,1-1 1 0 0,0 1-1 0 0,-3 13 1 0 0,5-14-555 0 0,-1 0 0 0 0,1 0 1 0 0,0 0-1 0 0,1 0 0 0 0,0 0 0 0 0,0 1 1 0 0,1-1-1 0 0,0 0 0 0 0,0 0 0 0 0,1 0 1 0 0,0 0-1 0 0,1-1 0 0 0,-1 1 0 0 0,2 0 1 0 0,-1-1-1 0 0,1 0 0 0 0,0 0 0 0 0,10 13 1 0 0,-9-16-52 0 0,0 1 0 0 0,0-1 0 0 0,1 0 0 0 0,0 0 0 0 0,-1-1-1 0 0,2 0 1 0 0,-1 0 0 0 0,0-1 0 0 0,0 1 0 0 0,1-1 0 0 0,0 0 0 0 0,-1-1 0 0 0,1 0 0 0 0,0 0 0 0 0,-1 0 0 0 0,1-1 0 0 0,0 0 0 0 0,0 0 0 0 0,0-1 0 0 0,-1 0 0 0 0,10-2 0 0 0,-9 1 20 0 0,1 1 0 0 0,0-2 0 0 0,-1 1 0 0 0,0-1 0 0 0,1 0-1 0 0,-1 0 1 0 0,-1-1 0 0 0,1 0 0 0 0,0 0 0 0 0,-1-1 0 0 0,0 0 0 0 0,0 0 0 0 0,0 0 0 0 0,-1-1 0 0 0,1 1 0 0 0,-1-1 0 0 0,-1-1-1 0 0,5-7 1 0 0,-6 9 35 0 0,-2-1 0 0 0,1 1 0 0 0,-1-1 0 0 0,1 1 0 0 0,-2-1 0 0 0,1 0 0 0 0,0 1 0 0 0,-1-1 0 0 0,0 0 0 0 0,-1 1 0 0 0,1-1 0 0 0,-1 0 0 0 0,0 1-1 0 0,-1-1 1 0 0,1 1 0 0 0,-1-1 0 0 0,0 1 0 0 0,0 0 0 0 0,-1 0 0 0 0,1-1 0 0 0,-1 2 0 0 0,-1-1 0 0 0,1 0 0 0 0,-4-4 0 0 0,2 3-23 0 0,-1 0 0 0 0,1 0 0 0 0,-1 0 0 0 0,0 0 0 0 0,0 1 0 0 0,-1 0 0 0 0,0 0 0 0 0,0 1 0 0 0,0 0 0 0 0,0 0 0 0 0,-1 1 0 0 0,1-1 0 0 0,-1 2 0 0 0,0-1 0 0 0,-15-2 0 0 0,17 5-10 0 0,0-1 1 0 0,0 1 0 0 0,0 1 0 0 0,0-1 0 0 0,0 1 0 0 0,-8 2 0 0 0,-7 8-1558 0 0,20-9 1070 0 0,0-1 1 0 0,0 0-1 0 0,0 0 1 0 0,0 0-1 0 0,0 0 1 0 0,1 1-1 0 0,-1-1 1 0 0,0 0-1 0 0,1 1 1 0 0,-1-1-1 0 0,1 1 0 0 0,-1-1 1 0 0,0 3-1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26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8441 0 0,'0'0'16208'0'0,"-1"4"-15339"0"0,-2 7-382 0 0,1 1-1 0 0,0-1 1 0 0,1 0 0 0 0,0 1 0 0 0,1 13 0 0 0,7 65 904 0 0,-2-30-807 0 0,-3-31-356 0 0,0 0 0 0 0,3 0 1 0 0,13 50-1 0 0,-12-66-1030 0 0,-4-16-2384 0 0,-1-18-1714 0 0,-1 3-1414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26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19 167 9669 0 0,'-2'-3'987'0'0,"0"1"0"0"0,0-1 0 0 0,0 0 0 0 0,0 0 0 0 0,1 0 0 0 0,0 0 0 0 0,-1 0 0 0 0,1 0 1 0 0,0 0-1 0 0,1 0 0 0 0,-1 0 0 0 0,0-1 0 0 0,1-3 0 0 0,-1 1-518 0 0,1 1 1 0 0,1 0-1 0 0,-1-1 0 0 0,1 1 1 0 0,0-1-1 0 0,0 1 0 0 0,4-10 1 0 0,-3 11-441 0 0,-1 0 0 0 0,1 0 0 0 0,0 0-1 0 0,0 0 1 0 0,0 0 0 0 0,0 1 0 0 0,1-1 0 0 0,-1 1 0 0 0,1 0 0 0 0,0 0 0 0 0,0 0 0 0 0,0 0 0 0 0,0 0 0 0 0,1 1 0 0 0,-1-1 0 0 0,1 1 0 0 0,0 0 0 0 0,-1 0 0 0 0,1 0 0 0 0,0 1 0 0 0,0-1 0 0 0,7 0 0 0 0,-8 2-5 0 0,-1 0 0 0 0,0 0 1 0 0,0 0-1 0 0,0 1 1 0 0,0-1-1 0 0,0 1 0 0 0,0-1 1 0 0,0 1-1 0 0,0 0 1 0 0,0 0-1 0 0,0 0 0 0 0,-1 0 1 0 0,1 0-1 0 0,0 0 1 0 0,-1 0-1 0 0,1 1 0 0 0,0-1 1 0 0,-1 0-1 0 0,0 1 1 0 0,1 0-1 0 0,-1-1 0 0 0,0 1 1 0 0,0 0-1 0 0,0 0 1 0 0,0-1-1 0 0,0 1 1 0 0,0 0-1 0 0,0 0 0 0 0,-1 0 1 0 0,2 4-1 0 0,0 3 71 0 0,0-1 0 0 0,0 1 0 0 0,-1 1-1 0 0,0-1 1 0 0,0 14 0 0 0,-4 8 143 0 0,-1-1 0 0 0,-11 46 0 0 0,3-23 25 0 0,10-44-197 0 0,-6 29 19 0 0,8-36-88 0 0,0-1 0 0 0,0 0 0 0 0,0 0 0 0 0,-1 0 0 0 0,1 0 0 0 0,0 0 0 0 0,0 0 0 0 0,1 0 0 0 0,-1 0 0 0 0,0 1 0 0 0,0-1 0 0 0,0 0 0 0 0,1 0 0 0 0,-1 0 1 0 0,1 0-1 0 0,-1 0 0 0 0,1 0 0 0 0,-1 0 0 0 0,1 0 0 0 0,-1 0 0 0 0,1 0 0 0 0,0-1 0 0 0,0 1 0 0 0,-1 0 0 0 0,1 0 0 0 0,2 1 0 0 0,2 0 37 0 0,0-1 0 0 0,1 0-1 0 0,0 1 1 0 0,-1-2 0 0 0,11 2 0 0 0,-13-3-8 0 0,-1 1 1 0 0,1 0-1 0 0,-1 1 0 0 0,1-1 1 0 0,-1 0-1 0 0,0 1 0 0 0,1 0 1 0 0,-1-1-1 0 0,1 1 1 0 0,-1 0-1 0 0,0 0 0 0 0,0 0 1 0 0,1 1-1 0 0,-1-1 0 0 0,4 3 1 0 0,90 91-1077 0 0,-93-90 23 0 0,-2-3-721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26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 9433 0 0,'-7'-7'18718'0'0,"71"321"-15788"0"0,-60-296-2959 0 0,13 62-872 0 0,-17-83 815 0 0,-1 1 1 0 0,0-1-1 0 0,0 1 1 0 0,1-1-1 0 0,-1 1 1 0 0,-1 0-1 0 0,1-1 0 0 0,-2-1 1 0 0,-2-6-1460 0 0,0-3-3776 0 0,2 2-989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27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57 243 8109 0 0,'-2'-1'4519'0'0,"-24"-34"6322"0"0,3-4-6073 0 0,22 38-4511 0 0,-2-19 1356 0 0,3 19-1573 0 0,0 0 0 0 0,-1 0 0 0 0,1-1-1 0 0,0 1 1 0 0,0 0 0 0 0,0 0 0 0 0,0 0 0 0 0,0 0-1 0 0,0 0 1 0 0,0 0 0 0 0,0 0 0 0 0,0-1 0 0 0,0 1-1 0 0,1 0 1 0 0,-1 0 0 0 0,0 0 0 0 0,1 0 0 0 0,-1 0 0 0 0,1 0-1 0 0,-1 0 1 0 0,1 0 0 0 0,-1 0 0 0 0,1 0 0 0 0,0 1-1 0 0,0-1 1 0 0,-1 0 0 0 0,1 0 0 0 0,0 1 0 0 0,2-2 0 0 0,27-32 80 0 0,-20 22-114 0 0,1 0 1 0 0,14-12 0 0 0,-20 20-12 0 0,-1 0 0 0 0,1 1 0 0 0,0-1 0 0 0,0 1 0 0 0,0 0 0 0 0,1 1 0 0 0,-1-1 0 0 0,1 1 0 0 0,0 0 0 0 0,9-2 1 0 0,-14 5 3 0 0,0-1 1 0 0,1 0 0 0 0,-1 0-1 0 0,1 0 1 0 0,-1 1 0 0 0,0-1-1 0 0,1 1 1 0 0,-1-1 0 0 0,0 1 0 0 0,1 0-1 0 0,-1-1 1 0 0,0 1 0 0 0,0 0-1 0 0,0 0 1 0 0,0 0 0 0 0,0 0 0 0 0,0 0-1 0 0,0 0 1 0 0,0 0 0 0 0,0 0-1 0 0,0 0 1 0 0,0 0 0 0 0,0 1-1 0 0,-1-1 1 0 0,1 0 0 0 0,-1 1 0 0 0,1-1-1 0 0,-1 0 1 0 0,1 1 0 0 0,-1 1-1 0 0,2 4 9 0 0,0 1-1 0 0,-1-1 0 0 0,0 1 1 0 0,0 8-1 0 0,-2 18 56 0 0,-2 0-1 0 0,-1 0 1 0 0,-14 51 0 0 0,-3 26 189 0 0,19-102-222 0 0,2-8-24 0 0,0-1 0 0 0,0 0 0 0 0,0 0 0 0 0,0 1 0 0 0,0-1 1 0 0,0 0-1 0 0,0 0 0 0 0,-1 1 0 0 0,1-1 0 0 0,0 0 0 0 0,0 1 0 0 0,0-1 1 0 0,0 0-1 0 0,0 0 0 0 0,0 1 0 0 0,0-1 0 0 0,1 0 0 0 0,-1 0 0 0 0,0 1 0 0 0,0-1 1 0 0,0 0-1 0 0,0 1 0 0 0,0-1 0 0 0,0 0 0 0 0,0 0 0 0 0,1 0 0 0 0,-1 1 1 0 0,0-1-1 0 0,0 0 0 0 0,0 0 0 0 0,1 1 0 0 0,-1-1 0 0 0,0 0 0 0 0,0 0 1 0 0,0 0-1 0 0,1 0 0 0 0,-1 1 0 0 0,0-1 0 0 0,0 0 0 0 0,1 0 0 0 0,-1 0 0 0 0,0 0 1 0 0,0 0-1 0 0,1 0 0 0 0,-1 0 0 0 0,0 0 0 0 0,1 0 0 0 0,1 1 43 0 0,12-6-10 0 0,-10 4-33 0 0,0 0-1 0 0,-1 1 1 0 0,1 0 0 0 0,0 0-1 0 0,-1 0 1 0 0,1 0-1 0 0,0 0 1 0 0,-1 1 0 0 0,1-1-1 0 0,-1 1 1 0 0,1 0-1 0 0,-1 0 1 0 0,1 1-1 0 0,-1-1 1 0 0,0 1 0 0 0,1 0-1 0 0,4 3 1 0 0,6 4-18 0 0,0 2 1 0 0,16 14-1 0 0,-24-20-4 0 0,21 18-132 0 0,1 0-868 0 0,-11-6-5216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28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9869 0 0,'0'0'15661'0'0,"3"0"-15078"0"0,6-1-208 0 0,-1 0-1 0 0,0 0 1 0 0,16-5 0 0 0,-12 3-445 0 0,0 0 1 0 0,0 1-1 0 0,0 0 1 0 0,16 1 0 0 0,-22-4-1942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4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7697 0 0,'-3'10'1992'0'0,"1"1"1"0"0,0-1-1 0 0,-1 11 1 0 0,2 34 2361 0 0,15 56-1164 0 0,-7-70-2091 0 0,1 9-102 0 0,2 0 1 0 0,31 90 0 0 0,-41-138-980 0 0,1-1 1 0 0,-1 1-1 0 0,0-1 1 0 0,1 0-1 0 0,-1 1 1 0 0,1-1-1 0 0,0 0 1 0 0,-1 0-1 0 0,1 1 1 0 0,0-1-1 0 0,0 0 1 0 0,0 0-1 0 0,0 0 1 0 0,0 0-1 0 0,0 0 1 0 0,0 0-1 0 0,0 0 1 0 0,1 0-1 0 0,-1 0 1 0 0,0-1-1 0 0,0 1 1 0 0,1-1-1 0 0,-1 1 1 0 0,0-1-1 0 0,1 1 1 0 0,-1-1-1 0 0,3 1 1 0 0,-3-2-14 0 0,0 1 0 0 0,0-1 0 0 0,0 1 0 0 0,0-1 0 0 0,0 0 0 0 0,-1 1 0 0 0,1-1 0 0 0,0 0 0 0 0,0 0 0 0 0,-1 0 1 0 0,1 0-1 0 0,0 0 0 0 0,-1 0 0 0 0,1 0 0 0 0,-1 0 0 0 0,0 0 0 0 0,1-2 0 0 0,6-17 55 0 0,1-22 173 0 0,4-78 0 0 0,-8 56 307 0 0,-1 54 46 0 0,1 14-321 0 0,6 29-247 0 0,0-3 41 0 0,3 1-26 0 0,-9-18-22 0 0,2-1 0 0 0,-1 1 1 0 0,2-1-1 0 0,-1 0 0 0 0,2 0 1 0 0,0 0-1 0 0,11 12 0 0 0,-18-23-9 0 0,-1-1-1 0 0,1 1 1 0 0,0 0-1 0 0,0-1 1 0 0,0 1-1 0 0,0 0 1 0 0,-1-1 0 0 0,1 0-1 0 0,0 1 1 0 0,0-1-1 0 0,0 1 1 0 0,0-1-1 0 0,0 0 1 0 0,0 0-1 0 0,0 1 1 0 0,0-1-1 0 0,0 0 1 0 0,0 0-1 0 0,0 0 1 0 0,0 0-1 0 0,0 0 1 0 0,0 0-1 0 0,0-1 1 0 0,0 1-1 0 0,0 0 1 0 0,0-1-1 0 0,0 1 1 0 0,0 0-1 0 0,0-1 1 0 0,0 1-1 0 0,0-1 1 0 0,0 1-1 0 0,0-1 1 0 0,-1 0-1 0 0,1 1 1 0 0,0-1-1 0 0,0 0 1 0 0,-1 1-1 0 0,1-1 1 0 0,0 0-1 0 0,-1 0 1 0 0,1 0-1 0 0,0-1 1 0 0,3-3 18 0 0,-1-1 0 0 0,0 1 0 0 0,-1-1 0 0 0,1 1 1 0 0,2-12-1 0 0,1-11 58 0 0,-2 0 0 0 0,-1 0 0 0 0,-1-1 0 0 0,-2 1 0 0 0,-4-38 0 0 0,0 31 31 0 0,-15-54 0 0 0,16 80-518 0 0,0 8-1482 0 0,-1 13-2802 0 0,3-5 3654 0 0,-3 7-5306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31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13 4328 0 0,'-1'-2'7745'0'0,"-2"-4"-3280"0"0,-8 1 5158 0 0,2 12-9216 0 0,0 0 1 0 0,0 1-1 0 0,1-1 0 0 0,-1 2 1 0 0,2-1-1 0 0,-1 1 0 0 0,1 0 1 0 0,1 1-1 0 0,0 0 0 0 0,-9 19 1 0 0,7-12-250 0 0,1 1 1 0 0,0-1-1 0 0,2 1 1 0 0,0 0-1 0 0,1 1 1 0 0,-2 23 0 0 0,5-36-136 0 0,1 1 1 0 0,0 0-1 0 0,0-1 1 0 0,1 1 0 0 0,0 0-1 0 0,0-1 1 0 0,0 1 0 0 0,1-1-1 0 0,0 1 1 0 0,0-1 0 0 0,6 10-1 0 0,-6-13-24 0 0,0 1 0 0 0,1 0-1 0 0,0-1 1 0 0,-1 0 0 0 0,1 0 0 0 0,1 0-1 0 0,-1 0 1 0 0,0 0 0 0 0,1-1-1 0 0,-1 1 1 0 0,1-1 0 0 0,0 0 0 0 0,0 0-1 0 0,0 0 1 0 0,0-1 0 0 0,0 1-1 0 0,0-1 1 0 0,8 2 0 0 0,-3-2-10 0 0,0 0-1 0 0,0 0 1 0 0,0-1-1 0 0,0 0 1 0 0,0-1-1 0 0,0 0 1 0 0,0 0 0 0 0,0-1-1 0 0,0 0 1 0 0,0 0-1 0 0,16-8 1 0 0,-21 9 15 0 0,0-2 0 0 0,-1 1-1 0 0,1 0 1 0 0,0-1 0 0 0,-1 0 0 0 0,1 1-1 0 0,-1-1 1 0 0,0-1 0 0 0,0 1 0 0 0,0 0-1 0 0,0-1 1 0 0,-1 0 0 0 0,1 1 0 0 0,-1-1-1 0 0,0 0 1 0 0,0 0 0 0 0,0 0 0 0 0,-1-1-1 0 0,0 1 1 0 0,1 0 0 0 0,-1-1 0 0 0,-1 1-1 0 0,1 0 1 0 0,-1-1 0 0 0,0-6 0 0 0,-1 0 13 0 0,0 1 0 0 0,-1-1 0 0 0,0 1 1 0 0,0 0-1 0 0,-2 0 0 0 0,1 0 0 0 0,-1 0 1 0 0,0 1-1 0 0,-7-10 0 0 0,-8-12 34 0 0,-27-35 0 0 0,39 57-37 0 0,-25-28 52 0 0,30 35-93 0 0,0 0 1 0 0,-1 0-1 0 0,1 0 0 0 0,0 0 1 0 0,-1 1-1 0 0,1-1 0 0 0,-1 1 1 0 0,1 0-1 0 0,-1 0 0 0 0,0-1 0 0 0,0 2 1 0 0,1-1-1 0 0,-1 0 0 0 0,-4 0 1 0 0,5 1-33 0 0,1 1 1 0 0,-1-1 0 0 0,1 1 0 0 0,0-1 0 0 0,-1 1 0 0 0,1 0 0 0 0,-1 0 0 0 0,1 0-1 0 0,0 0 1 0 0,0 0 0 0 0,-1 0 0 0 0,1 0 0 0 0,0 0 0 0 0,-2 2 0 0 0,-1 8-6453 0 0,4 0 34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31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4396 0 0,'4'-2'7230'0'0,"-1"1"-5316"0"0,13-6 9833 0 0,-11 32-9286 0 0,0 102 546 0 0,10 149-1592 0 0,-4-173-3021 0 0,-12-111 1324 0 0,-3-20-1385 0 0,3 9-3459 0 0,1 4-1281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3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11 111 9157 0 0,'0'0'8173'0'0,"-7"-6"-2799"0"0,6 3-5099 0 0,1 0 0 0 0,-1 0-1 0 0,0 1 1 0 0,1-1 0 0 0,0 0-1 0 0,-1 0 1 0 0,1 0 0 0 0,0 1 0 0 0,1-1-1 0 0,-1 0 1 0 0,0 0 0 0 0,1 0-1 0 0,0 1 1 0 0,-1-1 0 0 0,1 0 0 0 0,0 0-1 0 0,0 1 1 0 0,1-1 0 0 0,2-3-1 0 0,-2 2-216 0 0,0 0-1 0 0,1 0 1 0 0,0 0-1 0 0,0 1 1 0 0,0-1-1 0 0,0 1 1 0 0,0 0-1 0 0,1 0 1 0 0,-1 0-1 0 0,1 1 1 0 0,8-5-1 0 0,-11 6-48 0 0,0 1-1 0 0,0 0 1 0 0,0 0 0 0 0,0-1-1 0 0,1 1 1 0 0,-1 0-1 0 0,0 0 1 0 0,0 0 0 0 0,0 0-1 0 0,0 1 1 0 0,1-1 0 0 0,-1 0-1 0 0,0 0 1 0 0,0 1 0 0 0,0-1-1 0 0,0 0 1 0 0,0 1-1 0 0,0-1 1 0 0,0 1 0 0 0,0 0-1 0 0,0-1 1 0 0,0 1 0 0 0,0 0-1 0 0,0 0 1 0 0,0-1-1 0 0,0 1 1 0 0,0 0 0 0 0,-1 0-1 0 0,1 0 1 0 0,0 0 0 0 0,-1 0-1 0 0,2 2 1 0 0,1 4 2 0 0,1-1 0 0 0,-1 1-1 0 0,4 12 1 0 0,-6-17 2 0 0,2 11 44 0 0,0 0 0 0 0,-1 0 0 0 0,0 0 0 0 0,0 0 0 0 0,-2 0-1 0 0,-1 26 1 0 0,-1-17 96 0 0,-2 1 0 0 0,0-1-1 0 0,-8 25 1 0 0,11-44-137 0 0,0-1-1 0 0,1 0 1 0 0,-1 1-1 0 0,1-1 1 0 0,0 1-1 0 0,0-1 1 0 0,-1 0-1 0 0,2 1 1 0 0,-1-1-1 0 0,0 1 1 0 0,1 2-1 0 0,-1-4-12 0 0,1 0 0 0 0,-1 0-1 0 0,1 0 1 0 0,-1 0 0 0 0,1 0 0 0 0,-1 0-1 0 0,1 0 1 0 0,-1 0 0 0 0,1 0-1 0 0,0 0 1 0 0,0 0 0 0 0,-1-1 0 0 0,1 1-1 0 0,0 0 1 0 0,0 0 0 0 0,0-1-1 0 0,0 1 1 0 0,0-1 0 0 0,0 1 0 0 0,0-1-1 0 0,0 1 1 0 0,0-1 0 0 0,2 1-1 0 0,2 0 56 0 0,-1 0 0 0 0,1 1-1 0 0,-1-1 1 0 0,1 1-1 0 0,-1 0 1 0 0,0 1 0 0 0,0-1-1 0 0,0 1 1 0 0,0-1-1 0 0,0 1 1 0 0,-1 0 0 0 0,1 1-1 0 0,-1-1 1 0 0,4 4-1 0 0,1 5 46 0 0,-1-1-1 0 0,0 1 1 0 0,8 19-1 0 0,-3-7-40 0 0,-7-13-50 0 0,-3-7-58 0 0,0 1 0 0 0,0-1 1 0 0,0 0-1 0 0,1 0 1 0 0,0 0-1 0 0,0 0 1 0 0,4 4-1 0 0,-7-7-53 0 0,0-1 1 0 0,1 0-1 0 0,-1 0 0 0 0,0 0 0 0 0,0 0 0 0 0,0 0 0 0 0,0 0 0 0 0,0 0 1 0 0,0 0-1 0 0,1 1 0 0 0,-1-1 0 0 0,0 0 0 0 0,0 0 0 0 0,0 0 0 0 0,0 0 1 0 0,0 0-1 0 0,1 0 0 0 0,-1 0 0 0 0,0 0 0 0 0,0 0 0 0 0,0 0 0 0 0,0 0 1 0 0,0 0-1 0 0,1 0 0 0 0,-1 0 0 0 0,0 0 0 0 0,0 0 0 0 0,0 0 0 0 0,0 0 1 0 0,0 0-1 0 0,1 0 0 0 0,-1-1 0 0 0,0 1 0 0 0,0 0 0 0 0,0 0 1 0 0,0 0-1 0 0,0 0 0 0 0,0 0 0 0 0,1 0 0 0 0,-1 0 0 0 0,0 0 0 0 0,0-1 1 0 0,0 1-1 0 0,0 0 0 0 0,0 0 0 0 0,0 0 0 0 0,0 0 0 0 0,0 0 0 0 0,0 0 1 0 0,0-1-1 0 0,0 1 0 0 0,0 0 0 0 0,1 0 0 0 0,-1 0 0 0 0,0-1 0 0 0,1-11-1549 0 0,0 8 115 0 0,0-11-4804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32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20 8029 0 0,'-1'-1'1199'0'0,"-13"-17"17377"0"0,12 45-17967 0 0,2 0 0 0 0,1-1 0 0 0,1 1 0 0 0,10 49 0 0 0,-4-21-306 0 0,13 68 135 0 0,-17-95 241 0 0,-3-16-3415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32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29 187 8149 0 0,'-7'-19'7527'0'0,"-7"-23"1711"0"0,6-1-5729 0 0,8 39-3470 0 0,0 1 1 0 0,0-1-1 0 0,0 1 1 0 0,1-1-1 0 0,-1 1 1 0 0,1 0-1 0 0,-1-1 1 0 0,1 1-1 0 0,0 0 1 0 0,1-1-1 0 0,-1 1 1 0 0,0 0-1 0 0,1 0 1 0 0,0 0-1 0 0,0 0 1 0 0,0 0-1 0 0,0 1 1 0 0,0-1-1 0 0,0 1 1 0 0,1-1-1 0 0,-1 1 1 0 0,6-4-1 0 0,-7 5-43 0 0,0 0 0 0 0,0 0 0 0 0,1 1-1 0 0,-1-1 1 0 0,0 0 0 0 0,0 1 0 0 0,0-1-1 0 0,0 1 1 0 0,1-1 0 0 0,-1 1-1 0 0,0-1 1 0 0,1 1 0 0 0,-1 0 0 0 0,0 0-1 0 0,0 0 1 0 0,1 0 0 0 0,-1 0 0 0 0,0 0-1 0 0,1 0 1 0 0,-1 0 0 0 0,0 0 0 0 0,1 1-1 0 0,0-1 1 0 0,0 1-2 0 0,-1 0 0 0 0,1 1 0 0 0,-1-1 1 0 0,0 0-1 0 0,0 0 0 0 0,1 0 0 0 0,-1 1 0 0 0,0-1 0 0 0,0 1 1 0 0,0-1-1 0 0,0 1 0 0 0,-1-1 0 0 0,1 1 0 0 0,0 0 0 0 0,0 1 1 0 0,2 8-15 0 0,-1 0 1 0 0,0 0-1 0 0,0 1 0 0 0,-1 11 1 0 0,0-19 19 0 0,0 14 11 0 0,-1 1 0 0 0,0 0 0 0 0,-1-1 0 0 0,-7 37 0 0 0,7-53-3 0 0,1-1 0 0 0,0 1 0 0 0,0 0 0 0 0,0 0 0 0 0,0 0 0 0 0,0 0 0 0 0,1-1 0 0 0,-1 1 0 0 0,0 0 0 0 0,1 0 0 0 0,0 0 0 0 0,0 2 0 0 0,1 3 63 0 0,0-6-43 0 0,1 1 1 0 0,-1 0-1 0 0,0-1 0 0 0,0 1 1 0 0,0-1-1 0 0,1 0 1 0 0,-1 0-1 0 0,1 0 0 0 0,-1 0 1 0 0,5 1-1 0 0,-2 0 32 0 0,2 1 54 0 0,1 0-1 0 0,-1 1 1 0 0,0 0 0 0 0,0 0 0 0 0,-1 1-1 0 0,1 0 1 0 0,-1 0 0 0 0,0 1-1 0 0,-1 0 1 0 0,1 0 0 0 0,-1 0-1 0 0,0 0 1 0 0,-1 1 0 0 0,1 0 0 0 0,-1 0-1 0 0,5 13 1 0 0,-6-13-207 0 0,1 1 1 0 0,0-1 0 0 0,0 0-1 0 0,0 0 1 0 0,8 8-1 0 0,-12-15-179 0 0,1 1 0 0 0,0-1 0 0 0,-1 1 0 0 0,1-1 0 0 0,0 0 0 0 0,-1 1 0 0 0,1-1 0 0 0,0 0 0 0 0,0 0 0 0 0,0 1 0 0 0,-1-1 1 0 0,1 0-1 0 0,0 0 0 0 0,0 0 0 0 0,-1 0 0 0 0,1 0 0 0 0,0 0 0 0 0,0 0 0 0 0,0 0 0 0 0,-1-1 0 0 0,1 1 0 0 0,0 0 0 0 0,1-1 0 0 0,-1 1-522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32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64 7397 0 0,'0'0'6854'0'0,"-1"0"-6242"0"0,1-1 1 0 0,-1 1-1 0 0,1-1 1 0 0,-1 1 0 0 0,1-1-1 0 0,-1 1 1 0 0,1-1-1 0 0,0 1 1 0 0,-1-1-1 0 0,1 0 1 0 0,-1 1 0 0 0,1-1-1 0 0,0 0 1 0 0,0 1-1 0 0,-1-1 1 0 0,1 0-1 0 0,0 1 1 0 0,0-1 0 0 0,0 0-1 0 0,0 1 1 0 0,0-1-1 0 0,0-1 1 0 0,43-14-87 0 0,-32 13-1182 0 0,1-1 0 0 0,-1-1 1 0 0,17-9-1 0 0,-15 8-5766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49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4724 0 0,'0'2'22697'0'0,"-1"0"-20896"0"0,1 9-5531 0 0,0-5 5709 0 0,13 171 525 0 0,-1-8-1819 0 0,-5 9-166 0 0,-7-168-447 0 0,0-1 1 0 0,0 0 0 0 0,1 1-1 0 0,1-1 1 0 0,-1 0-1 0 0,5 12 1 0 0,-6-20 42 0 0,1-1-108 0 0,-1 0 0 0 0,1 0-1 0 0,0 1 1 0 0,-1-1 0 0 0,1 0-1 0 0,-1 0 1 0 0,1 0 0 0 0,-1 0-1 0 0,1 0 1 0 0,-1 0 0 0 0,1 0-1 0 0,0 0 1 0 0,-1 0 0 0 0,1 0-1 0 0,-1 0 1 0 0,1-1 0 0 0,-1 1-1 0 0,1 0 1 0 0,-1 0 0 0 0,1 0-1 0 0,-1-1 1 0 0,1 1 0 0 0,-1 0-1 0 0,1-1 1 0 0,0 0 0 0 0,15-7 59 0 0,12-13 22 0 0,-20 15-84 0 0,0 0 1 0 0,0 1 0 0 0,0-1-1 0 0,1 1 1 0 0,14-6 0 0 0,55-16-368 0 0,-59 17-134 0 0,-13 3-7513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50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6 147 1944 0 0,'0'-2'1051'0'0,"-1"1"0"0"0,0 0 0 0 0,0-1 0 0 0,1 1 0 0 0,-1 0 1 0 0,1-1-1 0 0,-1 1 0 0 0,1-1 0 0 0,0 1 0 0 0,-1-1 0 0 0,1 1 0 0 0,0-1 0 0 0,0 1 0 0 0,0-3 0 0 0,1 1-360 0 0,-1 1-1 0 0,1 0 1 0 0,0-1-1 0 0,0 1 1 0 0,0 0-1 0 0,0 0 1 0 0,0-1-1 0 0,2-2 1 0 0,4-3-502 0 0,0 0 0 0 0,0 0 0 0 0,14-11 0 0 0,-1 1 1332 0 0,1-6-2292 0 0,-20 23-51 0 0,-7-12-5471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6:50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21 270 5641 0 0,'-15'-17'9663'0'0,"10"-1"-3568"0"0,5 15-5657 0 0,0-1 0 0 0,0 1 1 0 0,1-1-1 0 0,-1 1 0 0 0,1 0 0 0 0,0-1 0 0 0,0 1 1 0 0,0 0-1 0 0,0 0 0 0 0,3-4 0 0 0,2-3-236 0 0,0 0 0 0 0,1 1 0 0 0,0-1-1 0 0,0 1 1 0 0,12-10 0 0 0,3-1 188 0 0,0 2 0 0 0,32-21 0 0 0,-41 30-473 0 0,1 1-1 0 0,0 1 1 0 0,1 0 0 0 0,-1 1 0 0 0,28-7 0 0 0,-28 13-1450 0 0,-9 0-4906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07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6249 0 0,'3'-14'22432'0'0,"29"228"-19901"0"0,-31-208-2512 0 0,29 326 518 0 0,-28-291-2186 0 0,-2-40-115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08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38 9869 0 0,'4'-15'8012'0'0,"-2"-7"2115"0"0,-2 29-9558 0 0,3 80 389 0 0,5 0 0 0 0,32 150-1 0 0,-38-224-983 0 0,-2-10-11 0 0,1 0 0 0 0,-1 0 0 0 0,0 0 0 0 0,1 0 1 0 0,0 0-1 0 0,0 0 0 0 0,0 0 0 0 0,0 0 0 0 0,0-1 0 0 0,0 1 0 0 0,1 0 0 0 0,0-1 1 0 0,-1 1-1 0 0,3 2 0 0 0,-3-5-155 0 0,-3-3-835 0 0,-21-28 604 0 0,7 8 31 0 0,-34-37 1 0 0,38 50 325 0 0,9 8 45 0 0,0 0 0 0 0,1-1 0 0 0,-1 1 0 0 0,0 0 1 0 0,1-1-1 0 0,0 0 0 0 0,-1 0 0 0 0,1 1 0 0 0,-3-7 0 0 0,19-2-13 0 0,-4 5 22 0 0,0 1 0 0 0,0 1 0 0 0,1-1 0 0 0,0 2 0 0 0,13-4 0 0 0,4-2 11 0 0,-5 2 403 0 0,-1-2 1 0 0,0 0-1 0 0,38-23 0 0 0,-59 31-175 0 0,-2 26 1432 0 0,0-16-1643 0 0,0 1 1 0 0,0 0 0 0 0,1 0-1 0 0,1 0 1 0 0,1 14-1 0 0,1-18-16 0 0,-1 0 0 0 0,1 0 0 0 0,0-1-1 0 0,1 1 1 0 0,-1-1 0 0 0,1 0 0 0 0,0 0 0 0 0,1 0-1 0 0,-1 0 1 0 0,1-1 0 0 0,0 0 0 0 0,0 0-1 0 0,0 0 1 0 0,0 0 0 0 0,1-1 0 0 0,0 0 0 0 0,0 0-1 0 0,-1-1 1 0 0,1 1 0 0 0,12 2 0 0 0,-12-4-10 0 0,1 1 1 0 0,0-1-1 0 0,0 0 1 0 0,0 0-1 0 0,0-1 1 0 0,0 0-1 0 0,0 0 1 0 0,0-1-1 0 0,0 0 1 0 0,0 0 0 0 0,0-1-1 0 0,0 1 1 0 0,-1-1-1 0 0,1-1 1 0 0,-1 0-1 0 0,1 0 1 0 0,-1 0-1 0 0,0 0 1 0 0,6-5-1 0 0,-10 6 14 0 0,0 1-1 0 0,0-1 1 0 0,0 0-1 0 0,-1 0 0 0 0,1 0 1 0 0,0 0-1 0 0,-1 0 1 0 0,0 0-1 0 0,1 0 1 0 0,-1 0-1 0 0,0-1 1 0 0,0 1-1 0 0,0 0 1 0 0,0-1-1 0 0,-1 1 0 0 0,1-1 1 0 0,-1 1-1 0 0,1-1 1 0 0,-1 1-1 0 0,0-1 1 0 0,0 1-1 0 0,0-1 1 0 0,0 1-1 0 0,-1-1 1 0 0,1 1-1 0 0,-1-1 0 0 0,1 1 1 0 0,-1-1-1 0 0,0 1 1 0 0,0 0-1 0 0,0-1 1 0 0,0 1-1 0 0,0 0 1 0 0,-1 0-1 0 0,1 0 1 0 0,-4-4-1 0 0,0 0 22 0 0,0-1 1 0 0,0 1-1 0 0,-1 1 0 0 0,0-1 0 0 0,0 1 1 0 0,-1 0-1 0 0,0 1 0 0 0,1-1 1 0 0,-1 1-1 0 0,-11-4 0 0 0,6 3 8 0 0,0 2 0 0 0,0-1 0 0 0,0 2 0 0 0,-22-3 0 0 0,31 4-88 0 0,0 1 1 0 0,0 0-1 0 0,0 0 1 0 0,0 0-1 0 0,0 0 1 0 0,0 0-1 0 0,0 1 1 0 0,0-1-1 0 0,0 1 1 0 0,0 0 0 0 0,1 0-1 0 0,-1 0 1 0 0,0 0-1 0 0,0 0 1 0 0,1 1-1 0 0,-1-1 1 0 0,0 1-1 0 0,1 0 1 0 0,0 0-1 0 0,-1-1 1 0 0,1 2-1 0 0,0-1 1 0 0,0 0-1 0 0,0 0 1 0 0,-2 4-1 0 0,1 14-6014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0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27 400 4880 0 0,'-13'23'12124'0'0,"0"-1"-4395"0"0,13-20-6712 0 0,2-3-771 0 0,1-1 0 0 0,-1 0 1 0 0,1 1-1 0 0,-1-1 1 0 0,0 0-1 0 0,0 0 0 0 0,0 0 1 0 0,0 0-1 0 0,0-1 1 0 0,0 1-1 0 0,-1 0 0 0 0,1-1 1 0 0,-1 1-1 0 0,1-1 0 0 0,-1 0 1 0 0,1-2-1 0 0,28-62-286 0 0,-26 58 275 0 0,74-198 537 0 0,-78 206-768 0 0,0 1 0 0 0,0 0-1 0 0,0 0 1 0 0,0 0-1 0 0,0 0 1 0 0,0 0-1 0 0,0-1 1 0 0,0 1-1 0 0,0 0 1 0 0,0 0-1 0 0,0 0 1 0 0,1 0-1 0 0,-1 0 1 0 0,0 0-1 0 0,0-1 1 0 0,0 1-1 0 0,0 0 1 0 0,0 0-1 0 0,0 0 1 0 0,0 0-1 0 0,0 0 1 0 0,0 0-1 0 0,1 0 1 0 0,-1 0-1 0 0,0 0 1 0 0,0-1-1 0 0,0 1 1 0 0,0 0-1 0 0,0 0 1 0 0,0 0-1 0 0,1 0 1 0 0,-1 0 0 0 0,0 0-1 0 0,0 0 1 0 0,0 0-1 0 0,0 0 1 0 0,0 0-1 0 0,1 0 1 0 0,-1 0-1 0 0,0 0 1 0 0,0 0-1 0 0,0 0 1 0 0,0 0-1 0 0,0 0 1 0 0,1 0-1 0 0,-1 0 1 0 0,0 0-1 0 0,0 0 1 0 0,0 1-1 0 0,0-1 1 0 0,0 0-1 0 0,1 0 1 0 0,6 10 60 0 0,7 23-70 0 0,-11-26 29 0 0,8 21 22 0 0,-1 0 1 0 0,-1 1 0 0 0,-1 0-1 0 0,6 48 1 0 0,-14-74-28 0 0,0-1 0 0 0,1 1 0 0 0,-1-1 0 0 0,0 0 0 0 0,0 1 1 0 0,0-1-1 0 0,-1 1 0 0 0,1-1 0 0 0,-1 0 0 0 0,1 1 0 0 0,-1-1 0 0 0,0 0 0 0 0,0 0 1 0 0,0 1-1 0 0,0-1 0 0 0,0 0 0 0 0,0 0 0 0 0,-1 0 0 0 0,1 0 0 0 0,-1 0 0 0 0,1 0 1 0 0,-4 2-1 0 0,3-3-26 0 0,-1 0 1 0 0,1 0 0 0 0,0 0 0 0 0,0 0-1 0 0,0-1 1 0 0,0 1 0 0 0,-1-1 0 0 0,1 1-1 0 0,0-1 1 0 0,0 0 0 0 0,-1 0 0 0 0,1 0-1 0 0,0 0 1 0 0,0-1 0 0 0,-1 1 0 0 0,1 0-1 0 0,0-1 1 0 0,0 0 0 0 0,0 1 0 0 0,0-1-1 0 0,-1 0 1 0 0,1 0 0 0 0,0 0 0 0 0,-2-2-1 0 0,-8-6-473 0 0,-1 0-1 0 0,-20-20 1 0 0,15 12-586 0 0,17 17 897 0 0,-3-4-12 0 0,3 2 97 0 0,5 3-431 0 0,-2 0 510 0 0,8 2-24 0 0,-1 1 0 0 0,1-2 0 0 0,0 1 0 0 0,0-1 0 0 0,1-1 0 0 0,13 1 1 0 0,-14-3 16 0 0,-1-1 0 0 0,0 0 1 0 0,0 0-1 0 0,-1 0 0 0 0,1-1 1 0 0,0 0-1 0 0,-1-1 0 0 0,0 0 1 0 0,0-1-1 0 0,10-6 0 0 0,-14 8 26 0 0,0-1-1 0 0,1 1 0 0 0,-1-1 1 0 0,-1 0-1 0 0,1 0 0 0 0,-1-1 1 0 0,1 1-1 0 0,-1-1 0 0 0,-1 0 1 0 0,1 0-1 0 0,-1 0 0 0 0,1 0 1 0 0,-2 0-1 0 0,1 0 0 0 0,0-1 1 0 0,-1 1-1 0 0,1-11 0 0 0,0-4 375 0 0,-1 0 1 0 0,-2-36-1 0 0,-4 41 249 0 0,-1 12 97 0 0,6 3-703 0 0,-1 1-1 0 0,0-1 0 0 0,1 0 1 0 0,-1 1-1 0 0,0-1 1 0 0,1 1-1 0 0,-1-1 0 0 0,1 1 1 0 0,-1 0-1 0 0,1-1 0 0 0,-1 1 1 0 0,1-1-1 0 0,-1 1 1 0 0,1 0-1 0 0,0-1 0 0 0,-1 1 1 0 0,1 0-1 0 0,0 0 1 0 0,0-1-1 0 0,-1 1 0 0 0,1 1 1 0 0,-1 6-9 0 0,0 0 1 0 0,1 0 0 0 0,0 0-1 0 0,0-1 1 0 0,0 1-1 0 0,1 0 1 0 0,0 0-1 0 0,1 0 1 0 0,0-1 0 0 0,0 1-1 0 0,1-1 1 0 0,0 1-1 0 0,0-1 1 0 0,0 0-1 0 0,1 0 1 0 0,0 0 0 0 0,1-1-1 0 0,0 1 1 0 0,0-1-1 0 0,0 0 1 0 0,0-1-1 0 0,1 1 1 0 0,0-1 0 0 0,0 0-1 0 0,1 0 1 0 0,-1-1-1 0 0,15 7 1 0 0,-14-7-52 0 0,1-1-1 0 0,0 0 1 0 0,0 0-1 0 0,1-1 1 0 0,-1 0-1 0 0,0 0 1 0 0,1-1 0 0 0,0 0-1 0 0,9 0 1 0 0,-14-2 8 0 0,-1 1-1 0 0,0 0 1 0 0,0-1 0 0 0,0 0-1 0 0,0 0 1 0 0,0 0 0 0 0,0 0-1 0 0,0 0 1 0 0,0-1 0 0 0,0 1-1 0 0,-1-1 1 0 0,1 0 0 0 0,0 0 0 0 0,-1 0-1 0 0,1 0 1 0 0,-1 0 0 0 0,0 0-1 0 0,0-1 1 0 0,0 1 0 0 0,0-1-1 0 0,0 1 1 0 0,-1-1 0 0 0,1 0-1 0 0,-1 0 1 0 0,1 0 0 0 0,-1 0-1 0 0,1-4 1 0 0,0-2 13 0 0,0 0-1 0 0,0 1 0 0 0,-1-1 1 0 0,0 0-1 0 0,-1 0 1 0 0,0 0-1 0 0,-2-15 0 0 0,-15-61 396 0 0,14 73-268 0 0,3 12-112 0 0,0 0-1 0 0,0-1 1 0 0,0 1 0 0 0,0 0 0 0 0,0-1-1 0 0,0 1 1 0 0,0 0 0 0 0,0 0-1 0 0,0-1 1 0 0,0 1 0 0 0,0 0 0 0 0,0 0-1 0 0,0-1 1 0 0,-1 1 0 0 0,1 0 0 0 0,0 0-1 0 0,0 0 1 0 0,0-1 0 0 0,0 1 0 0 0,-1 0-1 0 0,1 0 1 0 0,0 0 0 0 0,0-1-1 0 0,0 1 1 0 0,-1 0 0 0 0,1 0 0 0 0,0 0-1 0 0,0 0 1 0 0,-1 0 0 0 0,1 0 0 0 0,0-1-1 0 0,0 1 1 0 0,-1 0 0 0 0,1 0 0 0 0,0 0-1 0 0,0 0 1 0 0,-1 0 0 0 0,1 0 0 0 0,0 0-1 0 0,0 0 1 0 0,-1 0 0 0 0,1 0-1 0 0,0 0 1 0 0,0 0 0 0 0,-1 1 0 0 0,1-1-1 0 0,0 0 1 0 0,0 0 0 0 0,-1 0 0 0 0,1 0-1 0 0,0 0 1 0 0,0 0 0 0 0,-1 0 0 0 0,1 1-1 0 0,0-1 1 0 0,0 0 0 0 0,0 0-1 0 0,-1 0 1 0 0,1 1 0 0 0,0-1 0 0 0,0 0-1 0 0,0 0 1 0 0,0 1 0 0 0,0-1 0 0 0,-1 0-1 0 0,1 0 1 0 0,0 1 0 0 0,-1 0-5 0 0,0 1 0 0 0,0-1 0 0 0,0 1 0 0 0,0 0 1 0 0,1-1-1 0 0,-1 1 0 0 0,0 0 0 0 0,1-1 0 0 0,0 1 0 0 0,-1 3 1 0 0,1-2 11 0 0,-1 10-33 0 0,1 0 0 0 0,1-1 0 0 0,0 1 0 0 0,1-1 0 0 0,5 19 0 0 0,-6-28 1 0 0,0 0 0 0 0,0 0-1 0 0,0-1 1 0 0,1 1-1 0 0,-1 0 1 0 0,1-1 0 0 0,0 1-1 0 0,0-1 1 0 0,0 1-1 0 0,0-1 1 0 0,0 0 0 0 0,0 0-1 0 0,1 0 1 0 0,-1 0-1 0 0,1-1 1 0 0,-1 1 0 0 0,1 0-1 0 0,-1-1 1 0 0,1 0-1 0 0,0 0 1 0 0,0 0 0 0 0,0 0-1 0 0,0 0 1 0 0,0 0-1 0 0,0-1 1 0 0,0 1 0 0 0,0-1-1 0 0,5 0 1 0 0,-4 0-17 0 0,0 0 1 0 0,0 0 0 0 0,0 0-1 0 0,0-1 1 0 0,-1 1-1 0 0,1-1 1 0 0,0 0-1 0 0,0 0 1 0 0,0 0-1 0 0,0-1 1 0 0,-1 1 0 0 0,1-1-1 0 0,-1 0 1 0 0,1 0-1 0 0,-1-1 1 0 0,0 1-1 0 0,5-4 1 0 0,-5 2 0 0 0,0 0 1 0 0,0 0-1 0 0,0 0 1 0 0,-1-1-1 0 0,1 1 1 0 0,-1-1-1 0 0,0 1 1 0 0,0-1-1 0 0,-1 0 1 0 0,1 0-1 0 0,-1 0 1 0 0,1-5-1 0 0,-1-5 47 0 0,0 0 0 0 0,-1-1 0 0 0,-1 1 0 0 0,0 0 0 0 0,-1 1 0 0 0,-1-1 0 0 0,0 0 0 0 0,-6-16-1 0 0,-6-4 405 0 0,18 40-470 0 0,0 1-1 0 0,0-1 0 0 0,1-1 0 0 0,-1 1 0 0 0,1 0 0 0 0,1-1 1 0 0,-1 0-1 0 0,1 0 0 0 0,-1 0 0 0 0,1 0 0 0 0,0-1 0 0 0,0 0 0 0 0,1 0 1 0 0,-1 0-1 0 0,0-1 0 0 0,1 0 0 0 0,0 0 0 0 0,9 2 0 0 0,7 0-95 0 0,-8-4 390 0 0,1 3 1105 0 0,-14-2-1303 0 0,0 0-1 0 0,0 0 1 0 0,-1 0-1 0 0,1 0 1 0 0,0 0-1 0 0,-1 0 0 0 0,1 1 1 0 0,-1-1-1 0 0,1 0 1 0 0,-1 0-1 0 0,0 0 1 0 0,1 1-1 0 0,-1-1 1 0 0,0 2-1 0 0,6 42 261 0 0,-4-25-205 0 0,7 33-1 0 0,-7-48-186 0 0,-1 0 0 0 0,1 0 1 0 0,0-1-1 0 0,0 1 0 0 0,0 0 0 0 0,1-1 0 0 0,0 1 0 0 0,0-1 0 0 0,0 0 1 0 0,0 0-1 0 0,5 5 0 0 0,-7-8-309 0 0,1 0 0 0 0,-1-1 0 0 0,1 1 0 0 0,0-1 0 0 0,-1 1 1 0 0,1-1-1 0 0,0 1 0 0 0,-1-1 0 0 0,1 0 0 0 0,0 1 0 0 0,-1-1 0 0 0,1 0 0 0 0,0 0 0 0 0,0-1 1 0 0,-1 1-1 0 0,1 0 0 0 0,2-1 0 0 0,-3 1 105 0 0,11-4-6111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10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61 8497 0 0,'0'0'6248'0'0,"-10"-4"1361"0"0,1-1-3309 0 0,26-8-4096 0 0,-9 10-184 0 0,0 1-188 0 0,2-2-168 0 0,5 0-152 0 0,3 0-188 0 0,0-3-936 0 0,-2 1-3036 0 0,4-2-1313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10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18 6973 0 0,'-1'-17'16247'0'0,"-4"23"-10065"0"0,3-1-5992 0 0,1 0 0 0 0,-1 0 0 0 0,1 0 0 0 0,0 1 1 0 0,-1 7-1 0 0,3 57 38 0 0,3-1 0 0 0,2 1-1 0 0,23 94 1 0 0,-27-158-273 0 0,0 0-1015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10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8 198 10013 0 0,'-5'-29'12332'0'0,"2"8"-6998"0"0,3 20-3434 0 0,4 4-1575 0 0,3 4-157 0 0,0 0 1 0 0,-1 1-1 0 0,0 0 0 0 0,0 0 1 0 0,7 16-1 0 0,23 53 345 0 0,-23-47-356 0 0,18 31 0 0 0,-26-51-122 0 0,2 1 0 0 0,-1-1 0 0 0,2 0 0 0 0,-1-1 0 0 0,1 0 0 0 0,1 0-1 0 0,0 0 1 0 0,0-1 0 0 0,17 11 0 0 0,-25-18-22 0 0,0-1-12 0 0,-1 0 0 0 0,0 0 0 0 0,1 0 0 0 0,-1-1 0 0 0,1 1-1 0 0,-1 0 1 0 0,1 0 0 0 0,-1 0 0 0 0,0 0 0 0 0,1-1 0 0 0,-1 1 0 0 0,1 0 0 0 0,-1-1 0 0 0,0 1 0 0 0,1 0 0 0 0,-1 0 0 0 0,0-1-1 0 0,1 1 1 0 0,-1-1 0 0 0,0 1 0 0 0,0 0 0 0 0,1-1 0 0 0,-1 1 0 0 0,0-1 0 0 0,0 1 0 0 0,0 0 0 0 0,1-1 0 0 0,-1 1 0 0 0,0-1 0 0 0,0 1-1 0 0,0-1 1 0 0,0 1 0 0 0,0-1 0 0 0,0 1 0 0 0,0-1 0 0 0,-2-22 14 0 0,1 16-11 0 0,-13-83 20 0 0,-2-11-12 0 0,15 93-16 0 0,-4-42-34 0 0,2 0 0 0 0,7-85 1 0 0,-4 133-53 0 0,2-3 80 0 0,-1 3-385 0 0,-3 5-2003 0 0,-13 22-1941 0 0,3-4-2153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16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 8705 0 0,'-5'-7'17908'0'0,"2"32"-14581"0"0,3 20-5739 0 0,2-22 4217 0 0,22 221-289 0 0,-6-53-1108 0 0,-5-60-1527 0 0,-12-122-1376 0 0,0-4-2029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17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49 896 0 0,'1'-10'7329'0'0,"0"-12"817"0"0,0 6 2993 0 0,-1 18-11050 0 0,0-1 0 0 0,1 1 1 0 0,-1 0-1 0 0,0 0 0 0 0,1-1 0 0 0,-1 1 1 0 0,1 0-1 0 0,0-1 0 0 0,-1 1 0 0 0,1 0 1 0 0,2 2-1 0 0,0 2 91 0 0,14 41 579 0 0,-3 1 0 0 0,14 92 0 0 0,-26-128-694 0 0,8 41 64 0 0,4 103 0 0 0,-20-131-704 0 0,6-24 547 0 0,0-1 0 0 0,0 1-1 0 0,-1 0 1 0 0,1-1 0 0 0,0 1 0 0 0,0-1 0 0 0,-1 1-1 0 0,1-1 1 0 0,0 1 0 0 0,-1-1 0 0 0,1 0 0 0 0,-1 1 0 0 0,1-1-1 0 0,-1 1 1 0 0,1-1 0 0 0,0 0 0 0 0,-1 1 0 0 0,1-1 0 0 0,-1 0-1 0 0,1 0 1 0 0,-1 1 0 0 0,0-1 0 0 0,1 0 0 0 0,-1 0 0 0 0,1 0-1 0 0,-1 0 1 0 0,1 0 0 0 0,-1 0 0 0 0,0 1 0 0 0,1-1 0 0 0,-1-1-1 0 0,1 1 1 0 0,-1 0 0 0 0,1 0 0 0 0,-1 0 0 0 0,0 0 0 0 0,1 0-1 0 0,-1 0 1 0 0,1-1 0 0 0,-1 1 0 0 0,1 0 0 0 0,-1 0 0 0 0,1-1-1 0 0,-1 1 1 0 0,0-1 0 0 0,-12-10-323 0 0,0-1 0 0 0,-18-20 0 0 0,22 21 275 0 0,-1 1 0 0 0,0 0 0 0 0,-1 0 0 0 0,0 1 0 0 0,-23-15 0 0 0,30 23 76 0 0,-3-2 5 0 0,-7-16-2 0 0,13 18-5 0 0,2-1 0 0 0,1 0 1 0 0,0 0-1 0 0,0-1 1 0 0,0 2-1 0 0,0-1 1 0 0,0 0-1 0 0,1 0 1 0 0,-1 1-1 0 0,0-1 1 0 0,1 1 0 0 0,-1-1-1 0 0,4 0 1 0 0,39-14 12 0 0,-25 8-4 0 0,50-19 10 0 0,-33 13 90 0 0,-1-1-1 0 0,49-28 1 0 0,-74 34 562 0 0,-12 5 735 0 0,-15 4-657 0 0,15 1-726 0 0,-1-1 0 0 0,1 1 1 0 0,-1 0-1 0 0,1-1 0 0 0,0 1 0 0 0,-1 0 0 0 0,1 0 1 0 0,0 0-1 0 0,-1 0 0 0 0,1 0 0 0 0,0 0 1 0 0,0 0-1 0 0,0 1 0 0 0,0-1 0 0 0,0 0 0 0 0,0 1 1 0 0,-1 1-1 0 0,-10 25 167 0 0,11-25-152 0 0,-1 4-17 0 0,0 0 0 0 0,1 0 1 0 0,0-1-1 0 0,0 1 0 0 0,0 0 0 0 0,1 0 1 0 0,0 0-1 0 0,1 0 0 0 0,0 0 0 0 0,0 0 0 0 0,0-1 1 0 0,1 1-1 0 0,0 0 0 0 0,3 8 0 0 0,-2-7-13 0 0,1 1-1 0 0,0-1 1 0 0,1 0-1 0 0,-1 0 1 0 0,2 0-1 0 0,-1-1 1 0 0,1 0-1 0 0,0 0 1 0 0,0 0-1 0 0,10 7 1 0 0,-10-10-14 0 0,0 1 0 0 0,1-2 0 0 0,0 1 0 0 0,0-1 0 0 0,0 0 0 0 0,0 0 1 0 0,0-1-1 0 0,1 0 0 0 0,-1 0 0 0 0,1 0 0 0 0,-1-1 0 0 0,1-1 0 0 0,0 1 1 0 0,11-2-1 0 0,-15 1-1 0 0,0 0 1 0 0,0-1 0 0 0,0 0 0 0 0,0 0-1 0 0,0 0 1 0 0,0-1 0 0 0,0 1 0 0 0,-1-1-1 0 0,1 0 1 0 0,0 0 0 0 0,-1 0-1 0 0,1 0 1 0 0,-1-1 0 0 0,0 1 0 0 0,0-1-1 0 0,0 0 1 0 0,0 0 0 0 0,0 0-1 0 0,-1 0 1 0 0,1-1 0 0 0,-1 1 0 0 0,0-1-1 0 0,0 1 1 0 0,0-1 0 0 0,0 0-1 0 0,-1 0 1 0 0,0 1 0 0 0,2-7 0 0 0,-2 2 9 0 0,-1 0 0 0 0,1 0 0 0 0,-2 1 0 0 0,1-1 0 0 0,-1 0 0 0 0,0 0 1 0 0,0 0-1 0 0,-1 1 0 0 0,0-1 0 0 0,-1 1 0 0 0,1-1 0 0 0,-1 1 0 0 0,-1 0 1 0 0,1 0-1 0 0,-1 0 0 0 0,-1 1 0 0 0,1-1 0 0 0,-1 1 0 0 0,0 0 0 0 0,-8-6 1 0 0,9 6-21 0 0,-1 2 0 0 0,0-1 1 0 0,0 0-1 0 0,-1 1 0 0 0,1 0 1 0 0,-1 1-1 0 0,0-1 0 0 0,0 1 1 0 0,0 0-1 0 0,0 0 1 0 0,-1 1-1 0 0,1 0 0 0 0,-1 0 1 0 0,1 0-1 0 0,-1 1 0 0 0,0 0 1 0 0,0 0-1 0 0,0 1 0 0 0,1 0 1 0 0,-1 0-1 0 0,0 1 0 0 0,0 0 1 0 0,-11 2-1 0 0,15-1-88 0 0,0-1 1 0 0,1 0-1 0 0,-1 1 0 0 0,0-1 0 0 0,1 1 1 0 0,0 0-1 0 0,-1 0 0 0 0,1 0 0 0 0,0 0 1 0 0,0 0-1 0 0,-3 4 0 0 0,3-4-602 0 0,1 1 0 0 0,0-1-1 0 0,-1 0 1 0 0,1 1 0 0 0,0-1-1 0 0,0 0 1 0 0,0 1 0 0 0,0 3 0 0 0,-1 8-5713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2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45 409 4496 0 0,'-13'30'10941'0'0,"1"1"-4752"0"0,-7 19 1162 0 0,18-49-5953 0 0,5-5-1182 0 0,5-7-134 0 0,0 0 0 0 0,-2 0-1 0 0,1 0 1 0 0,-1-1-1 0 0,-1 0 1 0 0,8-21-1 0 0,26-86 117 0 0,33-112-47 0 0,-62 195-75 0 0,-10 34-65 0 0,18 73-119 0 0,16 75 109 0 0,-31-127 28 0 0,-2-1-1 0 0,0 1 1 0 0,-2 0 0 0 0,0 0-1 0 0,-4 33 1 0 0,3-47-21 0 0,0 0 0 0 0,0 0 0 0 0,0 0 0 0 0,-1-1 1 0 0,1 1-1 0 0,-1 0 0 0 0,0-1 0 0 0,-1 1 0 0 0,-5 7 0 0 0,8-11-12 0 0,-1-1 0 0 0,1 1 0 0 0,-1-1 0 0 0,0 0-1 0 0,1 1 1 0 0,-1-1 0 0 0,0 0 0 0 0,1 0 0 0 0,-1 1 0 0 0,0-1 0 0 0,1 0-1 0 0,-1 0 1 0 0,0 0 0 0 0,0 0 0 0 0,1 0 0 0 0,-1 0 0 0 0,0 0-1 0 0,0 0 1 0 0,1 0 0 0 0,-1 0 0 0 0,0-1 0 0 0,1 1 0 0 0,-1 0 0 0 0,-1-1-1 0 0,-15-7-95 0 0,12 4 11 0 0,0 0 0 0 0,1 0 0 0 0,-1 0 0 0 0,1-1 0 0 0,0 0 0 0 0,1 0 0 0 0,-1 0 0 0 0,1 0 0 0 0,0 0 0 0 0,0-1 0 0 0,0 0 0 0 0,-1-6 0 0 0,-14-23-1331 0 0,17 33 1260 0 0,5 5-450 0 0,3 4 600 0 0,2-1 1 0 0,-1 0-1 0 0,1-1 1 0 0,-1 0-1 0 0,1 0 1 0 0,1-1-1 0 0,-1 0 1 0 0,1-1-1 0 0,-1 0 1 0 0,1 0 0 0 0,0-1-1 0 0,0 0 1 0 0,0-1-1 0 0,12 0 1 0 0,-13-1-1 0 0,0 0 0 0 0,0 0 0 0 0,-1-1 0 0 0,1-1 0 0 0,0 0 0 0 0,0 0 0 0 0,0 0 1 0 0,-1-1-1 0 0,1 0 0 0 0,-1-1 0 0 0,0 0 0 0 0,0 0 0 0 0,0-1 0 0 0,-1 0 0 0 0,0 0 0 0 0,12-11 1 0 0,-14 10 20 0 0,-1 0 0 0 0,1 0 0 0 0,-1 0 0 0 0,0-1 0 0 0,-1 1 0 0 0,1-1 0 0 0,-1 0 0 0 0,-1 0 0 0 0,1 0 0 0 0,-1 0 0 0 0,-1-1 0 0 0,1 1 0 0 0,-1 0 0 0 0,0-14 0 0 0,-1 10 255 0 0,0 0 1 0 0,0 0 0 0 0,-2-1-1 0 0,1 1 1 0 0,-2 0 0 0 0,1 0-1 0 0,-1 0 1 0 0,-10-20-1 0 0,13 29-113 0 0,-1-2 10 0 0,2 9 444 0 0,23 98-363 0 0,-19-87-220 0 0,0 0 0 0 0,1 0 0 0 0,1-1 0 0 0,14 25 0 0 0,-18-36-29 0 0,1 1 1 0 0,-1 0-1 0 0,1-1 1 0 0,0 0-1 0 0,0 0 1 0 0,1 0-1 0 0,-1 0 1 0 0,1-1 0 0 0,0 0-1 0 0,0 0 1 0 0,0 0-1 0 0,0 0 1 0 0,1-1-1 0 0,9 3 1 0 0,-12-4-6 0 0,0-1-1 0 0,0 1 1 0 0,0-1 0 0 0,0 0-1 0 0,0 0 1 0 0,0 0 0 0 0,0 0 0 0 0,0 0-1 0 0,0-1 1 0 0,0 0 0 0 0,0 1 0 0 0,0-1-1 0 0,0 0 1 0 0,-1 0 0 0 0,1-1 0 0 0,0 1-1 0 0,-1-1 1 0 0,1 1 0 0 0,0-1 0 0 0,-1 0-1 0 0,0 0 1 0 0,1 0 0 0 0,-1 0-1 0 0,0 0 1 0 0,0 0 0 0 0,0-1 0 0 0,-1 1-1 0 0,1-1 1 0 0,2-3 0 0 0,-1 0-1 0 0,0 0 0 0 0,-1-1 0 0 0,1 1 1 0 0,-1-1-1 0 0,0 1 0 0 0,-1-1 0 0 0,0 0 0 0 0,1-9 0 0 0,-4-56 84 0 0,0 26 75 0 0,1 34-63 0 0,0 7 2 0 0,0 6 210 0 0,2 13-290 0 0,1 1 1 0 0,0-1-1 0 0,1-1 0 0 0,0 1 1 0 0,10 23-1 0 0,-11-32-13 0 0,0 0 0 0 0,1 0 1 0 0,0 0-1 0 0,0 0 0 0 0,1-1 0 0 0,-1 1 1 0 0,1-1-1 0 0,0 0 0 0 0,0 0 0 0 0,0 0 1 0 0,1 0-1 0 0,-1-1 0 0 0,1 0 0 0 0,0 0 1 0 0,0 0-1 0 0,0 0 0 0 0,0-1 0 0 0,8 3 1 0 0,-6-3-18 0 0,1 0 1 0 0,-1-1 0 0 0,0 0-1 0 0,1 0 1 0 0,-1 0-1 0 0,1-1 1 0 0,-1 0 0 0 0,0-1-1 0 0,1 1 1 0 0,-1-2 0 0 0,10-1-1 0 0,-13 2 5 0 0,0-1 0 0 0,0 1 0 0 0,0-1-1 0 0,-1 0 1 0 0,1 0 0 0 0,-1 0 0 0 0,1 0 0 0 0,-1-1-1 0 0,0 1 1 0 0,0-1 0 0 0,0 0 0 0 0,0 0-1 0 0,-1 0 1 0 0,1 0 0 0 0,-1-1 0 0 0,1 1 0 0 0,-1-1-1 0 0,0 1 1 0 0,-1-1 0 0 0,1 0 0 0 0,-1 1-1 0 0,2-6 1 0 0,-1 0 20 0 0,-1 0-1 0 0,0 0 0 0 0,-1-1 1 0 0,0 1-1 0 0,0 0 0 0 0,-1 0 1 0 0,0 0-1 0 0,0-1 0 0 0,-1 1 1 0 0,-1 0-1 0 0,-4-13 0 0 0,-5-7 32 0 0,-1 1 0 0 0,-18-29 1 0 0,31 56-53 0 0,2 4-295 0 0,1 2 255 0 0,1-1 1 0 0,0 1 0 0 0,-1-1-1 0 0,1 0 1 0 0,1 0 0 0 0,-1-1-1 0 0,0 1 1 0 0,1-1 0 0 0,0 0-1 0 0,0 0 1 0 0,7 3 0 0 0,-1-2-63 0 0,0 0 0 0 0,0-1 0 0 0,0 0 0 0 0,0-1 0 0 0,13 1 0 0 0,-23-3 529 0 0,2 1-135 0 0,5 1 453 0 0,37 128 421 0 0,-37-112-1221 0 0,3 5-1076 0 0,-8-10-5832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21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29 5240 0 0,'-2'-2'11054'0'0,"-3"-1"-6149"0"0,5 3-4766 0 0,0 0-1 0 0,-1 0 1 0 0,1 0 0 0 0,0 0-1 0 0,0 0 1 0 0,0 0-1 0 0,0-1 1 0 0,-1 1-1 0 0,1 0 1 0 0,0 0-1 0 0,0 0 1 0 0,0 0-1 0 0,0 0 1 0 0,0 0-1 0 0,-1-1 1 0 0,1 1-1 0 0,0 0 1 0 0,0 0 0 0 0,0 0-1 0 0,0 0 1 0 0,0-1-1 0 0,0 1 1 0 0,0 0-1 0 0,0 0 1 0 0,0 0-1 0 0,0-1 1 0 0,0 1-1 0 0,-1 0 1 0 0,1 0-1 0 0,0 0 1 0 0,0-1 0 0 0,0 1-1 0 0,1 0 1 0 0,-1 0-1 0 0,0 0 1 0 0,0-1-1 0 0,0 1 1 0 0,0 0-1 0 0,0 0 1 0 0,0 0-1 0 0,0-1 1 0 0,0 1-1 0 0,5-2 93 0 0,0-1 0 0 0,0 1 0 0 0,0 0 0 0 0,0 1 0 0 0,0-1 0 0 0,0 1 0 0 0,0 0 0 0 0,8 0 0 0 0,-11 1-109 0 0,11-1 388 0 0,-6 1-407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27:2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99 2548 0 0,'-5'-9'21517'0'0,"4"3"-18687"0"0,4-7-3714 0 0,-3 12 1753 0 0,1-1-633 0 0,4-9 446 0 0,-1 0-410 0 0,-2 7-113 0 0,-1 1 0 0 0,0-1 0 0 0,0 1-1 0 0,0-1 1 0 0,0 0 0 0 0,0-6-1 0 0,-1 8 20 0 0,-17-10 750 0 0,12 13-858 0 0,-1 0-1 0 0,0 0 1 0 0,0 0 0 0 0,1 0-1 0 0,-1 1 1 0 0,1 0-1 0 0,-1 0 1 0 0,1 1-1 0 0,0 0 1 0 0,0 0-1 0 0,-8 6 1 0 0,2-2-11 0 0,1 1-1 0 0,1 0 1 0 0,-1 1 0 0 0,-11 14 0 0 0,19-20-51 0 0,-1-1-1 0 0,1 1 0 0 0,0-1 1 0 0,0 1-1 0 0,1 0 0 0 0,-1 0 1 0 0,0 0-1 0 0,1 0 0 0 0,0 0 1 0 0,0 1-1 0 0,0-1 1 0 0,0 0-1 0 0,0 1 0 0 0,1-1 1 0 0,-1 0-1 0 0,1 1 0 0 0,0-1 1 0 0,0 0-1 0 0,0 1 1 0 0,1-1-1 0 0,-1 1 0 0 0,1-1 1 0 0,0 0-1 0 0,0 0 0 0 0,0 1 1 0 0,0-1-1 0 0,0 0 0 0 0,1 0 1 0 0,-1 0-1 0 0,1 0 1 0 0,0 0-1 0 0,0-1 0 0 0,0 1 1 0 0,0 0-1 0 0,5 3 0 0 0,7 6-7 0 0,1 0-1 0 0,0-2 1 0 0,1 0-1 0 0,0 0 1 0 0,23 9-1 0 0,-15-7 14 0 0,-16-8-10 0 0,-1 1 1 0 0,1 0-1 0 0,-1 1 1 0 0,-1-1 0 0 0,1 1-1 0 0,-1 0 1 0 0,0 1-1 0 0,0 0 1 0 0,-1 0-1 0 0,6 9 1 0 0,-10-13 15 0 0,1 0 1 0 0,0-1 0 0 0,-1 2 0 0 0,1-1-1 0 0,-1 0 1 0 0,0 0 0 0 0,0 0 0 0 0,0 0-1 0 0,0 1 1 0 0,-1-1 0 0 0,1 0 0 0 0,-1 1-1 0 0,0-1 1 0 0,0 1 0 0 0,0-1 0 0 0,-1 0-1 0 0,1 1 1 0 0,-1-1 0 0 0,1 0 0 0 0,-1 0 0 0 0,0 1-1 0 0,-1-1 1 0 0,1 0 0 0 0,0 0 0 0 0,-1 0-1 0 0,0 0 1 0 0,0 0 0 0 0,0-1 0 0 0,-3 5-1 0 0,1-4-2 0 0,1 0 1 0 0,-1 0-1 0 0,0-1 0 0 0,0 1 0 0 0,0-1 1 0 0,0 0-1 0 0,0 0 0 0 0,-1-1 0 0 0,1 1 0 0 0,0-1 1 0 0,-1 0-1 0 0,1 0 0 0 0,-7 0 0 0 0,5-1-9 0 0,0 1-1 0 0,1-1 1 0 0,-1 0-1 0 0,0-1 1 0 0,0 1-1 0 0,0-1 1 0 0,1 0-1 0 0,-1-1 1 0 0,0 1-1 0 0,-5-4 1 0 0,10 5-14 0 0,1 0 1 0 0,-1-1-1 0 0,0 1 1 0 0,0 0-1 0 0,1-1 1 0 0,-1 1-1 0 0,0-1 1 0 0,1 1-1 0 0,-1-1 1 0 0,0 0-1 0 0,1 1 1 0 0,-1-1 0 0 0,1 0-1 0 0,-1 1 1 0 0,1-1-1 0 0,-1 0 1 0 0,1 1-1 0 0,0-1 1 0 0,-1 0-1 0 0,1 0 1 0 0,0 0-1 0 0,0 1 1 0 0,-1-1-1 0 0,1 0 1 0 0,0 0-1 0 0,0 0 1 0 0,0 0-1 0 0,0 1 1 0 0,0-1 0 0 0,0 0-1 0 0,0-1 1 0 0,1 0-14 0 0,-1 1 1 0 0,1-1-1 0 0,0 1 1 0 0,-1-1-1 0 0,1 0 1 0 0,0 1-1 0 0,0 0 1 0 0,0-1-1 0 0,0 1 1 0 0,0-1-1 0 0,0 1 1 0 0,1 0-1 0 0,0-1 1 0 0,-1 1 11 0 0,0 1 0 0 0,-1 0 0 0 0,1 0 0 0 0,0-1 0 0 0,-1 1 0 0 0,1 0 0 0 0,0 0 0 0 0,-1 0 0 0 0,1 0 0 0 0,0 0 0 0 0,-1 0 1 0 0,1 0-1 0 0,0 0 0 0 0,-1 0 0 0 0,1 0 0 0 0,0 0 0 0 0,0 0 0 0 0,-1 0 0 0 0,1 1 0 0 0,0-1 0 0 0,-1 0 0 0 0,1 1 0 0 0,-1-1 0 0 0,2 1 1 0 0,11 9-113 0 0,3 13-1588 0 0,-9-9-4307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52:15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59 9585 0 0,'-16'-14'6317'0'0,"11"10"-4027"0"0,-1-1 0 0 0,1-1 0 0 0,-8-9 0 0 0,12 13-699 0 0,4 0-949 0 0,0 1-538 0 0,0-1 0 0 0,0 1 1 0 0,0-1-1 0 0,0 1 1 0 0,0 0-1 0 0,0 0 1 0 0,0 1-1 0 0,0-1 1 0 0,1 1-1 0 0,-1-1 0 0 0,0 1 1 0 0,4 0-1 0 0,2 1 39 0 0,0 0 0 0 0,0 0 0 0 0,0 1-1 0 0,9 3 1 0 0,9 4 197 0 0,50 26 1 0 0,-33-11-198 0 0,-1 2 0 0 0,-1 1 0 0 0,-1 3 0 0 0,-1 1 0 0 0,-2 2 0 0 0,42 47 1 0 0,-29-22-17 0 0,-3 3 0 0 0,-3 2 1 0 0,56 101-1 0 0,-49-59 33 0 0,-5 2 0 0 0,34 113 0 0 0,56 224 216 0 0,-81-259-248 0 0,-55-181-149 0 0,0 0 0 0 0,0 1 0 0 0,0-1 0 0 0,-1 1 0 0 0,0 0 0 0 0,0-1 0 0 0,0 6 0 0 0,-1-8-84 0 0,-3-4-507 0 0,-29-10-606 0 0,8 6-4681 0 0,11 4-575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52:1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2 237 9981 0 0,'0'-2'7449'0'0,"-1"-35"2827"0"0,1 36-9181 0 0,3 1-643 0 0,6 3-273 0 0,-1 0 1 0 0,0 0-1 0 0,1 1 0 0 0,-1 0 0 0 0,-1 0 0 0 0,1 1 0 0 0,0-1 0 0 0,10 11 0 0 0,13 7 110 0 0,8 3-85 0 0,108 72 386 0 0,-108-70-612 0 0,-38-26-56 0 0,1-3-181 0 0,0-2 182 0 0,-1 1 0 0 0,1-1 0 0 0,-1 1 1 0 0,1-1-1 0 0,-1 0 0 0 0,0 1 0 0 0,0-1 0 0 0,-1 0 0 0 0,1 0 1 0 0,-1 0-1 0 0,0 1 0 0 0,0-1 0 0 0,0 0 0 0 0,-1-6 0 0 0,1-22-493 0 0,7-10-48 0 0,3-1-1 0 0,1 1 1 0 0,24-60-1 0 0,-4 13 1166 0 0,-31 91-61 0 0,-41 112 292 0 0,5-24-2850 0 0,19-46-3416 0 0,7-20-722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05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0 6121 0 0,'0'0'14531'0'0,"1"4"-13917"0"0,2 11-63 0 0,-2-11-25 0 0,4 42 2649 0 0,-5-44-3002 0 0,4 22 323 0 0,0 5-203 0 0,-1 29 0 0 0,3 27-84 0 0,1-24-151 0 0,0 89 1 0 0,-7-123-51 0 0,-2 65-40 0 0,4 31 30 0 0,-7 30-12 0 0,1-8 3 0 0,-11 145 21 0 0,-12 147 30 0 0,-10-65 133 0 0,34-333-165 0 0,-6 126 20 0 0,-2 5-30 0 0,8-93 9 0 0,1 28 2 0 0,2 45-12 0 0,-6 154 80 0 0,5-127-37 0 0,3-80-24 0 0,-5-17 6 0 0,1 34 21 0 0,3 37 7 0 0,-2-97-45 0 0,0 38 49 0 0,7 65 49 0 0,-5-95-66 0 0,4 207 74 0 0,-1-134-56 0 0,-3 101 16 0 0,-2-190-72 0 0,8 71 1 0 0,-4 13 47 0 0,-3-99-25 0 0,0 8-2 0 0,-1-5 0 0 0,2-1-1 0 0,7 54 1 0 0,-7-80-18 0 0,0 0 0 0 0,-1 1 0 0 0,0-1 0 0 0,-1 8 0 0 0,1 23 17 0 0,8 89 12 0 0,-4-38-1137 0 0,-4-86 647 0 0,0 13-1125 0 0,0-13-413 0 0,0 1-2367 0 0,-2 14-1382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07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6449 0 0,'6'53'9733'0'0,"-3"26"-4709"0"0,0 0-3029 0 0,4 141 25 0 0,0-21-1621 0 0,-1-52-375 0 0,-3-37-52 0 0,-3-62-214 0 0,8 57 0 0 0,0 8 18 0 0,7 177 272 0 0,-7-155-12 0 0,7 5 42 0 0,-6 168 296 0 0,-8-127-318 0 0,-3-85-31 0 0,8 144-200 0 0,-1-136 131 0 0,-1 25 41 0 0,-3-28 64 0 0,-1 20 109 0 0,0 71 272 0 0,0-1-117 0 0,-4 35-203 0 0,1-6-115 0 0,4-96-6 0 0,-1 4-3 0 0,-8 100-201 0 0,11-113 147 0 0,-1-68 21 0 0,-3 48 0 0 0,0-63 14 0 0,4 38 0 0 0,-1-41 18 0 0,-4 51 0 0 0,-1-27 34 0 0,4 60 0 0 0,8 229 22 0 0,-7-119-82 0 0,-2-146 5 0 0,-8 112 50 0 0,1-2 16 0 0,2-78-39 0 0,1 37 2 0 0,11 151-15 0 0,-5-69-12 0 0,-3-87 2 0 0,-2-79 9 0 0,8 82 0 0 0,-3-123 9 0 0,-3 32 0 0 0,0-18-4 0 0,-1 42-9 0 0,2-75 15 0 0,4 104-34 0 0,-4-101 31 0 0,-1 5-132 0 0,-5 51 135 0 0,0-29-3494 0 0,4-29-814 0 0,-5 4-1316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09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1 110 2052 0 0,'0'0'26068'0'0,"4"0"-25824"0"0,40 0 140 0 0,0-2 1 0 0,43-7-1 0 0,16-2-179 0 0,-53 8-132 0 0,512-31 393 0 0,-272 19-365 0 0,17 3-48 0 0,4-3-4 0 0,1139 7-104 0 0,-779 16 12 0 0,-396-6 44 0 0,56 2-11 0 0,810 63-51 0 0,-815-40-13 0 0,114 13-80 0 0,400 38-2186 0 0,-689-68-4098 0 0,-81-4 273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13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21 132 92 0 0,'-6'-12'12849'0'0,"-2"-2"-1752"0"0,2 6-8012 0 0,6 7-1920 0 0,4 1-1114 0 0,14 1 26 0 0,0 1 1 0 0,0 0-1 0 0,0 1 1 0 0,28 9 0 0 0,5 1-65 0 0,185 35 16 0 0,-179-35-27 0 0,1-4-1 0 0,67 4 1 0 0,118-8-28 0 0,-96-4-10 0 0,151-3-2 0 0,-93-1 27 0 0,112 1 14 0 0,188-12 0 0 0,205-18 26 0 0,-389 14-45 0 0,402-24 4 0 0,-83 22 4 0 0,-213 13 9 0 0,-420 7-1 0 0,318-2 16 0 0,241 3-27 0 0,-452-4 10 0 0,395-14-9 0 0,161-6-15 0 0,-456 10 22 0 0,-45 1-11 0 0,-129 10-228 0 0,181-5 561 0 0,-73 8-4169 0 0,-140 0-618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23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0 153 1832 0 0,'3'37'7327'0'0,"-2"-29"-6263"0"0,1 0 0 0 0,0-1 0 0 0,0 1 0 0 0,6 13 0 0 0,-8-20-558 0 0,1-5-294 0 0,2-9 14 0 0,-1-1-1 0 0,-1 0 1 0 0,0 0-1 0 0,-1 1 0 0 0,0-1 1 0 0,-1 0-1 0 0,-3-15 0 0 0,-2-48 1603 0 0,6 49-1236 0 0,1 20 3319 0 0,19 210-2185 0 0,8 81-681 0 0,34 167 39 0 0,-25-191-700 0 0,-1 52-131 0 0,-26-222-213 0 0,27 193 48 0 0,-26-130-71 0 0,-7-68-6 0 0,5 58 12 0 0,-3 74-34 0 0,3 138 7 0 0,-2-77-74 0 0,9 51-178 0 0,0-25 74 0 0,6 19-46 0 0,-2-64-70 0 0,8 73 26 0 0,-2 32 96 0 0,-8-139 36 0 0,-10-128 30 0 0,5 107-74 0 0,3-4-51 0 0,-1-12-32 0 0,-11 27 226 0 0,21 159 129 0 0,-16-280-87 0 0,-8-78-156 0 0,-1 0 0 0 0,-2 17-1 0 0,-1-7-2879 0 0,1-22-1243 0 0,-3 4-1295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25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7201 0 0,'1'1'707'0'0,"0"0"0"0"0,0 1 1 0 0,0-1-1 0 0,0 0 0 0 0,0 0 1 0 0,1 0-1 0 0,-1 0 0 0 0,0 0 1 0 0,1 0-1 0 0,-1 0 1 0 0,0 0-1 0 0,3 1 0 0 0,23 5 2646 0 0,32-5-3176 0 0,-47-2 694 0 0,263-15 16 0 0,-186 9-6755 0 0,-55 3 717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26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2 2052 0 0,'0'0'10660'0'0,"-2"-1"-8061"0"0,-10 0 7004 0 0,17 2-9269 0 0,547 22 2707 0 0,-381-20-2716 0 0,-108-2-242 0 0,320-1 171 0 0,69-16-117 0 0,-65 25-56 0 0,-229 0-75 0 0,369 7 53 0 0,-426-13-53 0 0,324 21-29 0 0,-142-15 36 0 0,-253-9-10 0 0,364 4-17 0 0,-314-5 13 0 0,31 1 4 0 0,100 1 13 0 0,-35-2-14 0 0,107-6 10 0 0,-118 1-24 0 0,67-4 0 0 0,116 1-13 0 0,-18 14 42 0 0,-111 0-7 0 0,197-1 64 0 0,-88-2 10 0 0,11-1 77 0 0,-33 9 25 0 0,-142-2-112 0 0,69 7-739 0 0,-228-16 960 0 0,-3 1-1524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6:59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3252 0 0,'0'0'23530'0'0,"1"6"-23270"0"0,3 16 608 0 0,2 44 0 0 0,-1 5-424 0 0,-3-48-367 0 0,0 0-1 0 0,-4 47 1 0 0,1-56-75 0 0,-3 17 3 0 0,1 0-1 0 0,4 56 1 0 0,0-79 5 0 0,-1-2-8 0 0,-4 12 13 0 0,0-1-3 0 0,2-3-18 0 0,-1-1 0 0 0,0 18 0 0 0,-2 16 13 0 0,10 47-16 0 0,-3-50 19 0 0,8 48-1 0 0,-2-26-35 0 0,-5-30 26 0 0,11 138 16 0 0,-7-111-5 0 0,-4-43-5 0 0,1 32 0 0 0,5 27-6 0 0,-3 3 44 0 0,-3 25-80 0 0,0-5 28 0 0,2 69 8 0 0,1-20 16 0 0,-3-20-20 0 0,-6 80 14 0 0,2-204-10 0 0,1-6 0 0 0,-2 38-2 0 0,4 49 0 0 0,4 95 20 0 0,2-7-19 0 0,-2 64 20 0 0,-2-147-2 0 0,-5-22-27 0 0,-1 33 16 0 0,1-79-11 0 0,3 30 0 0 0,0-31 8 0 0,-2 33-1 0 0,-4-8 4 0 0,3-1 0 0 0,2 1 0 0 0,9 59 0 0 0,-3-8-2 0 0,-7-61-11 0 0,1 9-2 0 0,2-16 14 0 0,-1 52 1 0 0,-1 2 3 0 0,0 23-10 0 0,0-19 1 0 0,0-33 26 0 0,3 43-16 0 0,-2-80-6 0 0,-2 0 0 0 0,-2 25 0 0 0,1-21-10 0 0,1 28 0 0 0,5 182 25 0 0,-2-7 27 0 0,-3-136-48 0 0,8 101 42 0 0,-3-103-47 0 0,-2-62 19 0 0,-1-1 0 0 0,-2 1 0 0 0,-3 31 0 0 0,2-53-11 0 0,0 0-1 0 0,1-1 0 0 0,-1 1 1 0 0,1 0-1 0 0,0 0 1 0 0,0-1-1 0 0,1 7 1 0 0,1 2 10 0 0,0 30-11 0 0,-4 50-1 0 0,1-68-187 0 0,3 32 0 0 0,-1-9-1050 0 0,-6-16-6108 0 0,1-22 1245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01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7677 0 0,'2'31'7213'0'0,"-1"0"-3975"0"0,1 35-395 0 0,-2 62-292 0 0,3 34-1431 0 0,-3-43-762 0 0,-2-11-173 0 0,0-69-138 0 0,4 73 1 0 0,4 60-29 0 0,-5-84-28 0 0,2 10 5 0 0,-3 264 435 0 0,-4-215-102 0 0,3-48-109 0 0,-7 234 148 0 0,7-111-306 0 0,2-109-44 0 0,-7 82 88 0 0,0-64-10 0 0,0-8-6 0 0,-1 39-6 0 0,6-91-53 0 0,-9 278 105 0 0,12-221-128 0 0,0-85-3 0 0,-2 0-1 0 0,-5 50 0 0 0,2-56-5 0 0,1 0-1 0 0,5 48 0 0 0,0-3 0 0 0,-15 260 13 0 0,-3 20 41 0 0,11-289-19 0 0,2-48-20 0 0,1 1-1 0 0,2 29 1 0 0,6 130-8 0 0,-11 38-20 0 0,1 164-418 0 0,2-213 47 0 0,2-77 251 0 0,1-21 71 0 0,0-26 31 0 0,-5 53 0 0 0,2-77 19 0 0,3 48 0 0 0,1-24 7 0 0,-2 62 1 0 0,5 115-13 0 0,-1-34 51 0 0,1 11-8 0 0,-2-67 193 0 0,-3-112-142 0 0,-3 38 0 0 0,0 1-1489 0 0,1-52 1117 0 0,0-5-2499 0 0,0-1-1262 0 0,0 3-1570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17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6708 0 1236 0 0,'0'0'20442'0'0,"-5"3"-20006"0"0,-7 2-49 0 0,-1-1 1 0 0,0 0-1 0 0,1-1 1 0 0,-1 0-1 0 0,-14 0 0 0 0,-219 33 1034 0 0,-59 6-1172 0 0,-80 3 86 0 0,-36 12-71 0 0,40-5-206 0 0,-32 4-97 0 0,149-19 2 0 0,-62 18-28 0 0,7-2 5 0 0,-730 112-462 0 0,667-112 493 0 0,-88 15 188 0 0,408-55-144 0 0,-14 3 49 0 0,-1-2 0 0 0,-97 3-1 0 0,-184-1 348 0 0,80 0 18 0 0,254-14-387 0 0,-24 2 42 0 0,0 2-1 0 0,-61 15 1 0 0,-5 3 19 0 0,8-2-18 0 0,-26 5-753 0 0,87-21-3239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20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6017 0 0,'8'74'10377'0'0,"-7"-49"-9177"0"0,-1-1-1 0 0,-4 37 1 0 0,-1 14 415 0 0,5-58-1502 0 0,4-45-431 0 0,2-64-421 0 0,4-21 154 0 0,-8 88 544 0 0,-1 17 315 0 0,0 1 0 0 0,0-1 1 0 0,4-13 2633 0 0,-6 27-2625 0 0,-1 73 724 0 0,15 135-1 0 0,-1-63-561 0 0,-1 189 161 0 0,9 145-133 0 0,-21-323-381 0 0,2-31-29 0 0,5 56-4 0 0,-3-6-13 0 0,-4-125-19 0 0,9 101 0 0 0,-3-110-33 0 0,-3 75 0 0 0,-2-27 0 0 0,0-51 6 0 0,-2 21 7 0 0,1 70 6 0 0,6 23-80 0 0,-4-68 32 0 0,4 131-193 0 0,8-35 88 0 0,-5-98 93 0 0,0-28 31 0 0,-5-38 10 0 0,3 40-1 0 0,5 84-19 0 0,-1-36-73 0 0,-10-81 68 0 0,3 21-20 0 0,0-25 21 0 0,-1 38 0 0 0,1 15-13 0 0,3 39 17 0 0,-2-17 14 0 0,7 92-178 0 0,-5 59-180 0 0,-3-193 284 0 0,-5-39 55 0 0,1-1 0 0 0,3 26 0 0 0,0 32-20 0 0,7 164-150 0 0,-10-9 619 0 0,1-177-262 0 0,1-30-2 0 0,-5 41-1 0 0,-2-34-1126 0 0,-3-8-5955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15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6799 1 5585 0 0,'0'0'3083'0'0,"-2"0"-815"0"0,-46 11 8103 0 0,32-6-9261 0 0,-22 5 243 0 0,-89 21 372 0 0,26-9-1240 0 0,-280 19-420 0 0,364-39-72 0 0,-158 1-82 0 0,26-2 55 0 0,-150 20 5 0 0,-61 20 27 0 0,-64 6 7 0 0,211-25 29 0 0,-661 59 283 0 0,570-51-239 0 0,-9-4-62 0 0,54 0 0 0 0,-143 10 16 0 0,-8-6-36 0 0,302-21 3 0 0,-67 2-10 0 0,-368 20 258 0 0,-11 1 4 0 0,304-19-120 0 0,140-6-1946 0 0,-1-2-4678 0 0,76-4 759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28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6870 14 2052 0 0,'-37'-5'12518'0'0,"-22"4"-8944"0"0,39 1-1953 0 0,8 0-1161 0 0,-9 0 1141 0 0,-33-3-1 0 0,52 2-1338 0 0,0 2-178 0 0,-3 2-44 0 0,4-3-90 0 0,7 0-523 0 0,3 1 491 0 0,35 0-646 0 0,0-2-1 0 0,46-6 1 0 0,-87 7 860 0 0,0-1 1 0 0,0 1 0 0 0,0 0-1 0 0,0 0 1 0 0,0 0-1 0 0,0 0 1 0 0,0 0-1 0 0,0 1 1 0 0,5 1-1 0 0,7 1 390 0 0,-13-2-492 0 0,9 2 254 0 0,-8-3 1144 0 0,-3 1-595 0 0,-11 3-382 0 0,-24 2-380 0 0,-212 19 934 0 0,12-2-980 0 0,-149-10 561 0 0,-302 36 75 0 0,239-4-489 0 0,349-37-175 0 0,-108 11 10 0 0,2-2 5 0 0,13-2-20 0 0,-76 20-18 0 0,-90 9 0 0 0,3 6 14 0 0,122-16-17 0 0,-395 57-39 0 0,457-71 23 0 0,-100 14-29 0 0,-280 49 548 0 0,312-43-117 0 0,-22 3 4 0 0,202-36-305 0 0,-211 31 70 0 0,7 21-1149 0 0,170-34-773 0 0,-3 2-3651 0 0,24-4-695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43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3372 0 0,'0'0'15934'0'0,"1"5"-15073"0"0,2 15 197 0 0,-1 1 1 0 0,1 29 0 0 0,-1 8-35 0 0,-1 21-809 0 0,-1-73-2446 0 0,-2-13 1805 0 0,-3-14 445 0 0,-12-128-1308 0 0,15 130 2761 0 0,4 26-48 0 0,4 34-449 0 0,-2 39 31 0 0,-2-3-462 0 0,14 75 0 0 0,34 470 234 0 0,-43-449-734 0 0,11 196-246 0 0,-16-327 183 0 0,15 228-54 0 0,-10-89-83 0 0,-4-56-112 0 0,3 78-256 0 0,0 18 112 0 0,-3-20 113 0 0,-3-145 228 0 0,4 110-105 0 0,-1-25-105 0 0,-4-48 96 0 0,9 102 13 0 0,0-70-21 0 0,2 188-1013 0 0,1-100 433 0 0,3 106-178 0 0,-13-283 1140 0 0,6 61 184 0 0,0 47-103 0 0,2-11-31 0 0,8 76 1007 0 0,-12-114-802 0 0,-1-15-161 0 0,-4-71-228 0 0,6 58 267 0 0,2 33 592 0 0,-8-97-644 0 0,-3 13-413 0 0,2-10-5314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4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7465 0 0,'0'0'12892'0'0,"0"8"-12339"0"0,-6 93 1248 0 0,6-98-2002 0 0,0 2-401 0 0,0-5 561 0 0,0 0 0 0 0,0 0 0 0 0,0 0 0 0 0,0 0 0 0 0,0 0-1 0 0,1 0 1 0 0,-1 0 0 0 0,0-1 0 0 0,0 1 0 0 0,0 0 0 0 0,0 0 0 0 0,0 0-1 0 0,0 0 1 0 0,0 0 0 0 0,0 0 0 0 0,0 0 0 0 0,0 0 0 0 0,0 0-1 0 0,0 0 1 0 0,0 0 0 0 0,0 0 0 0 0,0-1 0 0 0,0 1 0 0 0,1 0 0 0 0,-1 0-1 0 0,0 0 1 0 0,0 0 0 0 0,0 0 0 0 0,0 0 0 0 0,0 0 0 0 0,0 0-1 0 0,0 0 1 0 0,0 0 0 0 0,0 0 0 0 0,0 0 0 0 0,1 0 0 0 0,-1 0 0 0 0,0 0-1 0 0,0 0 1 0 0,0 0 0 0 0,0 0 0 0 0,0 0 0 0 0,0 0 0 0 0,0 0 0 0 0,0 0-1 0 0,0 0 1 0 0,0 0 0 0 0,1 0 0 0 0,-1 1 0 0 0,0-1 0 0 0,0 0-1 0 0,0 0 1 0 0,0 0 0 0 0,0 0 0 0 0,0 0 0 0 0,5-20-425 0 0,-1 0-1 0 0,2-31 4413 0 0,-5 80-3718 0 0,5 243 2001 0 0,-6-270-2469 0 0,0-7-1397 0 0,8-107 442 0 0,0-10 1806 0 0,-8 120-349 0 0,-1-4 29 0 0,0 5-11 0 0,1 4 1397 0 0,13 289 6 0 0,-2 296-492 0 0,-5-369-877 0 0,1-57-202 0 0,10 159-17 0 0,-13-264-96 0 0,2 125-2 0 0,4 45-61 0 0,7 0 49 0 0,-6 16 8 0 0,-7-142-46 0 0,-1 8 1 0 0,1-49 28 0 0,-3 29-7 0 0,1 11-12 0 0,3-33 0 0 0,16 320-84 0 0,-20-108 217 0 0,7-119-59 0 0,-5-113-43 0 0,6 125-23 0 0,5 69-171 0 0,-8-175 129 0 0,12 193-397 0 0,-20-77 152 0 0,5-41-96 0 0,-3-122 374 0 0,-1 39-158 0 0,-8 63 0 0 0,8-112 198 0 0,1 22 39 0 0,-1-24-8407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38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1104 0 0,'0'0'19967'0'0,"-2"5"-19425"0"0,-5 16-54 0 0,6-15 320 0 0,2 3-431 0 0,-1 0 0 0 0,0-1-1 0 0,0 1 1 0 0,-1 0 0 0 0,-1 11-1 0 0,-2 14-21 0 0,1 46 237 0 0,0 116 130 0 0,22 13-203 0 0,6 107-137 0 0,0 87-250 0 0,-18-316-113 0 0,5 129-16 0 0,6 142 20 0 0,-3-172-15 0 0,-13-156-14 0 0,23 324-325 0 0,-21-222 110 0 0,-3-36 159 0 0,16 126-64 0 0,-11-65-102 0 0,0 154 66 0 0,-7-129 4 0 0,0-67 176 0 0,1 123-9 0 0,-1-193-8 0 0,7 147 125 0 0,11 74-100 0 0,-11-121-84 0 0,0-4-20 0 0,12 70-3 0 0,-11-122 44 0 0,-1 116 262 0 0,-6-196-210 0 0,9 115 206 0 0,0-33 68 0 0,-8-57-134 0 0,0-7 71 0 0,1-1-1 0 0,8 46 0 0 0,-10-70-303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39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6597 0 0,'0'0'15475'0'0,"0"6"-15254"0"0,7 77 517 0 0,-3-30-1742 0 0,-4-33-4009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4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81 9105 0 0,'-1'-2'13'0'0,"-2"-14"2413"0"0,0 0 0 0 0,-2-23 0 0 0,7 32-277 0 0,1 12 1095 0 0,1 22-1222 0 0,6 128 5 0 0,1 6-1407 0 0,-1 60 124 0 0,-1-90-404 0 0,-2-41-179 0 0,7 198 117 0 0,-9-16-163 0 0,-3-137-42 0 0,2 25-55 0 0,1 64-28 0 0,3 28-75 0 0,4-55-13 0 0,-5-46 69 0 0,8 99-192 0 0,-11-136 37 0 0,-3-68 94 0 0,-1-16 56 0 0,-10 179-285 0 0,17-52-246 0 0,2-35 329 0 0,-9-107 224 0 0,17 420-102 0 0,-6-310 10 0 0,-6-67 34 0 0,-1 42-24 0 0,4 29-22 0 0,2 56-357 0 0,-7-94 230 0 0,0-32 54 0 0,8 132-652 0 0,-2-78 258 0 0,-7-42 298 0 0,0-1 100 0 0,6 67 297 0 0,7 73 922 0 0,-9-111-116 0 0,-3-53-540 0 0,-3-44-493 0 0,-1 4-1197 0 0,0-1-341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10.3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30 184 0 0,'2'-6'12941'0'0,"7"-17"-656"0"0,-7 86-7927 0 0,2-5-4017 0 0,-2 47 198 0 0,-1 238 491 0 0,-8-250-830 0 0,3-48-54 0 0,2 72 0 0 0,3-107-126 0 0,0 45 95 0 0,-2-53-124 0 0,1-1-93 0 0,0 5 237 0 0,0-6-150 0 0,0 0 0 0 0,0 0 0 0 0,0 0 0 0 0,0 0-1 0 0,0 0 1 0 0,0 0 0 0 0,0 0 0 0 0,0 0 0 0 0,0-1 0 0 0,0 1 0 0 0,0 0 0 0 0,0 0 0 0 0,0 0 0 0 0,0 0 0 0 0,0 0 0 0 0,0 0 0 0 0,0 0 0 0 0,0 0 0 0 0,0 0 0 0 0,-1 0-1 0 0,1 0 1 0 0,0 0 0 0 0,0-1 0 0 0,0 1 0 0 0,0 0 0 0 0,0 0 0 0 0,0 0 0 0 0,0 0 0 0 0,0 0 0 0 0,0 0 0 0 0,0 0 0 0 0,0 0 0 0 0,0 0 0 0 0,0 0 0 0 0,0 0-1 0 0,0 0 1 0 0,-1 0 0 0 0,1 0 0 0 0,0 0 0 0 0,0 0 0 0 0,0 0 0 0 0,0 0 0 0 0,0 0 0 0 0,0 0 0 0 0,0 0 0 0 0,0 0 0 0 0,0 0 0 0 0,0 0 0 0 0,-1 0 0 0 0,1 0 0 0 0,0 0-1 0 0,0 0 1 0 0,0 0 0 0 0,0 0 0 0 0,0 0 0 0 0,0 0 0 0 0,0 0 0 0 0,0 0 0 0 0,0 0 0 0 0,0 0 0 0 0,0 0 0 0 0,0 0 0 0 0,0 0 0 0 0,-1 0 0 0 0,1 1 0 0 0,0-1 0 0 0,-17-37-1105 0 0,5 4-4344 0 0,4 9-1030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10.9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1 7945 0 0,'-4'2'16843'0'0,"-1"2"-13401"0"0,-13 13-6232 0 0,11-5 4614 0 0,-18 32-1056 0 0,11-21-394 0 0,2 1 0 0 0,-16 41 0 0 0,12-21-69 0 0,6-18 67 0 0,-9 41-1 0 0,18-65-154 0 0,4-9-187 0 0,53-156 288 0 0,-40 127 85 0 0,-12 38-381 0 0,3 3-10 0 0,0 1 1 0 0,-1 0 0 0 0,12 12 0 0 0,16 16-1833 0 0,-7-17-4203 0 0,-11-10-375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12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13 6197 0 0,'6'-13'24263'0'0,"-17"140"-23914"0"0,6 134-1 0 0,5-215-271 0 0,17 234 408 0 0,-6-196-244 0 0,-10-82-223 0 0,-1 0 17 0 0,0 0 1 0 0,0-1-1 0 0,1 1 0 0 0,-1 0 0 0 0,1-1 0 0 0,-1 1 1 0 0,1-1-1 0 0,0 1 0 0 0,2 2 0 0 0,0-4-35 0 0,0 1 0 0 0,0-1-1 0 0,0 0 1 0 0,1 0 0 0 0,-1-1 0 0 0,0 1-1 0 0,0 0 1 0 0,0-1 0 0 0,1 0-1 0 0,-1 0 1 0 0,0 0 0 0 0,3-2 0 0 0,10-2-3 0 0,100-20-8 0 0,109-19-3 0 0,-193 38 3 0 0,17 0-71 0 0,-48 6 49 0 0,-5 2-797 0 0,1 1 696 0 0,0-1 0 0 0,0 0 0 0 0,-1 0-1 0 0,1 0 1 0 0,-1-1 0 0 0,1 1 0 0 0,-8 1 0 0 0,-21 1-6454 0 0,21-3 160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13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136 0 1236 0 0,'-1'1'24374'0'0,"-6"18"-24122"0"0,-24 51 1407 0 0,8-22-832 0 0,3 2 0 0 0,1 0-1 0 0,-15 69 1 0 0,34-117-626 0 0,4-7-172 0 0,54-86 41 0 0,-41 62-28 0 0,1 1 0 0 0,31-38 1 0 0,-49 65-39 0 0,0 1 0 0 0,1-1 0 0 0,-1 1 1 0 0,1-1-1 0 0,-1 1 0 0 0,1-1 0 0 0,-1 1 0 0 0,1 0 1 0 0,0-1-1 0 0,-1 1 0 0 0,1 0 0 0 0,-1-1 0 0 0,1 1 0 0 0,0 0 1 0 0,-1 0-1 0 0,1-1 0 0 0,0 1 0 0 0,-1 0 0 0 0,1 0 1 0 0,0 0-1 0 0,-1 0 0 0 0,1 0 0 0 0,0 0 0 0 0,-1 0 1 0 0,1 0-1 0 0,0 0 0 0 0,-1 0 0 0 0,1 1 0 0 0,0-1 0 0 0,-1 0 1 0 0,1 0-1 0 0,0 1 0 0 0,-1-1 0 0 0,1 0 0 0 0,-1 1 1 0 0,1-1-1 0 0,-1 1 0 0 0,1-1 0 0 0,0 1 0 0 0,19 25 17 0 0,-12-13-76 0 0,-1-5-31 0 0,0-1 0 0 0,0 0 0 0 0,9 7 0 0 0,6-1-1635 0 0,2-8-4246 0 0,-10-5-435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14.0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511 13 1236 0 0,'0'-13'24769'0'0,"0"45"-23291"0"0,27 345 1528 0 0,10 20-1961 0 0,-17-301-728 0 0,-20-95-233 0 0,0-1-79 0 0,0 0-1 0 0,0 0 1 0 0,1 0-1 0 0,-1 0 1 0 0,0 1 0 0 0,0-1-1 0 0,0 0 1 0 0,0 0 0 0 0,0 0-1 0 0,0 0 1 0 0,1 0 0 0 0,-1 0-1 0 0,0 0 1 0 0,0 1 0 0 0,0-1-1 0 0,0 0 1 0 0,0 0-1 0 0,0 0 1 0 0,0 0 0 0 0,0 0-1 0 0,0 1 1 0 0,0-1 0 0 0,0 0-1 0 0,1 0 1 0 0,-1 0 0 0 0,0 0-1 0 0,0 1 1 0 0,0-1-1 0 0,0 0 1 0 0,0 0 0 0 0,0 0-1 0 0,0 0 1 0 0,-1 1 0 0 0,1-1-1 0 0,0 0 1 0 0,0 0 0 0 0,0 0-1 0 0,0 0 1 0 0,0 1-1 0 0,0-1 1 0 0,0 0 0 0 0,0 0-1 0 0,0 0 1 0 0,0 0 0 0 0,0 0-1 0 0,-1 0 1 0 0,1 1 0 0 0,0-1-1 0 0,0 0 1 0 0,0 0-1 0 0,0 0 1 0 0,0 0 0 0 0,0 0-1 0 0,-1 0 1 0 0,1 0 0 0 0,0 0-1 0 0,0 0 1 0 0,0 0 0 0 0,0 0-1 0 0,-1 0 1 0 0,1 0 0 0 0,0 1-1 0 0,0-1 1 0 0,0 0-1 0 0,0 0 1 0 0,-1 0 0 0 0,1-1-1 0 0,-187-40 100 0 0,152 35-97 0 0,0 3 0 0 0,-1 0 1 0 0,-55 5-1 0 0,-48 18 2 0 0,79-9-120 0 0,51-12-307 0 0,9-5-982 0 0,9-7-1020 0 0,-8 11 2460 0 0,8-6-4488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14.7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34 5937 0 0,'0'0'7238'0'0,"0"-16"-767"0"0,0 15-6204 0 0,1 0 0 0 0,-1 0 0 0 0,0 0 0 0 0,0 0 0 0 0,0 0 0 0 0,0 0 0 0 0,0 0-1 0 0,0 0 1 0 0,0 0 0 0 0,-1 0 0 0 0,1 0 0 0 0,0 0 0 0 0,-1 0 0 0 0,1 0 0 0 0,-1-1-1 0 0,1 2-166 0 0,-1 0 0 0 0,1 0 0 0 0,0 0 0 0 0,-1 0 0 0 0,1 0 0 0 0,0 0 0 0 0,-1 0 0 0 0,1 0 0 0 0,0 0 0 0 0,-1 0 0 0 0,1 0 0 0 0,0 0 0 0 0,-1 1 0 0 0,1-1 0 0 0,0 0 0 0 0,-1 0 0 0 0,1 0 0 0 0,0 1 0 0 0,0-1 0 0 0,-1 0 0 0 0,1 0 0 0 0,0 1 0 0 0,0-1 0 0 0,-1 0 0 0 0,1 0-1 0 0,0 1 1 0 0,0-1 0 0 0,0 1 0 0 0,-21 35 1148 0 0,-4 26-395 0 0,-21 75 0 0 0,34-97-492 0 0,3-15 7 0 0,8-24-195 0 0,3-10-134 0 0,4-20-4 0 0,5-23 81 0 0,2 0 1 0 0,30-74 0 0 0,-43 125-109 0 0,1-1 1 0 0,0 1-1 0 0,-1 0 1 0 0,1-1-1 0 0,0 1 1 0 0,0 0-1 0 0,0 0 1 0 0,0-1-1 0 0,0 1 1 0 0,0 0-1 0 0,0 0 1 0 0,0 0-1 0 0,0 1 1 0 0,1-1-1 0 0,1-1 1 0 0,-1 1 18 0 0,2 4-3 0 0,9 6-60 0 0,0 1 1 0 0,16 18-1 0 0,-16-15-292 0 0,1-1-1 0 0,0 0 1 0 0,17 10-1 0 0,23 5-5907 0 0,-28-16-183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40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 4124 0 0,'0'0'2319'0'0,"-2"5"-206"0"0,2-3-1305 0 0,2-5-484 0 0,12-17 6462 0 0,-13 72-4000 0 0,-4 0-1537 0 0,3-51-1309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4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10221 0 0,'0'-19'4002'0'0,"3"-34"0"0"0,-2 38-2820 0 0,-1 13-677 0 0,1-5-70 0 0,-1 6 59 0 0,1 6 2548 0 0,12 305-1195 0 0,8-115-1215 0 0,0-25-625 0 0,-1 117-120 0 0,-17-162 216 0 0,4 54-34 0 0,-5-144-98 0 0,4 107-174 0 0,11 103-250 0 0,-7-103 213 0 0,-3 63-307 0 0,-5-51 12 0 0,-1-142 503 0 0,3 189-414 0 0,-1-36 346 0 0,1 25-50 0 0,-1-106-23 0 0,-7 87 0 0 0,-5-17 152 0 0,5 155 26 0 0,13-30-247 0 0,-12-150 123 0 0,5 31 6 0 0,6 147 101 0 0,0-140-94 0 0,21 269-1100 0 0,-22-307-2626 0 0,-6-97 500 0 0,1 7-1484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0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8853 0 0,'-6'18'2482'0'0,"1"0"0"0"0,-3 19-1 0 0,-4 79 1611 0 0,10-92-3349 0 0,-5 67 1263 0 0,4 0 1 0 0,16 171 0 0 0,-13-253-3328 0 0,-4-9 1076 0 0,-11-17-38 0 0,-5-5-6912 0 0,13 19 1567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0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7761 0 0,'2'-8'18067'0'0,"1"17"-17764"0"0,1 1 0 0 0,0-1 0 0 0,1 0 0 0 0,0-1 0 0 0,0 1 0 0 0,12 13 0 0 0,-16-20-284 0 0,1 0 0 0 0,0 0 0 0 0,0 0 0 0 0,-1 0 1 0 0,1-1-1 0 0,0 1 0 0 0,0-1 0 0 0,1 1 0 0 0,-1-1 1 0 0,0 0-1 0 0,0 0 0 0 0,1 0 0 0 0,-1 0 0 0 0,0 0 1 0 0,1-1-1 0 0,-1 1 0 0 0,1-1 0 0 0,-1 0 0 0 0,1 1 1 0 0,-1-1-1 0 0,1 0 0 0 0,-1 0 0 0 0,1-1 0 0 0,-1 1 1 0 0,1 0-1 0 0,-1-1 0 0 0,1 0 0 0 0,-1 1 0 0 0,0-1 1 0 0,1 0-1 0 0,-1 0 0 0 0,0-1 0 0 0,0 1 0 0 0,4-3 1 0 0,3-3-707 0 0,-1-1 0 0 0,0 0 0 0 0,0 0 0 0 0,-1-1 0 0 0,8-11 0 0 0,0 0-2587 0 0,10-11-2874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2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7333 0 0,'-2'7'4945'0'0,"-1"10"-2502"0"0,0-1-1 0 0,-1 23 1 0 0,5 37 1352 0 0,20 82-1632 0 0,-8-73-1037 0 0,-11-63-1080 0 0,3 2-309 0 0,-2 1 1 0 0,-1 0-1 0 0,-1-1 1 0 0,-1 1-1 0 0,-6 44 1 0 0,1-57-2442 0 0,3-7-933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3 338 6473 0 0,'-2'-17'7573'0'0,"4"-4"-3186"0"0,1 0 515 0 0,14 26-3568 0 0,-11 0-1128 0 0,1-1 0 0 0,-1 1-1 0 0,1 0 1 0 0,-2 0 0 0 0,1 1 0 0 0,0-1 0 0 0,-1 1-1 0 0,0 1 1 0 0,6 10 0 0 0,7 6 106 0 0,29 37 451 0 0,79 131 0 0 0,-126-191-756 0 0,0 1 0 0 0,0-1 0 0 0,0 0-1 0 0,0 0 1 0 0,0 0 0 0 0,0 1 0 0 0,0-1-1 0 0,0 0 1 0 0,0 0 0 0 0,0 0 0 0 0,0 1-1 0 0,0-1 1 0 0,0 0 0 0 0,1 0 0 0 0,-1 0 0 0 0,0 1-1 0 0,0-1 1 0 0,0 0 0 0 0,0 0 0 0 0,0 0-1 0 0,1 0 1 0 0,-1 1 0 0 0,0-1 0 0 0,0 0-1 0 0,0 0 1 0 0,0 0 0 0 0,1 0 0 0 0,-1 0 0 0 0,0 0-1 0 0,0 0 1 0 0,1 0 0 0 0,-1 0 0 0 0,0 1-1 0 0,0-1 1 0 0,0 0 0 0 0,1 0 0 0 0,-1 0-1 0 0,0 0 1 0 0,0 0 0 0 0,0 0 0 0 0,1 0 0 0 0,-1 0-1 0 0,0-1 1 0 0,0 1 0 0 0,1 0 0 0 0,1-12 54 0 0,-4-24-58 0 0,-44-196 1 0 0,-10-77-1484 0 0,56 285 940 0 0,1 9-2707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8649 0 0,'2'-7'18537'0'0,"-1"21"-18194"0"0,0 1-1 0 0,2-1 0 0 0,-1 0 1 0 0,2 0-1 0 0,8 24 0 0 0,-10-33-334 0 0,0-1-1 0 0,0 0 1 0 0,0-1 0 0 0,1 1-1 0 0,-1 0 1 0 0,1-1 0 0 0,0 1-1 0 0,0-1 1 0 0,0 0-1 0 0,1 0 1 0 0,-1 0 0 0 0,1 0-1 0 0,-1-1 1 0 0,1 1-1 0 0,0-1 1 0 0,0 0 0 0 0,0 0-1 0 0,0 0 1 0 0,1-1 0 0 0,-1 1-1 0 0,0-1 1 0 0,1 0-1 0 0,-1-1 1 0 0,7 1 0 0 0,-6 0-78 0 0,0-1-1 0 0,1 0 1 0 0,-1 0 0 0 0,0-1 0 0 0,0 0 0 0 0,0 0 0 0 0,0 0-1 0 0,0 0 1 0 0,0-1 0 0 0,0 0 0 0 0,0 0 0 0 0,0 0 0 0 0,-1-1 0 0 0,1 1-1 0 0,-1-1 1 0 0,1 0 0 0 0,-1-1 0 0 0,0 1 0 0 0,-1-1 0 0 0,1 1-1 0 0,0-1 1 0 0,-1 0 0 0 0,0-1 0 0 0,0 1 0 0 0,0 0 0 0 0,-1-1-1 0 0,1 0 1 0 0,-1 1 0 0 0,0-1 0 0 0,2-10 0 0 0,-1 4 78 0 0,-1 1 1 0 0,0-1-1 0 0,-1 0 1 0 0,0 0-1 0 0,-1-14 1 0 0,0 18 55 0 0,0 1 122 0 0,0 0 0 0 0,-1 1-1 0 0,1-1 1 0 0,-1 1 0 0 0,0-1-1 0 0,0 1 1 0 0,-3-7 0 0 0,3 10 1366 0 0,1 9-1499 0 0,1 2-135 0 0,0 0 0 0 0,0 0 0 0 0,1 1 1 0 0,0-1-1 0 0,1 0 0 0 0,0-1 0 0 0,0 1 0 0 0,1 0 0 0 0,0-1 0 0 0,8 12 0 0 0,-10-17-56 0 0,1 0 0 0 0,0 1-1 0 0,0-1 1 0 0,0-1 0 0 0,0 1-1 0 0,0 0 1 0 0,1-1-1 0 0,-1 1 1 0 0,1-1 0 0 0,0 0-1 0 0,-1 0 1 0 0,1-1 0 0 0,0 1-1 0 0,0-1 1 0 0,0 0-1 0 0,0 0 1 0 0,6 1 0 0 0,-4-2-1188 0 0,-1 0 0 0 0,0 0 0 0 0,0 0 0 0 0,10-2 0 0 0,1-1-4714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3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27 8245 0 0,'-24'-19'13253'0'0,"11"11"-6486"0"0,15 24-6544 0 0,1 0 0 0 0,0 0 1 0 0,1 0-1 0 0,1-1 0 0 0,0 1 0 0 0,1-1 0 0 0,9 15 0 0 0,-2 0-202 0 0,-11-26-233 0 0,0 1-1 0 0,1 0 0 0 0,0-1 1 0 0,5 9-1 0 0,-3-26 101 0 0,-2 0 0 0 0,0 0 1 0 0,0 0-1 0 0,-2 0 0 0 0,1-26 0 0 0,-1 20 131 0 0,1-1-1 0 0,4-21 0 0 0,-5 39 53 0 0,0-4-14 0 0,-1 7-50 0 0,0-1 1 0 0,0 0 0 0 0,0 0 0 0 0,0 0 0 0 0,0 0-1 0 0,0 0 1 0 0,0 0 0 0 0,0 0 0 0 0,0 0 0 0 0,0 1-1 0 0,0-1 1 0 0,0 0 0 0 0,0 0 0 0 0,0 0 0 0 0,0 0-1 0 0,0 0 1 0 0,0 0 0 0 0,0 0 0 0 0,0 0 0 0 0,0 0-1 0 0,0 0 1 0 0,0 0 0 0 0,0 1 0 0 0,1-1 0 0 0,-1 0-1 0 0,0 0 1 0 0,0 0 0 0 0,0 0 0 0 0,0 0 0 0 0,0 0-1 0 0,0 0 1 0 0,0 0 0 0 0,0 0 0 0 0,1 0 0 0 0,-1 0-1 0 0,0 0 1 0 0,0 0 0 0 0,0 0 0 0 0,0 0 0 0 0,0 0-1 0 0,0 0 1 0 0,0 0 0 0 0,0 0 0 0 0,1 0 0 0 0,-1 0-1 0 0,0 0 1 0 0,0 0 0 0 0,0 0 0 0 0,0 0 0 0 0,0 0-1 0 0,0 0 1 0 0,0 0 0 0 0,0-1 0 0 0,0 1 0 0 0,0 0-1 0 0,1 0 1 0 0,-1 0 0 0 0,0 0 0 0 0,0 0 0 0 0,0 0-1 0 0,0 0 1 0 0,0 0 0 0 0,0 0 0 0 0,0-1 0 0 0,9 19 112 0 0,-1-1 0 0 0,-1 2 0 0 0,5 18 1 0 0,0 0-24 0 0,-12-36-95 0 0,1 3-30 0 0,1 0 0 0 0,-1 0 0 0 0,1 0 0 0 0,0-1 1 0 0,0 1-1 0 0,0 0 0 0 0,0-1 0 0 0,5 7 1 0 0,0-11-63 0 0,-7 1 88 0 0,0 0-1 0 0,0 0 1 0 0,1 0-1 0 0,-1 1 1 0 0,0-1 0 0 0,1 0-1 0 0,-1 0 1 0 0,0 0 0 0 0,0 0-1 0 0,1 0 1 0 0,-1 0-1 0 0,0 0 1 0 0,1 0 0 0 0,-1 0-1 0 0,0 0 1 0 0,0-1-1 0 0,1 1 1 0 0,-1 0 0 0 0,0 0-1 0 0,1 0 1 0 0,-1 0 0 0 0,0 0-1 0 0,0 0 1 0 0,1-1-1 0 0,-1 1 1 0 0,0 0 0 0 0,0 0-1 0 0,1 0 1 0 0,-1-1-1 0 0,0 1 1 0 0,0 0 0 0 0,0 0-1 0 0,0-1 1 0 0,1 1 0 0 0,-1 0-1 0 0,0 0 1 0 0,0-1-1 0 0,0 1 1 0 0,19-52-197 0 0,-15 38 210 0 0,0 0 0 0 0,2 0 0 0 0,12-24 0 0 0,-17 37 11 0 0,-1 1 1 0 0,1-1-1 0 0,0 0 0 0 0,-1 0 1 0 0,1 1-1 0 0,0-1 1 0 0,0 1-1 0 0,0-1 0 0 0,-1 1 1 0 0,1-1-1 0 0,0 1 1 0 0,0-1-1 0 0,0 1 1 0 0,0-1-1 0 0,0 1 0 0 0,0 0 1 0 0,0 0-1 0 0,0 0 1 0 0,0-1-1 0 0,0 1 1 0 0,0 0-1 0 0,0 0 0 0 0,0 0 1 0 0,0 1-1 0 0,0-1 1 0 0,0 0-1 0 0,0 0 1 0 0,1 1-1 0 0,30 13 157 0 0,-22-8-101 0 0,13 6-418 0 0,-16-8 206 0 0,1 0 0 0 0,-1-1 1 0 0,14 5-1 0 0,-18-8-641 0 0,0 1 0 0 0,0 0 0 0 0,0-1 0 0 0,0 0 0 0 0,0 0 0 0 0,0 0 0 0 0,1 0-1 0 0,2-1 1 0 0,10-2-5491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 2688 0 0,'6'-6'19426'0'0,"-2"24"-13602"0"0,-3 40-7968 0 0,-1-44 4221 0 0,-4 425 1358 0 0,5-420-3649 0 0,-2 1 1 0 0,0-1 0 0 0,-1 0 0 0 0,-8 35-1 0 0,0-40-1253 0 0,4-9-4746 0 0,-3 2-109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4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9349 0 0,'0'0'15555'0'0,"2"5"-14787"0"0,18 38 812 0 0,-16-33-1265 0 0,0 0-1 0 0,1 0 0 0 0,0 0 0 0 0,0-1 1 0 0,1 1-1 0 0,0-1 0 0 0,14 15 1 0 0,-18-23-310 0 0,-1 0-1 0 0,0 0 1 0 0,0 0 0 0 0,1-1 0 0 0,-1 1 0 0 0,1 0-1 0 0,-1-1 1 0 0,0 1 0 0 0,1-1 0 0 0,-1 1 0 0 0,1-1-1 0 0,0 1 1 0 0,-1-1 0 0 0,1 0 0 0 0,-1 0 0 0 0,1 0-1 0 0,-1 0 1 0 0,1 0 0 0 0,0 0 0 0 0,-1 0 0 0 0,1-1-1 0 0,-1 1 1 0 0,1-1 0 0 0,-1 1 0 0 0,1-1 0 0 0,-1 1 0 0 0,1-1-1 0 0,-1 0 1 0 0,0 0 0 0 0,1 0 0 0 0,-1 0 0 0 0,0 0-1 0 0,2-1 1 0 0,3-4-247 0 0,0 1 0 0 0,-1-1 0 0 0,0 0 0 0 0,0-1 0 0 0,4-8 0 0 0,-3 7-1359 0 0,-1 0 1 0 0,-1-1-1 0 0,4-9 0 0 0,-1-5-4665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4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2104 0 0,'2'2'15363'0'0,"0"7"-8202"0"0,1 3-5016 0 0,5 31-4502 0 0,-6-30 4499 0 0,20 270 135 0 0,-22-274-2697 0 0,1 11-489 0 0,-1-14-6412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4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10 287 4088 0 0,'-4'-17'6073'0'0,"2"8"-2518"0"0,1-1-1 0 0,0 1 1 0 0,-1-20 0 0 0,2 27-2973 0 0,3 3-412 0 0,0 0-1 0 0,0 0 1 0 0,0 0-1 0 0,-1 0 1 0 0,1 1-1 0 0,-1-1 1 0 0,1 1-1 0 0,-1-1 1 0 0,1 1-1 0 0,-1 0 0 0 0,0 0 1 0 0,0 0-1 0 0,0 0 1 0 0,0 0-1 0 0,0 1 1 0 0,3 4-1 0 0,25 44 496 0 0,-15-28-423 0 0,0 0 0 0 0,1-1 0 0 0,21 22 0 0 0,-27-33-153 0 0,2 0 0 0 0,-1 0 0 0 0,2-1 0 0 0,18 11 0 0 0,-31-20-89 0 0,1 0 0 0 0,0-1 0 0 0,0 1 0 0 0,0 0 0 0 0,0-1 0 0 0,1 1 0 0 0,-1-1 0 0 0,0 1 1 0 0,0-1-1 0 0,0 0 0 0 0,0 1 0 0 0,0-1 0 0 0,0 0 0 0 0,1 0 0 0 0,-1 0 0 0 0,0 0 0 0 0,0 0 0 0 0,0 0 0 0 0,1 0 0 0 0,-1 0 1 0 0,0-1-1 0 0,0 1 0 0 0,0 0 0 0 0,0-1 0 0 0,0 1 0 0 0,0-1 0 0 0,1 1 0 0 0,-1-1 0 0 0,0 1 0 0 0,0-1 0 0 0,-1 0 1 0 0,1 0-1 0 0,0 1 0 0 0,0-1 0 0 0,0 0 0 0 0,0 0 0 0 0,-1 0 0 0 0,1 0 0 0 0,0 0 0 0 0,-1 0 0 0 0,1 0 0 0 0,-1 0 1 0 0,1 0-1 0 0,-1 0 0 0 0,1 0 0 0 0,-1 0 0 0 0,0-1 0 0 0,1 0 0 0 0,1-7-16 0 0,0 0-1 0 0,0 0 1 0 0,-1 0-1 0 0,0 0 1 0 0,-1-10-1 0 0,-2-29-164 0 0,-3 1 0 0 0,-2 0 0 0 0,-2 0 0 0 0,-1 0 1 0 0,-26-66-1 0 0,20 74-1859 0 0,15 37 1119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5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70 1832 0 0,'-2'-7'26091'0'0,"3"17"-25916"0"0,-1-1 1 0 0,1 0 0 0 0,1 0 0 0 0,0 1-1 0 0,0-1 1 0 0,1-1 0 0 0,4 10-1 0 0,-6-15-163 0 0,1 0 0 0 0,-1 0 0 0 0,1 0 0 0 0,0 0-1 0 0,0 0 1 0 0,0 0 0 0 0,1-1 0 0 0,-1 1 0 0 0,1-1-1 0 0,-1 0 1 0 0,1 0 0 0 0,0 0 0 0 0,0 0 0 0 0,0 0-1 0 0,0 0 1 0 0,0-1 0 0 0,0 1 0 0 0,0-1 0 0 0,1 0-1 0 0,-1 0 1 0 0,0 0 0 0 0,1-1 0 0 0,-1 1 0 0 0,4-1-1 0 0,-1 1-101 0 0,0-1-1 0 0,0 0 0 0 0,-1-1 0 0 0,1 1 0 0 0,0-1 0 0 0,0-1 0 0 0,-1 1 1 0 0,1-1-1 0 0,0 0 0 0 0,-1 0 0 0 0,0 0 0 0 0,10-6 0 0 0,-12 5 54 0 0,0 1 0 0 0,0 0 0 0 0,0-1 0 0 0,-1 0 0 0 0,1 0 0 0 0,-1 1 0 0 0,0-1 0 0 0,1-1-1 0 0,-2 1 1 0 0,1 0 0 0 0,0 0 0 0 0,-1-1 0 0 0,1 1 0 0 0,-1-1 0 0 0,0 1 0 0 0,0-1 0 0 0,0 0 0 0 0,-1 1 0 0 0,1-1-1 0 0,-1 0 1 0 0,0 0 0 0 0,-1-6 0 0 0,1 9 49 0 0,0-12 399 0 0,-1 0 0 0 0,-1 0 0 0 0,0 1 0 0 0,-7-26 0 0 0,8 37-176 0 0,1 1-201 0 0,-1 0 0 0 0,1 0-1 0 0,0 1 1 0 0,-1-1-1 0 0,1 0 1 0 0,0 0 0 0 0,0 0-1 0 0,-1 1 1 0 0,1-1-1 0 0,0 0 1 0 0,0 0 0 0 0,0 1-1 0 0,-1-1 1 0 0,1 0-1 0 0,0 1 1 0 0,0-1 0 0 0,0 0-1 0 0,0 1 1 0 0,0-1-1 0 0,0 0 1 0 0,0 1-1 0 0,0-1 1 0 0,-1 0 0 0 0,1 1-1 0 0,0-1 1 0 0,0 0-1 0 0,0 1 1 0 0,1-1 0 0 0,-1 0-1 0 0,0 1 1 0 0,0-1-1 0 0,0 0 1 0 0,0 1 0 0 0,5 23 131 0 0,-3-16-273 0 0,1-1 0 0 0,0 1 0 0 0,0 0 0 0 0,7 11 0 0 0,-5-13-87 0 0,-1-1 0 0 0,1 1 0 0 0,0-1 1 0 0,0 0-1 0 0,1 0 0 0 0,-1 0 0 0 0,1-1 0 0 0,0 0 1 0 0,7 4-1 0 0,-9-7-795 0 0,-1 1 1 0 0,1-1 0 0 0,0 0 0 0 0,0 0-1 0 0,-1 0 1 0 0,7 1 0 0 0,1-3-5232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56 9069 0 0,'-9'-21'12138'0'0,"8"18"-11247"0"0,0 0 1 0 0,0 1-1 0 0,-1-1 1 0 0,1 0-1 0 0,0 0 0 0 0,-1 1 1 0 0,-3-5 1766 0 0,7 12-2464 0 0,14 25 76 0 0,0 0 0 0 0,25 30 1 0 0,-41-59-299 0 0,1 0 0 0 0,-1 0 0 0 0,1-1 0 0 0,-1 1 1 0 0,1 0-1 0 0,-1 0 0 0 0,1 0 0 0 0,0 0 0 0 0,0-1 1 0 0,-1 1-1 0 0,1 0 0 0 0,0-1 0 0 0,0 1 0 0 0,0-1 1 0 0,0 1-1 0 0,0-1 0 0 0,0 1 0 0 0,0-1 0 0 0,0 1 1 0 0,0-1-1 0 0,0 0 0 0 0,0 0 0 0 0,0 0 0 0 0,0 1 1 0 0,2-1-1 0 0,-2-1-21 0 0,0 1 0 0 0,0-1 0 0 0,0 0 1 0 0,-1 1-1 0 0,1-1 0 0 0,0 0 0 0 0,0 0 0 0 0,0 0 1 0 0,-1 0-1 0 0,1 0 0 0 0,0 0 0 0 0,-1 0 0 0 0,1 0 1 0 0,-1 0-1 0 0,1 0 0 0 0,-1 0 0 0 0,1 0 1 0 0,-1 0-1 0 0,0 0 0 0 0,0 0 0 0 0,1-2 0 0 0,-1 1-54 0 0,-1-1 18 0 0,-13-37-171 0 0,10 17 207 0 0,4 23 62 0 0,0-1 1 0 0,0 0-1 0 0,0 1 1 0 0,0-1-1 0 0,0 0 0 0 0,0 1 1 0 0,0-1-1 0 0,0 0 1 0 0,1 1-1 0 0,-1-1 1 0 0,0 0-1 0 0,0 1 0 0 0,0-1 1 0 0,1 1-1 0 0,-1-1 1 0 0,0 1-1 0 0,1-1 1 0 0,-1 0-1 0 0,0 1 0 0 0,1-1 1 0 0,-1 1-1 0 0,1 0 1 0 0,-1-1-1 0 0,0 1 1 0 0,1-1-1 0 0,0 1 0 0 0,-1 0 1 0 0,1-1-1 0 0,-1 1 1 0 0,1 0-1 0 0,-1-1 1 0 0,1 1-1 0 0,0 0 0 0 0,-1 0 1 0 0,1-1-1 0 0,3 1 57 0 0,-1 1-1 0 0,0-1 0 0 0,0 0 0 0 0,0 1 0 0 0,-1 0 1 0 0,1-1-1 0 0,0 1 0 0 0,0 0 0 0 0,0 1 1 0 0,0-1-1 0 0,-1 0 0 0 0,1 1 0 0 0,3 2 0 0 0,0 2 63 0 0,0-1-1 0 0,0 1 0 0 0,7 10 0 0 0,14 14 112 0 0,-27-30-266 0 0,3 3-44 0 0,-3-3 61 0 0,0 0-1 0 0,0 0 0 0 0,0 0 1 0 0,0 1-1 0 0,0-1 0 0 0,0 0 1 0 0,0 0-1 0 0,0 0 0 0 0,0 1 1 0 0,0-1-1 0 0,0 0 1 0 0,1 0-1 0 0,-1 0 0 0 0,0 0 1 0 0,0 0-1 0 0,0 1 0 0 0,0-1 1 0 0,0 0-1 0 0,1 0 0 0 0,-1 0 1 0 0,0 0-1 0 0,0 0 0 0 0,0 0 1 0 0,1 0-1 0 0,-1 0 1 0 0,0 0-1 0 0,0 1 0 0 0,0-1 1 0 0,0 0-1 0 0,1 0 0 0 0,-1 0 1 0 0,0 0-1 0 0,0 0 0 0 0,0 0 1 0 0,1 0-1 0 0,-1 0 1 0 0,0 0-1 0 0,0-1 0 0 0,0 1 1 0 0,1 0-1 0 0,-1 0 0 0 0,0 0 1 0 0,0 0-1 0 0,0 0 0 0 0,1 0 1 0 0,-1 0-1 0 0,0 0 0 0 0,0-1 1 0 0,6-8-104 0 0,-1-1 1 0 0,0 0-1 0 0,-1 0 1 0 0,0-1-1 0 0,4-14 0 0 0,1-17 42 0 0,-9 42 78 0 0,0 0 0 0 0,1-1-1 0 0,-1 1 1 0 0,0 0 0 0 0,0-1-1 0 0,0 1 1 0 0,0 0-1 0 0,0-1 1 0 0,1 1 0 0 0,-1 0-1 0 0,0 0 1 0 0,0-1 0 0 0,1 1-1 0 0,-1 0 1 0 0,0 0-1 0 0,0-1 1 0 0,1 1 0 0 0,-1 0-1 0 0,0 0 1 0 0,1 0 0 0 0,-1-1-1 0 0,0 1 1 0 0,1 0 0 0 0,-1 0-1 0 0,0 0 1 0 0,1 0-1 0 0,-1 0 1 0 0,0 0 0 0 0,1 0-1 0 0,-1 0 1 0 0,0 0 0 0 0,1 0-1 0 0,-1 0 1 0 0,0 0-1 0 0,1 0 1 0 0,-1 0 0 0 0,1 0-1 0 0,-1 0 1 0 0,0 0 0 0 0,1 0-1 0 0,-1 0 1 0 0,0 1 0 0 0,1-1-1 0 0,-1 0 1 0 0,14 10 326 0 0,-13-9-418 0 0,6 4 154 0 0,-1-1 0 0 0,1 1 1 0 0,0-1-1 0 0,1-1 0 0 0,-1 1 1 0 0,13 3-1 0 0,-17-6-269 0 0,0 0 1 0 0,1-1-1 0 0,-1 1 0 0 0,0-1 1 0 0,0 0-1 0 0,0 0 0 0 0,7-1 1 0 0,-7 0-457 0 0,0 0 1 0 0,0 0-1 0 0,0 0 0 0 0,-1 0 1 0 0,1 0-1 0 0,0-1 0 0 0,0 1 1 0 0,-1-1-1 0 0,4-2 0 0 0,4-5-5714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6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8 440 0 0,'-1'-8'23159'0'0,"-3"43"-21739"0"0,1-1-1 0 0,4 67 1 0 0,1-41-715 0 0,-2 81 341 0 0,9 222 552 0 0,-7-318-2500 0 0,-2-42 470 0 0,-3 4-1246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6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9417 0 0,'10'-13'10119'0'0,"-4"11"-3249"0"0,3 9-6492 0 0,-1 0-1 0 0,1 0 0 0 0,-2 0 0 0 0,1 1 0 0 0,-1 0 0 0 0,0 0 0 0 0,7 13 0 0 0,25 26 367 0 0,8 1-506 0 0,-47-47-412 0 0,4-3-967 0 0,-3 2 1007 0 0,0-1 0 0 0,0 0 0 0 0,1 0 0 0 0,-1 0 0 0 0,0 0 0 0 0,0 0 0 0 0,0 0 0 0 0,0 0 0 0 0,0 0 0 0 0,0-1 0 0 0,0 1 0 0 0,0-2 0 0 0,6-15-5313 0 0,-2 3-789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16 6997 0 0,'6'-6'4536'0'0,"-1"0"997"0"0,5 2 895 0 0,-3 20-4688 0 0,-14 9-1116 0 0,1-10-168 0 0,-5 5-172 0 0,0-1-192 0 0,-6 12-280 0 0,2-11-348 0 0,-8 9-1068 0 0,2 0-3088 0 0,3-1-1409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7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5857 0 0,'0'0'17284'0'0,"-1"6"-15877"0"0,0 29-228 0 0,2 0-1 0 0,1 0 0 0 0,9 41 1 0 0,-2-5-523 0 0,-1-10-238 0 0,-2-20-380 0 0,-2 0-1 0 0,-1 65 1 0 0,-6-90-1308 0 0,2-16 966 0 0,1 1 0 0 0,0-1 1 0 0,0 1-1 0 0,-1-1 0 0 0,1 1 1 0 0,0-1-1 0 0,0 1 0 0 0,-1-1 1 0 0,1 0-1 0 0,-1 1 0 0 0,1-1 1 0 0,0 0-1 0 0,-1 1 0 0 0,1-1 1 0 0,-1 0-1 0 0,1 1 0 0 0,-1-1 1 0 0,1 0-1 0 0,-1 0 0 0 0,1 1 1 0 0,-2-1-1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2 252 8441 0 0,'0'-2'873'0'0,"-1"0"0"0"0,1 0 0 0 0,0-1-1 0 0,0 1 1 0 0,0 0 0 0 0,0-1 0 0 0,0 1 0 0 0,0 0 0 0 0,1-1 0 0 0,-1 1 0 0 0,1 0 0 0 0,1-4 0 0 0,-1 4-582 0 0,-1 1 0 0 0,1-1 0 0 0,0 1 1 0 0,0 0-1 0 0,0 0 0 0 0,0 0 0 0 0,0-1 1 0 0,0 1-1 0 0,0 0 0 0 0,1 0 0 0 0,-1 1 0 0 0,0-1 1 0 0,1 0-1 0 0,-1 0 0 0 0,0 1 0 0 0,1-1 0 0 0,-1 0 1 0 0,1 1-1 0 0,1-1 0 0 0,-2 1-225 0 0,0 0 0 0 0,0 0 1 0 0,1 0-1 0 0,-1 0 0 0 0,0 0 0 0 0,0 0 0 0 0,0 1 1 0 0,0-1-1 0 0,0 0 0 0 0,0 1 0 0 0,1-1 0 0 0,-1 1 0 0 0,0-1 1 0 0,0 1-1 0 0,0-1 0 0 0,1 2 0 0 0,2 0 113 0 0,5 3 78 0 0,-1-1-1 0 0,1 2 1 0 0,0-1-1 0 0,-1 1 1 0 0,0 0-1 0 0,11 12 0 0 0,38 49 427 0 0,-23-25-305 0 0,93 96 712 0 0,-126-138-1068 0 0,10 12 86 0 0,-11-12-103 0 0,0 0 1 0 0,0 0-1 0 0,0 1 0 0 0,0-1 0 0 0,0 0 1 0 0,0 0-1 0 0,0 0 0 0 0,0 1 1 0 0,1-1-1 0 0,-1 0 0 0 0,0 0 0 0 0,0 0 1 0 0,0 0-1 0 0,0 0 0 0 0,1 1 1 0 0,-1-1-1 0 0,0 0 0 0 0,0 0 0 0 0,0 0 1 0 0,1 0-1 0 0,-1 0 0 0 0,0 0 1 0 0,0 0-1 0 0,1 0 0 0 0,-1 0 1 0 0,0 0-1 0 0,0 0 0 0 0,0 1 0 0 0,1-1 1 0 0,-1-1-1 0 0,0 1 0 0 0,0 0 1 0 0,1 0-1 0 0,-1 0 0 0 0,0 0 0 0 0,0 0 1 0 0,1 0-1 0 0,-1 0 0 0 0,0 0 1 0 0,0 0-1 0 0,0 0 0 0 0,1 0 0 0 0,-1-1 1 0 0,0 1-1 0 0,0 0 0 0 0,0 0 1 0 0,0 0-1 0 0,1 0 0 0 0,-1-1 1 0 0,2-10 7 0 0,0-1 1 0 0,-1 1 0 0 0,0-1 0 0 0,-1 1 0 0 0,-1-1-1 0 0,-1-14 1 0 0,-17-77-8 0 0,12 65-20 0 0,-6-21-72 0 0,-6-37-194 0 0,17 84 32 0 0,1 0 0 0 0,0-1-1 0 0,1 1 1 0 0,1-1-1 0 0,3-20 1 0 0,-3 31 16 0 0,0 0-1 0 0,-1-1 1 0 0,1 1 0 0 0,0 0-1 0 0,0 0 1 0 0,1 0-1 0 0,-1 0 1 0 0,3-3 0 0 0,6-4-6135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2 112 8629 0 0,'-1'-16'19507'0'0,"0"33"-16221"0"0,3 20-6300 0 0,2-16 4999 0 0,-2-14-1933 0 0,1 1-1 0 0,1-1 0 0 0,-1 0 0 0 0,1 0 0 0 0,0 0 0 0 0,1-1 0 0 0,-1 0 0 0 0,1 0 0 0 0,1 0 0 0 0,-1 0 0 0 0,10 7 0 0 0,-11-10-81 0 0,0-1 0 0 0,0 0-1 0 0,-1 0 1 0 0,1 0 0 0 0,1 0-1 0 0,-1 0 1 0 0,0-1 0 0 0,0 0-1 0 0,1 0 1 0 0,-1 0 0 0 0,0-1 0 0 0,1 1-1 0 0,-1-1 1 0 0,1 0 0 0 0,-1 0-1 0 0,0-1 1 0 0,1 1 0 0 0,-1-1-1 0 0,0 0 1 0 0,1 0 0 0 0,7-3-1 0 0,-8 2-68 0 0,1-1 0 0 0,-1 1 0 0 0,1-1-1 0 0,-1 0 1 0 0,0 0 0 0 0,0 0-1 0 0,-1 0 1 0 0,1-1 0 0 0,0 0-1 0 0,-1 0 1 0 0,0 1 0 0 0,0-2 0 0 0,0 1-1 0 0,-1 0 1 0 0,1-1 0 0 0,-1 1-1 0 0,0-1 1 0 0,0 0 0 0 0,-1 1-1 0 0,3-10 1 0 0,-1-7 53 0 0,0 0 0 0 0,-1 0 0 0 0,-1-34-1 0 0,-1 48 170 0 0,-6-48 1707 0 0,6 53-143 0 0,1 8-1652 0 0,0 0 1 0 0,0 1 0 0 0,1-1-1 0 0,0 0 1 0 0,0 0-1 0 0,3 5 1 0 0,5 16 53 0 0,-6-12-121 0 0,14 39-137 0 0,-17-50 23 0 0,1 0 0 0 0,0-1-1 0 0,0 1 1 0 0,1 0 0 0 0,-1-1 0 0 0,1 1-1 0 0,-1-1 1 0 0,1 0 0 0 0,0 0 0 0 0,6 4-1 0 0,6 0-6018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7:58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25 4848 0 0,'-2'-2'1785'0'0,"0"0"0"0"0,-1 0-1 0 0,1 0 1 0 0,0 0 0 0 0,-1 1-1 0 0,1-1 1 0 0,-1 1-1 0 0,1-1 1 0 0,-7-1 0 0 0,-15 1 4901 0 0,23 3-6286 0 0,-1 17 220 0 0,9-2-301 0 0,1 0 0 0 0,15 22 0 0 0,-14-23-242 0 0,0 0 1 0 0,-1 0 0 0 0,8 22 0 0 0,-8-25-126 0 0,-3-6-436 0 0,-3-7-1085 0 0,-3-10 1468 0 0,0-14-140 0 0,-2 1-1 0 0,-8-34 1 0 0,11 54 338 0 0,-1 0-1 0 0,1 0 1 0 0,0 0-1 0 0,0 0 1 0 0,1-1-1 0 0,-1 1 1 0 0,1 0-1 0 0,0 0 1 0 0,0 0-1 0 0,3-7 1 0 0,-4 9 85 0 0,8-1 391 0 0,-8 3-550 0 0,1 0 1 0 0,-1-1 0 0 0,1 1-1 0 0,0 0 1 0 0,-1 0-1 0 0,1-1 1 0 0,0 1 0 0 0,-1 0-1 0 0,1 0 1 0 0,0 0-1 0 0,-1 0 1 0 0,1 0-1 0 0,0 0 1 0 0,-1 0 0 0 0,1 0-1 0 0,0 0 1 0 0,-1 0-1 0 0,1 0 1 0 0,0 0 0 0 0,-1 0-1 0 0,1 1 1 0 0,0-1-1 0 0,-1 0 1 0 0,2 1 0 0 0,5 3 80 0 0,1 0 1 0 0,-1 1-1 0 0,0 0 1 0 0,0 0-1 0 0,0 1 1 0 0,-1-1 0 0 0,7 9-1 0 0,38 51 157 0 0,-38-47-227 0 0,-11-15-87 0 0,-2-2 48 0 0,0-1 0 0 0,0 0 0 0 0,0 0 0 0 0,0 0 0 0 0,0 0 0 0 0,0 0 1 0 0,0 0-1 0 0,0 1 0 0 0,0-1 0 0 0,0 0 0 0 0,0 0 0 0 0,0 0 0 0 0,0 0 0 0 0,0 0 0 0 0,0 1 0 0 0,0-1 0 0 0,0 0 1 0 0,1 0-1 0 0,-1 0 0 0 0,0 0 0 0 0,0 0 0 0 0,0 0 0 0 0,0 1 0 0 0,0-1 0 0 0,0 0 0 0 0,0 0 0 0 0,0 0 0 0 0,0 0 1 0 0,0 0-1 0 0,1 0 0 0 0,-1 0 0 0 0,0 0 0 0 0,0 0 0 0 0,0 0 0 0 0,0 0 0 0 0,0 1 0 0 0,0-1 0 0 0,1 0 0 0 0,-1 0 1 0 0,0 0-1 0 0,0 0 0 0 0,0 0 0 0 0,0 0 0 0 0,0 0 0 0 0,1 0 0 0 0,-1 0 0 0 0,0 0 0 0 0,0 0 0 0 0,0 0 0 0 0,0 0 1 0 0,0 0-1 0 0,0-1 0 0 0,1 1 0 0 0,-1 0 0 0 0,0 0 0 0 0,0 0 0 0 0,0 0 0 0 0,0 0 0 0 0,0 0 0 0 0,0 0 0 0 0,1 0 1 0 0,-1 0-1 0 0,0 0 0 0 0,0 0 0 0 0,0-1 0 0 0,0 1 0 0 0,8-39-182 0 0,-6 25 65 0 0,0 0 0 0 0,9-25 0 0 0,-11 37 130 0 0,0 1-1 0 0,1-1 1 0 0,-1 1 0 0 0,1 0-1 0 0,0 0 1 0 0,-1-1-1 0 0,1 1 1 0 0,0 0-1 0 0,0 0 1 0 0,0 0 0 0 0,-1-1-1 0 0,1 1 1 0 0,0 0-1 0 0,1 0 1 0 0,-1 1 0 0 0,0-1-1 0 0,0 0 1 0 0,0 0-1 0 0,0 0 1 0 0,1 1 0 0 0,-1-1-1 0 0,0 1 1 0 0,1-1-1 0 0,-1 1 1 0 0,1-1-1 0 0,-1 1 1 0 0,0 0 0 0 0,3 0-1 0 0,-1 0 28 0 0,0 1 0 0 0,1-1 0 0 0,-1 1-1 0 0,0 0 1 0 0,0 0 0 0 0,0 0 0 0 0,0 1 0 0 0,4 2-1 0 0,-2-2-3 0 0,11 7-58 0 0,-1 0 1 0 0,20 16-1 0 0,-34-24-213 0 0,3-3-499 0 0,59-31-1941 0 0,-43 22 3136 0 0,34-16-1 0 0,-36 21 875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0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1172 0 0,'0'0'25042'0'0,"0"5"-24848"0"0,2 70 831 0 0,-1-23-705 0 0,2 0-1 0 0,13 70 0 0 0,8 52-24 0 0,-13-85-160 0 0,24 146 59 0 0,-14-60-62 0 0,-7 207-19 0 0,-8-304-116 0 0,-2-43 13 0 0,-2 52 0 0 0,1 52-17 0 0,-2-79-6 0 0,1-20 17 0 0,-2-12-5 0 0,1-23 2 0 0,3 159-9 0 0,0 82-51 0 0,2-89 34 0 0,-5-25-65 0 0,2 36 6 0 0,1 61-95 0 0,-2-20 48 0 0,-1-159 97 0 0,-5 52 1 0 0,0-33-1 0 0,-8 124-163 0 0,-1 100-192 0 0,12-174 189 0 0,0 68-54 0 0,-3 71 75 0 0,-2-59 182 0 0,13 20 58 0 0,0-101-32 0 0,3 130-21 0 0,-8-208-2 0 0,7 63 47 0 0,-8-95-123 0 0,0 0 1 0 0,-1 1 0 0 0,0-1-1 0 0,-3 16 1 0 0,0 13-1647 0 0,3-22 586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39:0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6881 0 0,'2'1'11858'0'0,"0"5"-6052"0"0,6 44-5027 0 0,7 120 975 0 0,-6-137-2172 0 0,-29-237-6 0 0,20 194 419 0 0,0 3 48 0 0,-1 0 0 0 0,1 1 1 0 0,-1-1-1 0 0,-1 0 0 0 0,-2-8 0 0 0,4 13 1187 0 0,6 56-798 0 0,0-17-197 0 0,45 412 557 0 0,-44-390-737 0 0,10 142 70 0 0,10 71 2 0 0,-3-68-88 0 0,-23-183-35 0 0,11 216 18 0 0,-15-53-48 0 0,1 98-9 0 0,13 156-194 0 0,-8-305 150 0 0,8 199-189 0 0,18 90-174 0 0,-4-3-55 0 0,-15-247 317 0 0,2 74-129 0 0,1 167 434 0 0,-3-271 148 0 0,-8-123-493 0 0,-2 0 1 0 0,0 24-1 0 0,-8-40-449 0 0,-5-26-12394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28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2308 0 0,'0'0'11397'0'0,"4"-9"-7898"0"0,1 0 6812 0 0,-5 10-10307 0 0,1-1 1 0 0,-1 1-1 0 0,0 0 1 0 0,0 0-1 0 0,1-1 1 0 0,-1 1-1 0 0,0 0 1 0 0,0 0 0 0 0,0-1-1 0 0,0 1 1 0 0,0 0-1 0 0,0 0 1 0 0,0 0-1 0 0,0-1 1 0 0,0 1-1 0 0,0 0 1 0 0,0 0 0 0 0,-1 1-1 0 0,0 16 87 0 0,15 129 587 0 0,-13-132-614 0 0,5 54 125 0 0,2-1 0 0 0,4-1 0 0 0,24 83 1 0 0,2 22-153 0 0,-23-90 5 0 0,39 352 123 0 0,-36-238-163 0 0,2 127-105 0 0,2-182 113 0 0,-18-123-7 0 0,5 71-27 0 0,-6-46-4 0 0,-2-14-27 0 0,-3 30 0 0 0,1-31 12 0 0,3 35 0 0 0,3 94-29 0 0,-3 229-14 0 0,-6-197 32 0 0,5-132 8 0 0,-3 74-68 0 0,-2 199-34 0 0,5-188 97 0 0,0 86-32 0 0,1-28-163 0 0,-5-23 122 0 0,-1-63 15 0 0,-1 52 46 0 0,8-126 131 0 0,-1-2 12 0 0,1-14-251 0 0,-5-19 514 0 0,0-3-1591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36.7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 3760 0 0,'0'0'12861'0'0,"2"-7"-10111"0"0,-1 6-1843 0 0,-2 8 4759 0 0,-1 171-3759 0 0,3-101-1526 0 0,8 124 400 0 0,0 13-107 0 0,3 118 272 0 0,-9-306-1324 0 0,-3-40 186 0 0,-3-17-1946 0 0,-3 5-4082 0 0,2 17-4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37.1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60 6401 0 0,'-19'-10'11674'0'0,"18"9"-11343"0"0,0 0 0 0 0,1 1 0 0 0,-1-1 0 0 0,1 0 0 0 0,-1 0 1 0 0,1 0-1 0 0,-1 1 0 0 0,1-1 0 0 0,0 0 0 0 0,-1 0 0 0 0,1 0 0 0 0,0 0 0 0 0,0 0 0 0 0,0 0 0 0 0,-1 0 0 0 0,1 0 0 0 0,0-3 3645 0 0,10 16-3713 0 0,0 1 0 0 0,-1 0-1 0 0,-1 0 1 0 0,12 26 0 0 0,5 8 119 0 0,-20-39-328 0 0,15 25 249 0 0,31 41 0 0 0,-50-73-381 0 0,8-16-804 0 0,-5 6 612 0 0,-1 0 0 0 0,0 0 1 0 0,0 0-1 0 0,0-1 1 0 0,1-17-1 0 0,1 0-287 0 0,0 2 343 0 0,1 0 1 0 0,2 1-1 0 0,0 0 0 0 0,23-46 1 0 0,-50 139 2439 0 0,-22 30-3161 0 0,21-57-4341 0 0,16-34 3296 0 0,-4 8-3966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38.2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52 2548 0 0,'-16'5'23415'0'0,"35"-3"-23125"0"0,0-1-1 0 0,0-1 1 0 0,0-1-1 0 0,30-5 1 0 0,82-20-103 0 0,-118 23-205 0 0,69-20-798 0 0,-81 23 702 0 0,-31 4-767 0 0,29-4 868 0 0,0 0-1 0 0,-1 0 0 0 0,1 1 1 0 0,-1-1-1 0 0,1 0 1 0 0,0 1-1 0 0,-1 0 1 0 0,1-1-1 0 0,0 1 1 0 0,0 0-1 0 0,-1-1 1 0 0,1 1-1 0 0,0 0 1 0 0,-2 2-1 0 0,-9 4-275 0 0,11-6 286 0 0,0-1-1 0 0,0 0 1 0 0,0 1 0 0 0,0-1 0 0 0,0 1 0 0 0,0-1-1 0 0,0 1 1 0 0,0-1 0 0 0,0 1 0 0 0,0 0-1 0 0,1-1 1 0 0,-1 1 0 0 0,0 0 0 0 0,-1 2 1779 0 0,2 26-355 0 0,17 334 259 0 0,-3-147-1286 0 0,8 141 289 0 0,-23-326-2294 0 0,-7-58 641 0 0,0 4-5269 0 0,3 13-62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38.5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7421 0 0,'0'-2'10004'0'0,"1"-12"-3140"0"0,10 43-1807 0 0,4 2-4642 0 0,32 51 1 0 0,-23-50-296 0 0,-1 0-343 0 0,40 44 0 0 0,-60-74-512 0 0,0 2 836 0 0,2-27-14377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38.7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25 7677 0 0,'16'-18'9228'0'0,"-2"11"-3703"0"0,-12 10-4124 0 0,-1-3-1344 0 0,-1 1 0 0 0,1-1 0 0 0,0 1 0 0 0,-1-1 0 0 0,1 1 0 0 0,-1-1 0 0 0,1 1 1 0 0,-1-1-1 0 0,1 1 0 0 0,-1 0 0 0 0,1-1 0 0 0,-1 1 0 0 0,0-1 0 0 0,1 1 1 0 0,-1 0-1 0 0,0-1 0 0 0,0 1 0 0 0,1 0 0 0 0,-1 0 0 0 0,0 0 0 0 0,-2 14 241 0 0,0-1 0 0 0,-1 0 0 0 0,0 1 0 0 0,-2-1 0 0 0,1 0-1 0 0,-11 20 1 0 0,-5 4-2270 0 0,-2-1-3511 0 0,10-18-432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39.5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0 6621 0 0,'0'0'9053'0'0,"-2"6"-6525"0"0,-2 19 160 0 0,-2 46 0 0 0,9 83 271 0 0,0-67-1907 0 0,14 459 2174 0 0,-7-358-2419 0 0,-7-163-757 0 0,-3-34-857 0 0,-3-34-748 0 0,-6 11-4770 0 0,6 15-42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40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58 8325 0 0,'0'0'4563'0'0,"21"-14"5630"0"0,-13 12-9764 0 0,0 0-1 0 0,-1 1 0 0 0,1-1 0 0 0,0 2 0 0 0,0-1 0 0 0,0 1 0 0 0,9 1 0 0 0,62 10 698 0 0,-47-6-830 0 0,-3-1-108 0 0,0-1 0 0 0,0-1 1 0 0,0-1-1 0 0,52-7 0 0 0,-57 3-106 0 0,-14 2-91 0 0,1 0 0 0 0,-1-1 1 0 0,0 0-1 0 0,1-1 1 0 0,-1 0-1 0 0,0 0 1 0 0,10-5-1 0 0,-11 1 397 0 0,-9 3-2746 0 0,-15-15-9989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0:40.9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10 157 2868 0 0,'2'-14'7801'0'0,"-1"1"-2069"0"0,-2-9-3941 0 0,1 20-1271 0 0,0-1-436 0 0,0-44 761 0 0,0 45-578 0 0,-12-30 4158 0 0,13 20-3914 0 0,-1 12-444 0 0,0-1 0 0 0,0 1 0 0 0,0 0 0 0 0,0 0 0 0 0,0-1 0 0 0,0 1 0 0 0,0 0 0 0 0,0-1 0 0 0,0 1 0 0 0,0 0 0 0 0,0 0 0 0 0,0-1 0 0 0,0 1 0 0 0,0 0 0 0 0,0-1 0 0 0,0 1 0 0 0,0 0 0 0 0,0 0 0 0 0,0-1 0 0 0,0 1 0 0 0,1 0 0 0 0,-1 0 0 0 0,0-1 0 0 0,0 1 0 0 0,0 0 0 0 0,0 0 0 0 0,1-1 0 0 0,-1 1 0 0 0,0 0 0 0 0,0 0 0 0 0,1 0 0 0 0,-1-1 0 0 0,0 1 0 0 0,0 0 1 0 0,1 0-1 0 0,-1 0 0 0 0,0 0 0 0 0,0 0 0 0 0,1 0 0 0 0,-1 0 0 0 0,0 0 0 0 0,1 0 0 0 0,-1 0 0 0 0,0 0 0 0 0,1 0 0 0 0,-1 0 0 0 0,0 0 0 0 0,0 0 0 0 0,1 0 0 0 0,-1 0 0 0 0,0 0 0 0 0,1 0 0 0 0,13 14 145 0 0,-1 0 1 0 0,-1 1-1 0 0,0 1 1 0 0,0 0-1 0 0,-2 0 1 0 0,10 20-1 0 0,20 30 262 0 0,-28-47-250 0 0,2-1-1 0 0,27 29 0 0 0,-40-46-128 0 0,1 0-55 0 0,-2-1-36 0 0,0 0 0 0 0,0 0 0 0 0,1 0-1 0 0,-1 0 1 0 0,0 0 0 0 0,0 0 0 0 0,1 0 0 0 0,-1 1-1 0 0,0-1 1 0 0,0 0 0 0 0,1 0 0 0 0,-1 0 0 0 0,0 0 0 0 0,0 0-1 0 0,1 0 1 0 0,-1 0 0 0 0,0 0 0 0 0,0 0 0 0 0,1 0-1 0 0,-1-1 1 0 0,0 1 0 0 0,0 0 0 0 0,1 0 0 0 0,-1 0-1 0 0,0 0 1 0 0,0 0 0 0 0,1 0 0 0 0,-1 0 0 0 0,0-1-1 0 0,0 1 1 0 0,0 0 0 0 0,1 0 0 0 0,-1 0 0 0 0,0-1 0 0 0,2-4 7 0 0,-1 0-4 0 0,1 0-1 0 0,-1 0 0 0 0,1 0 1 0 0,0 1-1 0 0,0-1 0 0 0,1 1 1 0 0,0-1-1 0 0,0 1 1 0 0,6-8-1 0 0,-4 6-29 0 0,1-1-1 0 0,-2 1 1 0 0,1-1 0 0 0,-1 0 0 0 0,0-1 0 0 0,0 1-1 0 0,-1-1 1 0 0,0 0 0 0 0,-1 0 0 0 0,3-9-1 0 0,3-25-3357 0 0,-3 19-550 0 0,-1 1-2502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08.1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5473 0 0,'0'0'17841'0'0,"-1"9"-16965"0"0,25 427 3479 0 0,-7-218-3319 0 0,0-41-326 0 0,-10-123-510 0 0,12 124 341 0 0,-18-145-905 0 0,-1-32 128 0 0,-1-8-3312 0 0,-6-25-951 0 0,5 10-1805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08.7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155 51 5725 0 0,'-1'-13'3842'0'0,"2"10"-2687"0"0,-1 0 0 0 0,0 0 1 0 0,0 0-1 0 0,-1 0 1 0 0,1 1-1 0 0,-1-1 0 0 0,1 0 1 0 0,-1 0-1 0 0,0 1 1 0 0,-2-6-1 0 0,2 6 38 0 0,-1 3-988 0 0,1 0 0 0 0,-1-1-1 0 0,1 1 1 0 0,-1 0 0 0 0,0 0-1 0 0,1 0 1 0 0,0 0 0 0 0,-1 0-1 0 0,1 0 1 0 0,-1 0 0 0 0,1 1-1 0 0,0-1 1 0 0,0 0-1 0 0,0 1 1 0 0,0-1 0 0 0,0 1-1 0 0,0-1 1 0 0,0 1 0 0 0,-1 2-1 0 0,-15 39 327 0 0,-11 35 259 0 0,7-20-194 0 0,-16 77 0 0 0,22-62-140 0 0,15-73-453 0 0,-1 0-1 0 0,1 1 1 0 0,0-1-1 0 0,0 0 0 0 0,0 0 1 0 0,0 1-1 0 0,0-1 1 0 0,-1 0-1 0 0,1 1 0 0 0,0-1 1 0 0,0 0-1 0 0,0 1 1 0 0,0-1-1 0 0,0 0 0 0 0,0 0 1 0 0,0 1-1 0 0,0-1 1 0 0,0 0-1 0 0,0 1 0 0 0,1-1 1 0 0,-1 0-1 0 0,0 1 0 0 0,0-1 1 0 0,0 0-1 0 0,0 0 1 0 0,0 1-1 0 0,0-1 0 0 0,1 0 1 0 0,-1 1-1 0 0,0-1 1 0 0,1 0-1 0 0,6-6 56 0 0,6-14-26 0 0,1-12 5 0 0,-1 0 1 0 0,15-61-1 0 0,-14 42 18 0 0,12-47 222 0 0,-22 84-179 0 0,-3 12-73 0 0,-1 0 1 0 0,1 0-1 0 0,-1 0 0 0 0,1 0 1 0 0,0 1-1 0 0,0-1 0 0 0,0 0 1 0 0,0 0-1 0 0,2-2 1 0 0,-2 3 30 0 0,12 14 21 0 0,-9-7-102 0 0,0 1 1 0 0,0 0-1 0 0,-1-1 0 0 0,0 1 0 0 0,0 0 1 0 0,3 13-1 0 0,6 13-279 0 0,-7-21-182 0 0,0-2 1 0 0,13 20-1 0 0,-15-25-450 0 0,0-1 0 0 0,1 0 0 0 0,-1 0-1 0 0,1-1 1 0 0,6 5 0 0 0,10 6-5518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09.4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7529 0 0,'0'0'16143'0'0,"0"7"-15076"0"0,9 180 2575 0 0,3 49-2047 0 0,0-37-698 0 0,19 149 112 0 0,-26-324-1482 0 0,-3-22 89 0 0,-2-7-222 0 0,-3-46-5887 0 0,1 20 53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09.9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1 130 1300 0 0,'-1'-5'29750'0'0,"24"7"-29583"0"0,0-1 0 0 0,0 0 0 0 0,0-2 1 0 0,28-5-1 0 0,97-23-12 0 0,-36 5-42 0 0,-40 11-66 0 0,-72 13-55 0 0,0 0 0 0 0,1 0 0 0 0,-1 0 0 0 0,0 0 0 0 0,1 0 0 0 0,-1 0 0 0 0,0 0 0 0 0,1-1 0 0 0,-1 1 0 0 0,0 0 0 0 0,1 0 0 0 0,-1 0 0 0 0,0 0 0 0 0,1 0 0 0 0,-1 0 0 0 0,0-1 0 0 0,1 1 0 0 0,-1 0 0 0 0,0 0 0 0 0,1-1 0 0 0,-1 1 0 0 0,0 0 0 0 0,0 0 0 0 0,1-1 0 0 0,-1 1 0 0 0,0 0 0 0 0,0-1 0 0 0,0 1 0 0 0,0 0 0 0 0,1-1 0 0 0,-1 1 0 0 0,0-1 0 0 0,-7-8-155 0 0,-17-4-203 0 0,5 6 64 0 0,13 6-1285 0 0,0-1 0 0 0,0 0-1 0 0,0-1 1 0 0,-7-3-1 0 0,4 1-4791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10.12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 15 9537 0 0,'-1'0'10712'0'0,"1"-10"-4674"0"0,6 9-5816 0 0,0 0 0 0 0,0 0-1 0 0,0 0 1 0 0,0 0 0 0 0,0 1 0 0 0,0 0-1 0 0,-1 1 1 0 0,1-1 0 0 0,0 1 0 0 0,0 0-1 0 0,0 0 1 0 0,0 1 0 0 0,-1 0 0 0 0,1 0 0 0 0,-1 0-1 0 0,8 5 1 0 0,-7-4-148 0 0,0 0 1 0 0,0 1-1 0 0,0 0 0 0 0,0 0 0 0 0,-1 0 1 0 0,0 1-1 0 0,0 0 0 0 0,0 0 0 0 0,0 0 1 0 0,-1 1-1 0 0,0-1 0 0 0,0 1 0 0 0,0 0 1 0 0,2 7-1 0 0,-3-4-37 0 0,0 0 1 0 0,-1-1 0 0 0,-1 1-1 0 0,0 0 1 0 0,0 0-1 0 0,0 0 1 0 0,-1 1-1 0 0,0-1 1 0 0,-1 0 0 0 0,0 0-1 0 0,-1 0 1 0 0,-4 15-1 0 0,-3 2-123 0 0,0-2-1 0 0,-2 1 1 0 0,-15 24 0 0 0,13-27-364 0 0,-1 0 0 0 0,-1-2 0 0 0,-18 21 0 0 0,-6 0-5555 0 0,16-17-406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11.1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37 1 8869 0 0,'0'0'13094'0'0,"-1"5"-12133"0"0,-3 19-235 0 0,2 0-1 0 0,1 0 1 0 0,2 32 0 0 0,0 18 151 0 0,-1-73-867 0 0,-26 569 2871 0 0,21-489-2258 0 0,11 154 0 0 0,-5-222-829 0 0,1-16-469 0 0,-1-19-368 0 0,-1 18 1166 0 0,-3-43-3622 0 0,0 27-270 0 0,1-6-2458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11.6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402 0 6973 0 0,'-2'0'20546'0'0,"-22"5"-20338"0"0,-164 71 2163 0 0,69-25-1782 0 0,109-47-681 0 0,0-1 0 0 0,0 0 0 0 0,0 0 0 0 0,-12 1 0 0 0,20-4-164 0 0,0-18-1111 0 0,0-1-95 0 0,5 2-4857 0 0,2-2 221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12.02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22 60 7485 0 0,'-1'-1'4289'0'0,"0"-9"2527"0"0,5-36 12 0 0,-4 44-6010 0 0,0 12-44 0 0,-1 0 1 0 0,0-1 0 0 0,0 1-1 0 0,-4 11 1 0 0,-6 39-280 0 0,9-38-290 0 0,0 0 1 0 0,2 0-1 0 0,3 32 0 0 0,-3-48-178 0 0,1 0-1 0 0,0-1 0 0 0,0 1 0 0 0,0 0 1 0 0,1-1-1 0 0,0 1 0 0 0,0 0 1 0 0,0-1-1 0 0,1 0 0 0 0,0 0 1 0 0,0 0-1 0 0,0 0 0 0 0,1 0 0 0 0,0-1 1 0 0,-1 1-1 0 0,2-1 0 0 0,-1 0 1 0 0,7 5-1 0 0,-8-7-73 0 0,0 0 0 0 0,1-1 0 0 0,-1 1 0 0 0,0-1 0 0 0,1 0 0 0 0,-1 0 0 0 0,1 0 0 0 0,-1 0 0 0 0,1-1 0 0 0,0 1 0 0 0,-1-1-1 0 0,1 0 1 0 0,-1 0 0 0 0,1 0 0 0 0,0-1 0 0 0,-1 1 0 0 0,1-1 0 0 0,-1 0 0 0 0,6-2 0 0 0,2-1-1261 0 0,-1-1 1 0 0,0-1-1 0 0,-1 0 0 0 0,18-13 1 0 0,0-4-5169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8441 0 0,'0'0'10597'0'0,"40"2"-9721"0"0,-24-1-236 0 0,9-2-244 0 0,0 1-272 0 0,11-3-432 0 0,-12-2-1240 0 0,11 5-2661 0 0,-2-3-867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3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3128 0 0,'7'3'14667'0'0,"7"-2"-6567"0"0,25 1-4134 0 0,21-3-7433 0 0,-39-1 5552 0 0,19-3-1935 0 0,88-11 276 0 0,227 0 0 0 0,-31 41-269 0 0,114 2-47 0 0,-115-46-49 0 0,-206 9-76 0 0,125 3 16 0 0,54-6-5 0 0,140-17 0 0 0,-219 25 15 0 0,218-11-123 0 0,-137 12 52 0 0,-63 3-11 0 0,198-2-4 0 0,-287 7 60 0 0,171-18-1 0 0,116 1-18 0 0,-285 13 29 0 0,625-24 2 0 0,-34 27-1078 0 0,-696-6-1170 0 0,-15-1-2737 0 0,-7-1-1150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4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6017 0 0,'0'0'11954'0'0,"5"-3"-10891"0"0,7-1-550 0 0,1 1-1 0 0,0 1 0 0 0,0-1 0 0 0,0 2 1 0 0,0 0-1 0 0,25 1 0 0 0,104 1 5 0 0,-83-7-7497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4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163 163 5725 0 0,'-72'-5'11069'0'0,"-19"-1"-541"0"0,165 0-9797 0 0,393-19 353 0 0,-138 2-863 0 0,-129 13-134 0 0,295-5 53 0 0,110 1-70 0 0,-252 0-43 0 0,6 3-18 0 0,-18 8 2 0 0,-220 3-4 0 0,30 1-15 0 0,48-3-1 0 0,11 1 8 0 0,94-5-9 0 0,228-3-10 0 0,-406 3 12 0 0,100-2-10 0 0,348 33 3 0 0,-87-2 4 0 0,-258-19-44 0 0,177 6-1439 0 0,-281-6-474 0 0,-43-3-3994 0 0,-37-1-27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1776 0 0,'37'-2'5601'0'0,"0"-3"-2617"0"0,6 5-964 0 0,0 0-492 0 0,-1 0-440 0 0,3 0-216 0 0,1-2-444 0 0,0 0-360 0 0,-5 6-1436 0 0,-1-4-2204 0 0,-3-2-540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6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4816 0 0,'-7'0'2625'0'0,"-11"1"9038"0"0,9 2-4447 0 0,16-3-6932 0 0,263 11 1280 0 0,-92-9-1163 0 0,-82-3-241 0 0,622-8 407 0 0,-598 9-521 0 0,103 0 6 0 0,147 10 7 0 0,355 21-21 0 0,-627-26-28 0 0,128 4 0 0 0,153-8-6 0 0,-40 1-8 0 0,-15 2-22 0 0,-169-1 24 0 0,132 0 10 0 0,136 8-138 0 0,53-4-4 0 0,-317-6 84 0 0,-54-2-18 0 0,29-2 2 0 0,117-2-7 0 0,-197 5 73 0 0,196 5 9 0 0,74-1 47 0 0,-75 4-2325 0 0,-230-8-4189 0 0,-8 0 439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2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15 283 8457 0 0,'-14'-5'13381'0'0,"26"2"-8962"0"0,46 2-6294 0 0,-34 1 3558 0 0,439-41 556 0 0,-186 10-1762 0 0,610-34 289 0 0,-71 24-506 0 0,-542 25-231 0 0,236-9 20 0 0,-237 13-23 0 0,309-19 6 0 0,404 20-26 0 0,-294 55-2 0 0,-439-30-34 0 0,-49-5-13 0 0,72 3-205 0 0,-274-12 113 0 0,4-1 349 0 0,-5-1-2117 0 0,-29-7-10352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1.87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 39 10901 0 0,'-9'-4'10448'0'0,"9"3"-9973"0"0,0 1 0 0 0,0 0 0 0 0,0-1-1 0 0,-1 1 1 0 0,1-1 0 0 0,11-4 3629 0 0,35 2-6168 0 0,-33 2 3489 0 0,367-11-741 0 0,-348 13-806 0 0,-13 0-193 0 0,-1 0 0 0 0,0-2 0 0 0,1 0 0 0 0,-1-1 0 0 0,22-5-1 0 0,-37 5 366 0 0,-1 1-1577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2.4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218 52 1364 0 0,'0'0'11701'0'0,"-9"-15"-2046"0"0,1 6-2389 0 0,10 6-7207 0 0,0 0-34 0 0,0 1-1 0 0,0-1 0 0 0,1 0 0 0 0,-1 1 0 0 0,1 0 0 0 0,-1 0 0 0 0,1 0 1 0 0,3-3-1 0 0,-5 5 232 0 0,-4 6-179 0 0,-24 36 153 0 0,-2-1 0 0 0,-1-2 0 0 0,-38 38-1 0 0,8-9 230 0 0,58-66-448 0 0,1-1 0 0 0,0 0 0 0 0,0 0 0 0 0,0 0 0 0 0,1 1 0 0 0,-1-1 0 0 0,0 1-1 0 0,0-1 1 0 0,1 0 0 0 0,-1 1 0 0 0,1-1 0 0 0,-1 1 0 0 0,1 0 0 0 0,0-1 0 0 0,-1 1 0 0 0,1-1 0 0 0,0 1 0 0 0,0-1-1 0 0,0 1 1 0 0,0 0 0 0 0,0-1 0 0 0,1 2 0 0 0,0 0-2 0 0,0-1-1 0 0,0 0 1 0 0,0-1 0 0 0,0 1-1 0 0,1 0 1 0 0,-1 0 0 0 0,1 0-1 0 0,-1-1 1 0 0,1 1 0 0 0,-1-1-1 0 0,1 1 1 0 0,0-1 0 0 0,3 2-1 0 0,4 2 9 0 0,0 0 0 0 0,0-1-1 0 0,1-1 1 0 0,-1 1 0 0 0,16 2-1 0 0,32 2 21 0 0,-45-7-98 0 0,0 0 0 0 0,0 1 1 0 0,0 0-1 0 0,0 1 1 0 0,-1 1-1 0 0,1-1 0 0 0,-1 2 1 0 0,0-1-1 0 0,20 13 0 0 0,-5 0-1573 0 0,-6-10-3678 0 0,-5-2-1184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2.9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58 107 11589 0 0,'-41'-5'11963'0'0,"39"4"-10519"0"0,0 1-314 0 0,-8-1-252 0 0,8 1 1605 0 0,12-1-2204 0 0,36 0-31 0 0,318-26 425 0 0,-322 21-671 0 0,243-47-393 0 0,-263 45-115 0 0,-22 8 487 0 0,0 0 0 0 0,0 0 1 0 0,0 0-1 0 0,0 0 0 0 0,0-1 0 0 0,0 1 1 0 0,0 0-1 0 0,0 0 0 0 0,0 0 0 0 0,0 0 1 0 0,0-1-1 0 0,-1 1 0 0 0,1 0 0 0 0,0 0 0 0 0,0 0 1 0 0,0 0-1 0 0,0 0 0 0 0,0-1 0 0 0,0 1 1 0 0,0 0-1 0 0,-1 0 0 0 0,1 0 0 0 0,0 0 1 0 0,0 0-1 0 0,0 0 0 0 0,0 0 0 0 0,0 0 0 0 0,-1 0 1 0 0,1-1-1 0 0,0 1 0 0 0,0 0 0 0 0,0 0 1 0 0,0 0-1 0 0,-1 0 0 0 0,1 0 0 0 0,0 0 1 0 0,0 0-1 0 0,0 0 0 0 0,-1 0 0 0 0,1 0 0 0 0,0 0 1 0 0,0 0-1 0 0,0 0 0 0 0,0 1 0 0 0,-1-1 1 0 0,1 0-1 0 0,0 0 0 0 0,0 0 0 0 0,0 0 1 0 0,-45 0-1507 0 0,-18 4-4933 0 0,24-2 360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4.41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103 707 7201 0 0,'0'0'8996'0'0,"-2"5"-6423"0"0,-5 19 6882 0 0,5-29-9104 0 0,-4-30 288 0 0,-3-70 0 0 0,-1-6-354 0 0,0 44-185 0 0,-1-3 37 0 0,-4-137 1 0 0,14 179-204 0 0,-1 0 1 0 0,-8-39-1 0 0,9 61-20 0 0,1 4-50 0 0,-2-3-16 0 0,2 5 91 0 0,0 0-1 0 0,0 0 0 0 0,0 1 1 0 0,0-1-1 0 0,0 0 0 0 0,0 0 0 0 0,0 0 1 0 0,0 0-1 0 0,0 0 0 0 0,0 0 0 0 0,0 0 1 0 0,0 0-1 0 0,0 0 0 0 0,0 1 0 0 0,0-1 1 0 0,0 0-1 0 0,0 0 0 0 0,0 0 1 0 0,0 0-1 0 0,0 0 0 0 0,0 0 0 0 0,0 0 1 0 0,0 0-1 0 0,-1 0 0 0 0,1 0 0 0 0,0 0 1 0 0,0 1-1 0 0,0-1 0 0 0,0 0 1 0 0,0 0-1 0 0,0 0 0 0 0,0 0 0 0 0,0 0 1 0 0,0 0-1 0 0,0 0 0 0 0,0 0 0 0 0,-1 0 1 0 0,1 0-1 0 0,0 0 0 0 0,0 0 0 0 0,0 0 1 0 0,0 0-1 0 0,0 0 0 0 0,0 0 1 0 0,0 0-1 0 0,0 0 0 0 0,0 0 0 0 0,-1 0 1 0 0,1 0-1 0 0,0 0 0 0 0,0 0 0 0 0,0 0 1 0 0,0 0-1 0 0,0 0 0 0 0,0 0 1 0 0,0 0-1 0 0,0 0 0 0 0,0 0 0 0 0,0 0 1 0 0,-1 0-1 0 0,1-1 0 0 0,0 1 0 0 0,-5 19-341 0 0,4-15-33 0 0,-3 1-3277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4.6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163 48 3796 0 0,'4'-25'14459'0'0,"-7"5"-9736"0"0,3 18-3802 0 0,-1 2-794 0 0,1 0 0 0 0,-1-1 0 0 0,0 1 0 0 0,0 0 0 0 0,0 0 1 0 0,1 0-1 0 0,-1 1 0 0 0,0-1 0 0 0,0 0 0 0 0,1 0 0 0 0,-1 0 0 0 0,0 0 0 0 0,0 1 1 0 0,1-1-1 0 0,-1 0 0 0 0,0 1 0 0 0,1-1 0 0 0,-1 1 0 0 0,0-1 0 0 0,0 1 0 0 0,-20 23 529 0 0,1 0 0 0 0,2 1 0 0 0,0 1-1 0 0,1 1 1 0 0,-23 53 0 0 0,27-55-358 0 0,12-23 35 0 0,6-7-297 0 0,6-10-2 0 0,0 0-1 0 0,0-1 1 0 0,15-33 0 0 0,-17 31 44 0 0,0 1 1 0 0,1 0 0 0 0,1 0 0 0 0,22-26-1 0 0,-32 42-72 0 0,0 0 0 0 0,0 1 0 0 0,0-1 0 0 0,0 0 0 0 0,0 0 0 0 0,0 1 0 0 0,0-1 0 0 0,0 1 0 0 0,1-1 0 0 0,-1 1 0 0 0,0-1 0 0 0,0 1-1 0 0,0 0 1 0 0,1 0 0 0 0,-1-1 0 0 0,0 1 0 0 0,0 0 0 0 0,0 0 0 0 0,1 0 0 0 0,-1 0 0 0 0,0 1 0 0 0,0-1 0 0 0,0 0 0 0 0,1 0 0 0 0,-1 1 0 0 0,0-1 0 0 0,0 1 0 0 0,0-1 0 0 0,0 1-1 0 0,0-1 1 0 0,0 1 0 0 0,2 1 0 0 0,3 3-37 0 0,0 0-1 0 0,0 0 1 0 0,-1 0 0 0 0,7 8-1 0 0,-5-4-55 0 0,6 5-196 0 0,3 4-420 0 0,24 21 1 0 0,-31-32-1134 0 0,0 0 0 0 0,19 10 0 0 0,9 1-4640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5.44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1 119 6997 0 0,'0'0'9824'0'0,"9"-4"-2145"0"0,200 5-2246 0 0,109-16-5027 0 0,-270 12-64 0 0,2 1-311 0 0,-16 2-168 0 0,1-3 0 0 0,-1 0 0 0 0,65-16 0 0 0,-97 18 60 0 0,0 1 1 0 0,0-1-1 0 0,0 0 0 0 0,0 0 0 0 0,0 0 1 0 0,0 0-1 0 0,0 0 0 0 0,0 0 0 0 0,2-3 1 0 0,-3 4-200 0 0,-4-16-666 0 0,-25-8-1450 0 0,13 13-3304 0 0,6 4-286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6.3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225 59 2404 0 0,'24'-20'10669'0'0,"-19"15"-9135"0"0,1 1 1 0 0,-1-1 0 0 0,0 0-1 0 0,0 0 1 0 0,7-10 2761 0 0,-23 16-3929 0 0,0 0-1 0 0,0 0 0 0 0,0 1 0 0 0,0 1 1 0 0,-16 5-1 0 0,-54 26 611 0 0,17-7-254 0 0,19-7-46 0 0,44-20 71 0 0,17 37 204 0 0,-8-2-547 0 0,-3-17-236 0 0,-1 0 0 0 0,-1 0 1 0 0,1 27-1 0 0,-4-42-116 0 0,0-3-51 0 0,0 0 0 0 0,0 0 0 0 0,0 1 0 0 0,1-1 0 0 0,-1 0 1 0 0,0 1-1 0 0,0-1 0 0 0,0 0 0 0 0,0 1 0 0 0,0-1 0 0 0,1 0 1 0 0,-1 1-1 0 0,0-1 0 0 0,0 0 0 0 0,0 1 0 0 0,0-1 0 0 0,0 1 1 0 0,0-1-1 0 0,0 0 0 0 0,0 1 0 0 0,0-1 0 0 0,-1 0 0 0 0,1 1 0 0 0,0-1 1 0 0,0 0-1 0 0,0 1 0 0 0,0-1 0 0 0,-1 1 0 0 0,-8 1-17 0 0,6-1-1 0 0,-9 18-120 0 0,9-4 136 0 0,1 0 0 0 0,0 0 1 0 0,1 0-1 0 0,1 0 0 0 0,1 20 0 0 0,15 77 61 0 0,-12-92-51 0 0,-3-5-72 0 0,-1-15 59 0 0,0 0 1 0 0,0 0-1 0 0,0 0 0 0 0,0 0 0 0 0,0 0 0 0 0,0 0 0 0 0,0 0 0 0 0,0-1 1 0 0,0 1-1 0 0,0 0 0 0 0,0 0 0 0 0,0 0 0 0 0,0 0 0 0 0,0 0 0 0 0,0 0 0 0 0,0 0 1 0 0,0 0-1 0 0,0 0 0 0 0,0 0 0 0 0,0 0 0 0 0,0 0 0 0 0,0 0 0 0 0,0 0 1 0 0,0 0-1 0 0,0 0 0 0 0,0 0 0 0 0,-1 0 0 0 0,1 0 0 0 0,0 0 0 0 0,0 0 1 0 0,0 0-1 0 0,0 0 0 0 0,0 0 0 0 0,0 0 0 0 0,0 0 0 0 0,0 0 0 0 0,0 0 0 0 0,0 0 1 0 0,0 0-1 0 0,0 0 0 0 0,0 0 0 0 0,0 0 0 0 0,0 0 0 0 0,-1 0 0 0 0,1 0 1 0 0,0 0-1 0 0,0 0 0 0 0,0 0 0 0 0,0 0 0 0 0,0 0 0 0 0,0 0 0 0 0,0 0 1 0 0,0 0-1 0 0,0 0 0 0 0,0 0 0 0 0,0 0 0 0 0,0 0 0 0 0,0 0 0 0 0,0 0 1 0 0,0 0-1 0 0,0 0 0 0 0,0 0 0 0 0,0 1 0 0 0,0-1 0 0 0,-12-26-368 0 0,-3-8-1005 0 0,6 18-5567 0 0,4 6 536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37.2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1 141 4848 0 0,'1'-8'9322'0'0,"1"-10"-1657"0"0,-2 17-7370 0 0,0 0 0 0 0,0 1 0 0 0,0-1 0 0 0,0 0 0 0 0,1 1-1 0 0,-1-1 1 0 0,0 0 0 0 0,0 1 0 0 0,1-1 0 0 0,-1 0 0 0 0,0 1-1 0 0,1-1 1 0 0,-1 1 0 0 0,1-1 0 0 0,-1 0 0 0 0,1 1 0 0 0,-1-1 0 0 0,1 1-1 0 0,-1 0 1 0 0,1-1 0 0 0,-1 1 0 0 0,2-1 0 0 0,-1 1-203 0 0,-1 0 0 0 0,1 0 0 0 0,-1 0 0 0 0,1 1 0 0 0,-1-1 0 0 0,1 0 0 0 0,-1 1 0 0 0,1-1 1 0 0,-1 0-1 0 0,1 1 0 0 0,-1-1 0 0 0,1 1 0 0 0,-1-1 0 0 0,1 0 0 0 0,-1 1 0 0 0,0-1 0 0 0,1 1 0 0 0,-1-1 0 0 0,0 1 0 0 0,0-1 0 0 0,1 2 1 0 0,16 41-762 0 0,-14-34 1452 0 0,49 137 73 0 0,-46-132-788 0 0,1-1 0 0 0,10 17 0 0 0,-15-25-43 0 0,2-1 0 0 0,-1 1 0 0 0,0-1 0 0 0,1 0 0 0 0,0 0 0 0 0,0 0 1 0 0,0 0-1 0 0,9 5 0 0 0,-12-8 6 0 0,3-4-7 0 0,4-4-16 0 0,-2 0-1 0 0,1-1 0 0 0,-1 1 1 0 0,0-1-1 0 0,0 0 0 0 0,-1-1 1 0 0,7-13-1 0 0,25-72-68 0 0,-12 31-60 0 0,-11 25-49 0 0,16-33-123 0 0,-27 64 62 0 0,1 1 0 0 0,0 1-1 0 0,-1-1 1 0 0,2 0 0 0 0,-1 1 0 0 0,1 0-1 0 0,-1 0 1 0 0,9-7 0 0 0,3 6-6096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4.7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16 5885 0 0,'4'-16'15896'0'0,"-5"24"-9269"0"0,-1 12-6714 0 0,2 674 3351 0 0,-1-642-3147 0 0,4 124 275 0 0,0-157-376 0 0,-3-18-20 0 0,1 6 58 0 0,-1-4-186 0 0,1-7-697 0 0,1-36-483 0 0,-7 9-5814 0 0,2 22 783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5.2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7 102 896 0 0,'0'0'12205'0'0,"-5"-10"-4093"0"0,5 9-7736 0 0,-1-1 0 0 0,1 1 0 0 0,0-1 0 0 0,0 0 0 0 0,-1 1-1 0 0,1-1 1 0 0,0 1 0 0 0,0-1 0 0 0,1 0 0 0 0,-1 1 0 0 0,0-1-1 0 0,0 1 1 0 0,1-1 0 0 0,-1 0 0 0 0,2-1 0 0 0,0-13 4759 0 0,0 24-5131 0 0,0-1 0 0 0,1 0-1 0 0,-1 1 1 0 0,1-1-1 0 0,1 0 1 0 0,-1-1 0 0 0,1 1-1 0 0,9 10 1 0 0,0 0 2 0 0,55 70 34 0 0,-58-73-7 0 0,-1 1 0 0 0,-1 0 0 0 0,0 0 1 0 0,7 22-1 0 0,-15-36-31 0 0,0-1 0 0 0,0 1-1 0 0,0-1 1 0 0,0 1 0 0 0,0 0 0 0 0,1-1 0 0 0,-1 1 0 0 0,0-1-1 0 0,0 1 1 0 0,0-1 0 0 0,1 0 0 0 0,-1 1 0 0 0,0-1-1 0 0,1 1 1 0 0,-1-1 0 0 0,0 1 0 0 0,1-1 0 0 0,-1 0 0 0 0,0 1-1 0 0,1-1 1 0 0,-1 0 0 0 0,1 1 0 0 0,-1-1 0 0 0,1 0 0 0 0,-1 0-1 0 0,1 1 1 0 0,-1-1 0 0 0,1 0 0 0 0,-1 0 0 0 0,1 0-1 0 0,-1 0 1 0 0,1 1 0 0 0,0-2-1 0 0,0 1-1 0 0,0-1 1 0 0,0 0-1 0 0,0 1 1 0 0,0-1-1 0 0,0 0 1 0 0,0 0 0 0 0,-1 1-1 0 0,1-1 1 0 0,0 0-1 0 0,-1 0 1 0 0,1 0-1 0 0,-1 0 1 0 0,2-1 0 0 0,1-5-5 0 0,1 0 1 0 0,-1-1 0 0 0,3-11-1 0 0,16-63-32 0 0,-12 48-157 0 0,-1-1 0 0 0,-2 1 1 0 0,3-39-1 0 0,-11 54-814 0 0,1 14-4873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6.4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 3684 0 0,'2'-3'22250'0'0,"13"128"-19690"0"0,-8-56-1908 0 0,7 44 52 0 0,33 364 1131 0 0,-46-447-1760 0 0,-1-14 14 0 0,0 1 1 0 0,2-1 0 0 0,4 24-1 0 0,-5-38-29 0 0,1 3-37 0 0,0-2 375 0 0,0-3-391 0 0,8-1-2 0 0,-8 1-1 0 0,1-2-1 0 0,1 1-3 0 0,6-4-4 0 0,1 1 1 0 0,-1 0 0 0 0,1 1 0 0 0,1 0 0 0 0,14-1 0 0 0,264-25-52 0 0,-274 26-2519 0 0,-32 1-2505 0 0,12 2 4528 0 0,-2-1-5923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6.6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82 21 7741 0 0,'0'0'8478'0'0,"-1"-14"-1084"0"0,3 13-7197 0 0,-1 0 0 0 0,0 0 1 0 0,1 1-1 0 0,-1-1 0 0 0,0 1 1 0 0,1-1-1 0 0,-1 1 0 0 0,1-1 1 0 0,-1 1-1 0 0,1 0 0 0 0,-1 0 1 0 0,1 0-1 0 0,-1 0 0 0 0,1 0 0 0 0,-1 0 1 0 0,1 0-1 0 0,-1 0 0 0 0,1 1 1 0 0,-1-1-1 0 0,1 0 0 0 0,-1 1 1 0 0,0-1-1 0 0,1 1 0 0 0,-1 0 1 0 0,2 1-1 0 0,5 1 53 0 0,-1 1 0 0 0,0 0 0 0 0,-1 0 0 0 0,7 6 0 0 0,-8-6-192 0 0,0 0-1 0 0,0 1 1 0 0,-1-1-1 0 0,0 1 1 0 0,0 0-1 0 0,0 1 1 0 0,-1-1-1 0 0,0 1 1 0 0,0-1-1 0 0,0 1 1 0 0,0 0-1 0 0,-1 0 1 0 0,0 0-1 0 0,-1 1 1 0 0,1-1-1 0 0,-1 0 0 0 0,0 0 1 0 0,-1 1-1 0 0,1-1 1 0 0,-1 1-1 0 0,-1-1 1 0 0,1 1-1 0 0,-1-1 1 0 0,0 0-1 0 0,-1 0 1 0 0,1 1-1 0 0,-1-1 1 0 0,0 0-1 0 0,-5 9 1 0 0,0-2-75 0 0,0-1 0 0 0,-1 1 0 0 0,-1-2 0 0 0,1 1 0 0 0,-2-1 0 0 0,-13 13 0 0 0,-22 16-1269 0 0,-3-2-3525 0 0,42-34 3852 0 0,-22 17-5518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7.5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9297 0 0,'0'0'10986'0'0,"2"5"-9570"0"0,7 23-345 0 0,-2 0 0 0 0,-1 0 0 0 0,-1 0 0 0 0,1 38 1 0 0,-2-26-575 0 0,29 458 2453 0 0,-26-364-2465 0 0,-2-70-286 0 0,4-6 16 0 0,-6-43-105 0 0,-1-1 0 0 0,1 19 0 0 0,-3-31-50 0 0,0 5-35 0 0,0-4-20 0 0,0-3 7 0 0,-3-4-960 0 0,-15-25 110 0 0,8 7-6170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7.9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 21 7065 0 0,'-10'6'21314'0'0,"17"-1"-21209"0"0,0-1 0 0 0,1 1 0 0 0,0-1 0 0 0,-1 0 0 0 0,1-1 0 0 0,1 0 0 0 0,-1 0 1 0 0,0-1-1 0 0,1 0 0 0 0,-1-1 0 0 0,1 0 0 0 0,-1 0 0 0 0,17-1 0 0 0,12-1 43 0 0,71-13 0 0 0,-78 9-55 0 0,-10 2-55 0 0,-9 2-71 0 0,-1 0-1 0 0,0-1 1 0 0,0-1 0 0 0,19-6-1 0 0,-29 9-18 0 0,0 0-1 0 0,0 0 1 0 0,1 0-1 0 0,-1 0 1 0 0,0 0-1 0 0,0 0 1 0 0,1 0 0 0 0,-1-1-1 0 0,0 1 1 0 0,0 0-1 0 0,1 0 1 0 0,-1 0-1 0 0,0 0 1 0 0,0-1-1 0 0,1 1 1 0 0,-1 0-1 0 0,0 0 1 0 0,0 0 0 0 0,0-1-1 0 0,0 1 1 0 0,1 0-1 0 0,-1 0 1 0 0,0 0-1 0 0,0-1 1 0 0,0 1-1 0 0,0 0 1 0 0,0-1 0 0 0,0 1-1 0 0,0 0 1 0 0,0 0-1 0 0,1-1 1 0 0,-1 1-1 0 0,0 0 1 0 0,0 0-1 0 0,0-1 1 0 0,0 1 0 0 0,-1 0-1 0 0,1-1 1 0 0,0 1-1 0 0,0 0 1 0 0,0 0-1 0 0,0-1 1 0 0,0 1-1 0 0,0 0 1 0 0,0 0-1 0 0,0-1 1 0 0,-1 1 0 0 0,1 0-1 0 0,0 0 1 0 0,0-1-1 0 0,0 1 1 0 0,0 0-1 0 0,-1 0 1 0 0,1 0-1 0 0,0-1 1 0 0,0 1 0 0 0,-1 0-1 0 0,-14-8-4502 0 0,13 7 4337 0 0,-12-4-6076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48.65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69 99 6833 0 0,'0'0'20792'0'0,"2"-2"-20674"0"0,89-94 1176 0 0,-90 95-732 0 0,-1 3-546 0 0,-1 0 0 0 0,1 0 0 0 0,-1 0 0 0 0,1 0 1 0 0,-1 0-1 0 0,1-1 0 0 0,-1 1 0 0 0,0 0 0 0 0,0-1 0 0 0,0 1 1 0 0,-2 2-1 0 0,-1 3 21 0 0,-59 109 623 0 0,3-8 25 0 0,52-91-586 0 0,5-13-37 0 0,0 1 0 0 0,1 0 0 0 0,0 0 1 0 0,0 0-1 0 0,0 0 0 0 0,-2 9 0 0 0,4-13-49 0 0,0 0 0 0 0,0 1-1 0 0,0-1 1 0 0,0 1 0 0 0,1-1-1 0 0,-1 1 1 0 0,0-1 0 0 0,1 0-1 0 0,-1 1 1 0 0,1-1 0 0 0,-1 0-1 0 0,1 1 1 0 0,-1-1 0 0 0,1 0-1 0 0,0 1 1 0 0,0-1 0 0 0,0 0-1 0 0,0 0 1 0 0,0 0 0 0 0,0 0-1 0 0,0 0 1 0 0,0 0 0 0 0,0 0-1 0 0,0 0 1 0 0,0-1 0 0 0,1 1 0 0 0,-1 0-1 0 0,0-1 1 0 0,1 1 0 0 0,1 0-1 0 0,20 7 29 0 0,1-1 1 0 0,1-1-1 0 0,-1-1 0 0 0,29 2 0 0 0,-35-4-93 0 0,1-1-244 0 0,-1-1 0 0 0,36-2 0 0 0,7-7-6024 0 0,-28 3-182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3.4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10 7945 0 0,'-13'-6'13723'0'0,"21"3"-7985"0"0,27 3-4552 0 0,296 36 425 0 0,-211-34-2087 0 0,-120-2 422 0 0,1 0-1 0 0,-1 0 1 0 0,0 0 0 0 0,0 0 0 0 0,1 0 0 0 0,-1 0-1 0 0,0 0 1 0 0,0-1 0 0 0,1 1 0 0 0,-1 0 0 0 0,0 0 0 0 0,0 0-1 0 0,0 0 1 0 0,1 0 0 0 0,-1 0 0 0 0,0-1 0 0 0,0 1-1 0 0,0 0 1 0 0,1 0 0 0 0,-1 0 0 0 0,0 0 0 0 0,0-1 0 0 0,0 1-1 0 0,0 0 1 0 0,0 0 0 0 0,1-1 0 0 0,-1 1 0 0 0,0 0 0 0 0,0 0-1 0 0,0 0 1 0 0,0-1 0 0 0,0 1 0 0 0,0 0 0 0 0,0 0-1 0 0,0-1 1 0 0,0 1 0 0 0,0 0 0 0 0,0 0 0 0 0,0-1 0 0 0,0 1-1 0 0,0 0 1 0 0,0 0 0 0 0,0-1 0 0 0,0 1 0 0 0,0 0-1 0 0,0 0 1 0 0,-1-1 0 0 0,1 1 0 0 0,0 0 0 0 0,0 0 0 0 0,0-1-1 0 0,0 1 1 0 0,0 0 0 0 0,-1 0 0 0 0,1 0 0 0 0,0 0-1 0 0,-1-1 1 0 0,-6-8-358 0 0,5 5-1578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4.6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 7509 0 0,'0'0'12846'0'0,"-1"6"-11704"0"0,-6 96 2146 0 0,6 138 1 0 0,3-218-2869 0 0,1-1 0 0 0,6 22-1 0 0,-9-42-397 0 0,0 0-1 0 0,0 0 1 0 0,1-1-1 0 0,-1 1 1 0 0,0 0-1 0 0,1 0 1 0 0,-1 0 0 0 0,0 0-1 0 0,1 0 1 0 0,-1 0-1 0 0,1-1 1 0 0,0 1-1 0 0,-1 0 1 0 0,1 0-1 0 0,0-1 1 0 0,-1 1-1 0 0,1 0 1 0 0,0-1-1 0 0,0 1 1 0 0,-1-1-1 0 0,1 1 1 0 0,0-1-1 0 0,0 1 1 0 0,0-1-1 0 0,0 0 1 0 0,0 1-1 0 0,0-1 1 0 0,0 0-1 0 0,0 0 1 0 0,1 1-1 0 0,3-2 45 0 0,-1 1-1 0 0,0 0 0 0 0,0-1 0 0 0,0 0 0 0 0,8-2 1 0 0,1 0-7 0 0,0 0-12 0 0,1 1 0 0 0,-1 1 0 0 0,1 0 0 0 0,0 1 0 0 0,-1 0 0 0 0,17 3 0 0 0,92 16-7 0 0,252 28-137 0 0,-209-36-469 0 0,-163-11 526 0 0,1-3 22 0 0,0 0-175 0 0,-2-1-763 0 0,-1 1 1603 0 0,2-11-11288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4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0 6197 0 0,'0'0'12165'0'0,"5"0"-10858"0"0,1 1-1002 0 0,0 0 0 0 0,0 1 0 0 0,-1-1 0 0 0,1 1 1 0 0,0 0-1 0 0,-1 0 0 0 0,1 1 0 0 0,-1 0 0 0 0,0 0 0 0 0,9 6 0 0 0,7 8 414 0 0,22 22 0 0 0,-18-15-354 0 0,-18-19-219 0 0,-1 1 1 0 0,0 0 0 0 0,-1 1 0 0 0,1-1 0 0 0,-1 1 0 0 0,0 0 0 0 0,-1 0-1 0 0,0 1 1 0 0,0-1 0 0 0,4 13 0 0 0,-7-16-102 0 0,0 0-1 0 0,-1 0 1 0 0,1 0-1 0 0,-1 0 1 0 0,1 0-1 0 0,-1 0 1 0 0,-1 0-1 0 0,1 0 1 0 0,-1 0-1 0 0,1 0 1 0 0,-1 0-1 0 0,0 0 1 0 0,0 0-1 0 0,-1 0 1 0 0,1 0-1 0 0,-1 0 1 0 0,0-1-1 0 0,0 1 1 0 0,0-1-1 0 0,-1 0 1 0 0,1 1-1 0 0,-1-1 1 0 0,-5 5-1 0 0,-9 8-123 0 0,-1-1-1 0 0,0 0 1 0 0,-1-1-1 0 0,-21 11 1 0 0,-43 17-7127 0 0,56-31 1259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5.5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66 9637 0 0,'-3'3'13401'0'0,"34"3"-12584"0"0,1-2 0 0 0,0-1 1 0 0,47-1-1 0 0,106-12-108 0 0,-129 6-427 0 0,-13 1-169 0 0,-6 2-193 0 0,-1-2-1 0 0,0-2 1 0 0,56-14-1 0 0,-92 19 45 0 0,1 0 0 0 0,-1 0-1 0 0,0 0 1 0 0,0 0 0 0 0,0 0-1 0 0,0 0 1 0 0,0-1 0 0 0,1 1-1 0 0,-1 0 1 0 0,0 0 0 0 0,0 0 0 0 0,0 0-1 0 0,0 0 1 0 0,0 0 0 0 0,0 0-1 0 0,0 0 1 0 0,1 0 0 0 0,-1-1 0 0 0,0 1-1 0 0,0 0 1 0 0,0 0 0 0 0,0 0-1 0 0,0 0 1 0 0,0 0 0 0 0,0 0-1 0 0,0-1 1 0 0,0 1 0 0 0,0 0 0 0 0,0 0-1 0 0,0 0 1 0 0,0 0 0 0 0,0 0-1 0 0,0-1 1 0 0,0 1 0 0 0,0 0-1 0 0,0 0 1 0 0,0 0 0 0 0,0 0 0 0 0,0 0-1 0 0,0-1 1 0 0,0 1 0 0 0,0 0-1 0 0,0 0 1 0 0,0 0 0 0 0,0 0 0 0 0,0 0-1 0 0,0-1 1 0 0,0 1 0 0 0,0 0-1 0 0,0 0 1 0 0,0 0 0 0 0,-1 0-1 0 0,1 0 1 0 0,0 0 0 0 0,-12-10-518 0 0,-18-5-2291 0 0,17 11-1397 0 0,1 0-1265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5.8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26 9245 0 0,'-1'-3'7189'0'0,"-3"-4"-5752"0"0,-8-6 9379 0 0,5 10-7397 0 0,13 5-3391 0 0,115 31 78 0 0,-6-3-64 0 0,-95-25-35 0 0,27 11 4 0 0,-44-15-9 0 0,0 0 0 0 0,-1 0 0 0 0,1 0-1 0 0,0 1 1 0 0,-1 0 0 0 0,0-1 0 0 0,1 1 0 0 0,-1 0 0 0 0,0 0 0 0 0,0 0 0 0 0,0 0 0 0 0,0 1-1 0 0,1 2 1 0 0,-3-4-2 0 0,0 1 0 0 0,0 0 0 0 0,0 0 0 0 0,-1 0 0 0 0,1-1 0 0 0,-1 1 0 0 0,1 0 0 0 0,-1-1 0 0 0,0 1 0 0 0,0 0 0 0 0,0-1 0 0 0,0 1 0 0 0,0-1 0 0 0,0 1 0 0 0,0-1 0 0 0,0 1 0 0 0,-3 1 0 0 0,-18 14-62 0 0,-1-1 1 0 0,-1-2-1 0 0,0 0 1 0 0,-37 15-1 0 0,24-12-1489 0 0,-45 28 0 0 0,56-26-2822 0 0,5-1-2104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7.1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11 349 3908 0 0,'-10'20'24125'0'0,"11"-28"-23847"0"0,-1 7-275 0 0,21-234 1369 0 0,-11 119-952 0 0,-11 108-247 0 0,-4 9 311 0 0,-4 12 202 0 0,8-11-853 0 0,-2 3 295 0 0,3-3-61 0 0,0 1 0 0 0,0-1 1 0 0,0 1-1 0 0,1-1 0 0 0,-1 1 1 0 0,1-1-1 0 0,-1 0 1 0 0,3 5-1 0 0,-2-5-86 0 0,0 0 32 0 0,0 0 0 0 0,0-1 0 0 0,0 0 0 0 0,0 1 0 0 0,1-1 0 0 0,-1 0 0 0 0,0 1 0 0 0,1-1 0 0 0,-1 0 0 0 0,1 0 0 0 0,0 0 0 0 0,-1 0 0 0 0,1 0-1 0 0,0-1 1 0 0,-1 1 0 0 0,1 0 0 0 0,0-1 0 0 0,3 1 0 0 0,35 3 60 0 0,-33-3-59 0 0,268 1 86 0 0,-46-2-36 0 0,-55 0-193 0 0,-71-2 59 0 0,-101 2 47 0 0,0 0-22 0 0,-2 0 41 0 0,0 0-1 0 0,0 0 1 0 0,0 0-1 0 0,0 1 1 0 0,0-1-1 0 0,0 0 1 0 0,0 0-1 0 0,1 0 1 0 0,-1 0-1 0 0,0 0 1 0 0,0 0-1 0 0,0 0 1 0 0,0 0-1 0 0,0 0 1 0 0,1 0-1 0 0,-1 0 1 0 0,0 0-1 0 0,0 0 1 0 0,0 0-1 0 0,0 0 1 0 0,0 0-1 0 0,1 0 1 0 0,-1 0-1 0 0,0 0 1 0 0,0 0-1 0 0,0 0 1 0 0,0 0-1 0 0,0 0 1 0 0,0 0-1 0 0,1-1 1 0 0,-1 1-1 0 0,0 0 1 0 0,0 0-1 0 0,0 0 1 0 0,0 0-1 0 0,0 0 1 0 0,0 0-1 0 0,0 0 1 0 0,0 0-1 0 0,1-1 1 0 0,-1 1-1 0 0,0 0 1 0 0,0 0 0 0 0,0 0-1 0 0,0 0 1 0 0,0 0-1 0 0,0 0 1 0 0,0-1-1 0 0,0 1 1 0 0,0 0-1 0 0,0 0 1 0 0,0 0-1 0 0,0 0 1 0 0,0 0-1 0 0,0-1 1 0 0,0 1-1 0 0,0 0 1 0 0,0 0-1 0 0,0 0 1 0 0,0 0-1 0 0,0 0 1 0 0,0 0-1 0 0,0-1 1 0 0,0 1-1 0 0,0 0 1 0 0,-1 0-1 0 0,-33-29-968 0 0,19 11-6698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1:57.3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176 24 2104 0 0,'-6'-8'15532'0'0,"-7"-8"-5519"0"0,27 24-7001 0 0,58 38-2429 0 0,-69-44-571 0 0,8 5 59 0 0,-1 1-1 0 0,0 0 1 0 0,0 0 0 0 0,14 17-1 0 0,-22-23-65 0 0,0 0 0 0 0,-1 1 0 0 0,1-1 0 0 0,-1 1 0 0 0,1-1 0 0 0,-1 1 0 0 0,0-1 0 0 0,0 1 0 0 0,0 0 0 0 0,0-1 0 0 0,0 1 0 0 0,-1 0 0 0 0,0 0 0 0 0,1 0 0 0 0,-1-1 0 0 0,0 1 0 0 0,0 0 0 0 0,0 0 0 0 0,-1 0 0 0 0,1 0 0 0 0,-1-1 1 0 0,1 1-1 0 0,-1 0 0 0 0,0 0 0 0 0,0-1 0 0 0,0 1 0 0 0,-2 2 0 0 0,-1 1-41 0 0,1-1 0 0 0,-1 0 0 0 0,0 0 0 0 0,0-1 0 0 0,-1 1 0 0 0,0-1 0 0 0,1 0 0 0 0,-1 0 0 0 0,-7 4 0 0 0,-7 2-270 0 0,-26 12-1 0 0,32-16 125 0 0,-111 45-5895 0 0,57-26-407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0.5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73 10497 0 0,'-4'-1'14057'0'0,"622"-69"-9876"0"0,-512 68-4102 0 0,-104 2-164 0 0,-9 2-917 0 0,-35 6 45 0 0,6-4-6006 0 0,22-4 1021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1.4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243 11 5993 0 0,'0'0'18241'0'0,"5"1"-17904"0"0,-2-1-337 0 0,0 1 121 0 0,1-1 0 0 0,0 1 0 0 0,0-1 0 0 0,0 0-1 0 0,0-1 1 0 0,0 1 0 0 0,0-1 0 0 0,0 1 0 0 0,-1-1 0 0 0,1 0 0 0 0,4-2 0 0 0,19-3 2214 0 0,-51 27-2082 0 0,-1-1 0 0 0,0-2 1 0 0,-53 30-1 0 0,64-39-190 0 0,-130 68 875 0 0,141-77-859 0 0,-9 5 69 0 0,12-5-141 0 0,0 0 0 0 0,0 0 0 0 0,0 0 0 0 0,-1 0 1 0 0,1 0-1 0 0,0 0 0 0 0,0 0 0 0 0,0 0 0 0 0,0 0 0 0 0,0 1 1 0 0,0-1-1 0 0,-1 0 0 0 0,1 0 0 0 0,0 0 0 0 0,0 0 0 0 0,0 0 0 0 0,0 0 1 0 0,0 1-1 0 0,0-1 0 0 0,0 0 0 0 0,0 0 0 0 0,0 0 0 0 0,0 0 0 0 0,0 1 1 0 0,0-1-1 0 0,0 0 0 0 0,-1 0 0 0 0,1 0 0 0 0,0 0 0 0 0,0 1 1 0 0,0-1-1 0 0,1 0 0 0 0,-1 0 0 0 0,0 0 0 0 0,0 0 0 0 0,0 1 0 0 0,0-1 1 0 0,0 0-1 0 0,0 0 0 0 0,0 0 0 0 0,0 0 0 0 0,0 0 0 0 0,0 1 0 0 0,0-1 1 0 0,0 0-1 0 0,1 0 0 0 0,-1 0 0 0 0,0 0 0 0 0,0 0 0 0 0,0 0 0 0 0,0 0 1 0 0,0 1-1 0 0,0-1 0 0 0,1 0 0 0 0,-1 0 0 0 0,0 0 0 0 0,0 0 1 0 0,0 0-1 0 0,1 0 0 0 0,19 12 166 0 0,30 11 1 0 0,-32-15-106 0 0,-1 0 0 0 0,0 1 0 0 0,-1 0 1 0 0,24 19-1 0 0,-19-10-319 0 0,2 0 0 0 0,0-1 0 0 0,1-1 0 0 0,36 18 0 0 0,-32-27-5869 0 0,-12-4-354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3.4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6 113 10249 0 0,'-5'-6'16856'0'0,"699"-55"-14135"0"0,-323 25-2480 0 0,-257 29-295 0 0,-72 4-5977 0 0,-86 7 1609 0 0,13-1-1469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4.4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189 23 3372 0 0,'0'0'18433'0'0,"4"-3"-17811"0"0,13-8-71 0 0,-13 8-50 0 0,7-2 3897 0 0,-173 105-2329 0 0,128-80-5 0 0,5-6-1679 0 0,33-5-375 0 0,1 0 1 0 0,0 0-1 0 0,0 0 1 0 0,0-1-1 0 0,1 0 0 0 0,8 8 1 0 0,48 48-654 0 0,-32-34-1411 0 0,-23-24-2189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5.4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92 10221 0 0,'-58'0'16983'0'0,"66"1"-16587"0"0,29 1-7 0 0,1-1 0 0 0,56-5 0 0 0,84-19 28 0 0,-24 2-174 0 0,-82 12-400 0 0,114-30 0 0 0,-239 50-1096 0 0,-26 5-594 0 0,34-4-4492 0 0,27-6 434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6.0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290 68 5444 0 0,'0'0'6468'0'0,"-2"-1"-4561"0"0,2 1-1653 0 0,-2-2 1520 0 0,1 2-1521 0 0,1-1 1 0 0,0 1-1 0 0,0 0 1 0 0,0-1-1 0 0,-1 1 1 0 0,1 0-1 0 0,0-1 1 0 0,0 1-1 0 0,0-1 1 0 0,0 1-1 0 0,0 0 0 0 0,0-1 1 0 0,0 1-1 0 0,0 0 1 0 0,0-1-1 0 0,0 1 1 0 0,0-1-1 0 0,0 1 1 0 0,0 0-1 0 0,0-1 1 0 0,0 1-1 0 0,0 0 1 0 0,0-1-1 0 0,11-10 2664 0 0,30-8-3288 0 0,-26 12 1377 0 0,34-12 1741 0 0,-251 146-1361 0 0,81-54-742 0 0,117-70-614 0 0,-17 10 275 0 0,-25 20 0 0 0,46-33-298 0 0,-1 1 1 0 0,1-1-1 0 0,-1 0 1 0 0,1 1 0 0 0,0-1-1 0 0,-1 0 1 0 0,1 1-1 0 0,0-1 1 0 0,-1 1-1 0 0,1-1 1 0 0,0 1-1 0 0,0-1 1 0 0,-1 1-1 0 0,1-1 1 0 0,0 1-1 0 0,0-1 1 0 0,0 1-1 0 0,0 0 1 0 0,-1-1 0 0 0,1 1-1 0 0,0-1 1 0 0,0 1-1 0 0,0-1 1 0 0,0 1-1 0 0,0-1 1 0 0,1 1-1 0 0,-1 0 1 0 0,0-1-1 0 0,0 1 1 0 0,0-1-1 0 0,0 1 1 0 0,1-1 0 0 0,-1 1-1 0 0,0-1 1 0 0,0 1-1 0 0,1-1 1 0 0,-1 1-1 0 0,0-1 1 0 0,1 0-1 0 0,-1 1 1 0 0,1-1-1 0 0,-1 1 1 0 0,0-1-1 0 0,1 0 1 0 0,0 1 0 0 0,25 14 51 0 0,-22-14-24 0 0,23 10 38 0 0,1-1 0 0 0,30 5-1 0 0,-31-8-109 0 0,1 1 0 0 0,38 17 1 0 0,-44-14-206 0 0,44 20-1361 0 0,-22-14-3938 0 0,-10-7-907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6.8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1 533 6473 0 0,'0'0'18904'0'0,"5"2"-18505"0"0,25 1-64 0 0,0-1 0 0 0,0-1-1 0 0,0-2 1 0 0,37-4 0 0 0,-37 2-242 0 0,304-29 344 0 0,-286 27-289 0 0,-43 2 84 0 0,-11-2 108 0 0,-5 0-183 0 0,7 3-103 0 0,1-10 11 0 0,-7-21-91 0 0,1-1 0 0 0,-7-58 0 0 0,4-70-310 0 0,4 32-1099 0 0,8 113-1480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07.5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 1 9585 0 0,'-8'36'4836'0'0,"0"1"-1735"0"0,3 8-861 0 0,-4 19-540 0 0,-3-1-360 0 0,1 2-288 0 0,-1-2-196 0 0,4-17-176 0 0,2 4-256 0 0,-2 14-272 0 0,-2-19-344 0 0,4-4-484 0 0,4-5-936 0 0,2-8-3028 0 0,-2-8-1301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14.1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 54 5885 0 0,'-6'11'16022'0'0,"5"-3"-9808"0"0,1-7-6168 0 0,0 0 0 0 0,1-1 1 0 0,-1 1-1 0 0,1-1 0 0 0,-1 1 1 0 0,1 0-1 0 0,-1-1 0 0 0,1 1 1 0 0,0-1-1 0 0,-1 1 0 0 0,1-1 1 0 0,0 0-1 0 0,-1 1 0 0 0,1-1 1 0 0,0 0-1 0 0,-1 1 0 0 0,1-1 0 0 0,0 0 1 0 0,0 0-1 0 0,0 0 0 0 0,-1 1 1 0 0,1-1-1 0 0,0 0 0 0 0,0 0 1 0 0,-1 0-1 0 0,3-1 0 0 0,65 4 624 0 0,85-8-1 0 0,-52 0-535 0 0,-61 5-155 0 0,0-2 0 0 0,0-2 0 0 0,-1-1-1 0 0,49-14 1 0 0,-87 19 15 0 0,0 0 1 0 0,-1 0-1 0 0,1-1 0 0 0,0 1 0 0 0,-1 0 0 0 0,1-1 1 0 0,0 1-1 0 0,-1 0 0 0 0,1-1 0 0 0,0 1 0 0 0,-1-1 0 0 0,1 0 1 0 0,-1 1-1 0 0,1-1 0 0 0,-1 1 0 0 0,1-1 0 0 0,-1 0 1 0 0,0 1-1 0 0,1-1 0 0 0,-1 0 0 0 0,0 1 0 0 0,1-1 1 0 0,-1 0-1 0 0,0 0 0 0 0,0 1 0 0 0,0-1 0 0 0,1 0 1 0 0,-1 0-1 0 0,0 1 0 0 0,0-2 0 0 0,0 0-79 0 0,-1 1-508 0 0,1 1 529 0 0,-1 0-1 0 0,1-1 1 0 0,-1 1-1 0 0,1 0 1 0 0,-1-1-1 0 0,1 1 1 0 0,-1-1-1 0 0,1 1 1 0 0,0 0-1 0 0,-1-1 1 0 0,1 1-1 0 0,0-1 1 0 0,-1 1-1 0 0,1-1 1 0 0,0 1-1 0 0,0-1 1 0 0,-1 0-1 0 0,1 1 1 0 0,0-1-1 0 0,0 1 1 0 0,0-1-1 0 0,-3-12-6375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14.4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 4940 0 0,'0'0'12707'0'0,"1"-3"-10632"0"0,-1 3-1864 0 0,1-1 0 0 0,-1 0 0 0 0,1 0 0 0 0,-1 0 0 0 0,1 1 0 0 0,-1-1-1 0 0,1 0 1 0 0,0 0 0 0 0,-1 1 0 0 0,1-1 0 0 0,0 0 0 0 0,0 1 0 0 0,-1-1 0 0 0,1 1 0 0 0,0-1 0 0 0,0 1 0 0 0,0 0 0 0 0,0-1 0 0 0,-1 1 0 0 0,1 0 0 0 0,0-1 0 0 0,0 1 0 0 0,0 0 0 0 0,2 0 0 0 0,-1 0 633 0 0,2 1-134 0 0,4 0-500 0 0,1 1 0 0 0,-1 1 0 0 0,0-1 0 0 0,1 1 0 0 0,-2 1 0 0 0,1-1 0 0 0,0 2 0 0 0,-1-1 0 0 0,1 1 0 0 0,-1 0 0 0 0,-1 0 0 0 0,1 1 1 0 0,-1 0-1 0 0,0 0 0 0 0,7 8 0 0 0,-11-11-209 0 0,0-1 1 0 0,0 1-1 0 0,-1 0 0 0 0,1-1 1 0 0,0 1-1 0 0,-1 0 0 0 0,0 0 1 0 0,1 0-1 0 0,-1 0 1 0 0,0 0-1 0 0,-1 1 0 0 0,1-1 1 0 0,-1 0-1 0 0,1 0 1 0 0,-1 1-1 0 0,0-1 0 0 0,0 0 1 0 0,0 0-1 0 0,0 0 1 0 0,-1 1-1 0 0,0-1 0 0 0,1 0 1 0 0,-1 0-1 0 0,0 0 1 0 0,-1 0-1 0 0,1 0 0 0 0,0 0 1 0 0,-1 0-1 0 0,0 0 1 0 0,1 0-1 0 0,-1-1 0 0 0,-3 4 1 0 0,-3 5-273 0 0,-1-1 0 0 0,-1 1 0 0 0,1-2 0 0 0,-16 12 0 0 0,-22 14-6545 0 0,25-20 595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15.44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34 495 10109 0 0,'-10'3'8857'0'0,"8"-3"-8305"0"0,1 1-1 0 0,-1-1 0 0 0,1 0 1 0 0,0 1-1 0 0,-1-1 0 0 0,1 1 0 0 0,-1 0 1 0 0,1-1-1 0 0,0 1 0 0 0,-1 0 1 0 0,1 0-1 0 0,0 0 0 0 0,0 0 1 0 0,0 0-1 0 0,-2 1 0 0 0,3-1-39 0 0,62 8 824 0 0,104-14-863 0 0,168-29 0 0 0,-244 23-388 0 0,266-45 127 0 0,-343 53-206 0 0,-6 2-2 0 0,1 0 4 0 0,0 0 0 0 0,-1-1 0 0 0,1 0 1 0 0,0 0-1 0 0,0-1 0 0 0,-1 0 0 0 0,12-6 1 0 0,-17 8 37 0 0,7-3 352 0 0,-11 3-396 0 0,1 1 1 0 0,-1-1-1 0 0,1 0 0 0 0,-1 1 0 0 0,1-1 1 0 0,0 0-1 0 0,-1 0 0 0 0,1 0 0 0 0,0 0 1 0 0,-1 0-1 0 0,1 0 0 0 0,-2-2 0 0 0,2 1 3 0 0,-1 0-3 0 0,0 0 1 0 0,0 0 0 0 0,0 0 0 0 0,0 0 0 0 0,1-1 0 0 0,-1 1 0 0 0,1-1 0 0 0,0 1 0 0 0,-1-1 0 0 0,1 1 0 0 0,0-1 0 0 0,0-4-1 0 0,-5-34 3 0 0,5 33-5 0 0,-2-31-53 0 0,1-1 1 0 0,3 1-1 0 0,1-1 0 0 0,13-69 0 0 0,-12 93-87 0 0,-4 19-214 0 0,-3 18 101 0 0,3-14 96 0 0,3 3-438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15.80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21 8185 0 0,'0'0'6854'0'0,"-7"-9"1382"0"0,7 9-8151 0 0,-1-1 0 0 0,1 1 0 0 0,0-1 0 0 0,-1 1 0 0 0,1-1 0 0 0,-1 1 0 0 0,1-1 0 0 0,-1 1 0 0 0,1 0 0 0 0,-1-1 0 0 0,1 1 0 0 0,-1 0 0 0 0,0-1 0 0 0,1 1 0 0 0,-1 0 0 0 0,1 0 0 0 0,-1 0 0 0 0,0-1 0 0 0,1 1 0 0 0,-1 0 0 0 0,1 0 1 0 0,-1 0-1 0 0,0 0 0 0 0,1 0 0 0 0,-1 0 0 0 0,0 0 0 0 0,1 0 0 0 0,-1 0 0 0 0,0 1 0 0 0,1-1 0 0 0,-1 0 0 0 0,1 0 0 0 0,-1 1 0 0 0,0-1 0 0 0,1 0 0 0 0,-1 1 0 0 0,1-1 0 0 0,-1 0 0 0 0,1 1 0 0 0,-1-1 0 0 0,0 1 0 0 0,-21 26 835 0 0,15-18-580 0 0,-4 6-10 0 0,2 1 0 0 0,0 1 1 0 0,0-1-1 0 0,2 1 0 0 0,-7 19 0 0 0,10-18-32 0 0,3-18-289 0 0,1 1 1 0 0,0-1-1 0 0,0 0 1 0 0,0 0-1 0 0,-1 1 1 0 0,1-1-1 0 0,0 0 1 0 0,0 0-1 0 0,0 1 1 0 0,0-1-1 0 0,0 0 1 0 0,0 1-1 0 0,0-1 1 0 0,0 0-1 0 0,0 1 1 0 0,0-1-1 0 0,0 0 1 0 0,0 1-1 0 0,0-1 0 0 0,0 0 1 0 0,0 0-1 0 0,0 1 1 0 0,0-1-1 0 0,0 0 1 0 0,0 1-1 0 0,0-1 1 0 0,0 0-1 0 0,0 0 1 0 0,1 1-1 0 0,-1-1 1 0 0,0 0-1 0 0,0 1 1 0 0,0-1-1 0 0,0 0 1 0 0,1 0-1 0 0,-1 0 1 0 0,0 1-1 0 0,0-1 1 0 0,1 0-1 0 0,-1 0 0 0 0,13-9 19 0 0,0-1 0 0 0,-1-1 0 0 0,-1 0-1 0 0,0-1 1 0 0,0 0 0 0 0,-1-1-1 0 0,9-14 1 0 0,31-36 156 0 0,-48 60-158 0 0,0 0-1 0 0,1 1 1 0 0,-1 0 0 0 0,1-1-1 0 0,-1 1 1 0 0,1 0 0 0 0,0 0-1 0 0,4-2 1 0 0,-6 4-20 0 0,-1 0-1 0 0,1 0 0 0 0,-1 0 1 0 0,1 0-1 0 0,-1 0 1 0 0,1 0-1 0 0,-1 0 1 0 0,1 0-1 0 0,-1 0 1 0 0,1 0-1 0 0,-1 0 1 0 0,1 0-1 0 0,-1 0 0 0 0,1 0 1 0 0,-1 0-1 0 0,1 0 1 0 0,-1 1-1 0 0,1-1 1 0 0,-1 0-1 0 0,0 0 1 0 0,1 1-1 0 0,-1-1 1 0 0,1 1-1 0 0,0 0-1 0 0,0 1-1 0 0,0-1 1 0 0,0 1-1 0 0,0-1 1 0 0,0 1-1 0 0,0-1 1 0 0,-1 1-1 0 0,1-1 1 0 0,-1 1-1 0 0,1 3 1 0 0,4 20-149 0 0,1 43 0 0 0,0 1-2722 0 0,-2-47-1554 0 0,1-3-2027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16.8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 58 9121 0 0,'-3'3'6551'0'0,"-9"10"2181"0"0,12-12-8628 0 0,0 0 1 0 0,0-1-1 0 0,-1 1 1 0 0,1-1-1 0 0,0 1 1 0 0,0 0 0 0 0,0-1-1 0 0,0 1 1 0 0,0 0-1 0 0,0-1 1 0 0,0 1 0 0 0,0-1-1 0 0,0 1 1 0 0,0 0-1 0 0,0-1 1 0 0,0 1-1 0 0,1-1 1 0 0,-1 1 0 0 0,0 0-1 0 0,0-1 1 0 0,1 1-1 0 0,-1-1 1 0 0,0 1-1 0 0,1-1 1 0 0,-1 1 0 0 0,0-1-1 0 0,1 1 1 0 0,-1-1-1 0 0,1 1 1 0 0,1 1 24 0 0,0-1 0 0 0,0 0 1 0 0,0 0-1 0 0,0 0 0 0 0,0 0 0 0 0,1-1 1 0 0,-1 1-1 0 0,0 0 0 0 0,2-1 0 0 0,10 2 41 0 0,0-1-1 0 0,17 0 1 0 0,-24-2 36 0 0,418-30 1017 0 0,-146 4-912 0 0,17 5-36 0 0,-244 20-196 0 0,-50 2-15 0 0,-9 0-97 0 0,-20 3-15 0 0,21-3-26 0 0,11-2-3019 0 0,1 0 3130 0 0,15-4 293 0 0,-12-3 364 0 0,-3 4 216 0 0,-3 6 496 0 0,-17 211-649 0 0,13-185-723 0 0,-7 163 172 0 0,8-186-244 0 0,1-1-17 0 0,-1-1-1 0 0,0 1 0 0 0,0 0 0 0 0,0 0 0 0 0,0-1 1 0 0,-1 1-1 0 0,1 0 0 0 0,-1 0 0 0 0,0-1 0 0 0,0 1 1 0 0,0 0-1 0 0,-2 4 0 0 0,2-6-291 0 0,0-2-591 0 0,-1 0 579 0 0,1 0 1 0 0,0 0-1 0 0,0 0 0 0 0,0-1 1 0 0,0 1-1 0 0,0 0 0 0 0,0 0 0 0 0,0-1 1 0 0,0 1-1 0 0,1-1 0 0 0,-2-2 0 0 0,1 1-942 0 0,-4-8-5197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17.3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33 6789 0 0,'-1'-4'24301'0'0,"8"23"-24186"0"0,0 0 1 0 0,1 0 0 0 0,0-1 0 0 0,2-1 0 0 0,0 1 0 0 0,1-2 0 0 0,1 1-1 0 0,16 17 1 0 0,-22-27-33 0 0,-5-5-106 0 0,1-1 1 0 0,-1 1-1 0 0,0 0 0 0 0,1-1 0 0 0,0 1 1 0 0,-1-1-1 0 0,1 1 0 0 0,3 1 0 0 0,-4-3 12 0 0,-1 0-1 0 0,1 0 1 0 0,0 0-1 0 0,0 0 1 0 0,-1 0 0 0 0,1 0-1 0 0,0 0 1 0 0,0 0-1 0 0,-1 0 1 0 0,1-1-1 0 0,0 1 1 0 0,0 0 0 0 0,-1 0-1 0 0,1-1 1 0 0,0 1-1 0 0,-1 0 1 0 0,1-1-1 0 0,0 1 1 0 0,-1-1 0 0 0,1 1-1 0 0,-1-1 1 0 0,1 1-1 0 0,-1-1 1 0 0,1 0-1 0 0,-1 1 1 0 0,1-1 0 0 0,-1 0-1 0 0,6-7-131 0 0,-1 0 0 0 0,0 0-1 0 0,0 0 1 0 0,-1 0 0 0 0,4-11-1 0 0,2-5-171 0 0,1 3-35 0 0,0 1 1 0 0,1 0 0 0 0,2 1-1 0 0,21-25 1 0 0,-34 43 380 0 0,0 0-1 0 0,0 0 1 0 0,0 0 0 0 0,0 0 0 0 0,0 0-1 0 0,0 0 1 0 0,1 0 0 0 0,-1 0-1 0 0,0 1 1 0 0,0-1 0 0 0,1 0 0 0 0,1 0-1 0 0,-2 1 3 0 0,-1 0 0 0 0,1 0 0 0 0,-1 0-1 0 0,0 0 1 0 0,1 0 0 0 0,-1 0 0 0 0,1 1 0 0 0,-1-1-1 0 0,1 0 1 0 0,-1 0 0 0 0,0 0 0 0 0,1 1 0 0 0,-1-1-1 0 0,0 0 1 0 0,1 0 0 0 0,-1 1 0 0 0,0-1 0 0 0,1 0-1 0 0,-1 1 1 0 0,0-1 0 0 0,1 0 0 0 0,-1 1 0 0 0,0-1 0 0 0,0 1-1 0 0,0-1 1 0 0,1 0 0 0 0,-1 1 0 0 0,0-1 0 0 0,0 1-1 0 0,0 0 1 0 0,-2 6 112 0 0,-10 9-268 0 0,0 0 0 0 0,-2-1 0 0 0,0-1 0 0 0,0 0 0 0 0,-20 13 1 0 0,-15 15-6188 0 0,30-25-74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22.3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18 699 6473 0 0,'-1'0'5824'0'0,"-7"-5"2067"0"0,2 0-2741 0 0,3 8-2139 0 0,5 21-1375 0 0,14 35-1695 0 0,-7-29 287 0 0,-5-15-97 0 0,1 0-1 0 0,0-1 1 0 0,1 0 0 0 0,9 17-1 0 0,-13-28-103 0 0,0 1 0 0 0,1-1-1 0 0,-1 0 1 0 0,1 0 0 0 0,-1 0 0 0 0,1 0-1 0 0,0 0 1 0 0,1 0 0 0 0,-1-1-1 0 0,0 0 1 0 0,1 1 0 0 0,-1-1 0 0 0,1-1-1 0 0,0 1 1 0 0,0 0 0 0 0,-1-1-1 0 0,1 0 1 0 0,0 0 0 0 0,0 0 0 0 0,8 1-1 0 0,-2-2 3 0 0,0-1 0 0 0,0 0-1 0 0,0 0 1 0 0,0-1 0 0 0,-1 0-1 0 0,1 0 1 0 0,0-1 0 0 0,16-8 0 0 0,-3 0 10 0 0,0-2 0 0 0,28-19 0 0 0,17-17 14 0 0,63-61-1 0 0,55-68-121 0 0,-127 119-3 0 0,240-265-2237 0 0,-218 233-2675 0 0,-34 40-1489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24.7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9 907 6225 0 0,'-1'0'11277'0'0,"-6"-7"-4667"0"0,10-17-3722 0 0,1-3 389 0 0,-4 33-3224 0 0,1 0 1 0 0,0 0-1 0 0,1 0 0 0 0,2 8 0 0 0,4 16 83 0 0,6 49 138 0 0,-11-70-237 0 0,-1-1 1 0 0,1 0-1 0 0,0 1 0 0 0,1-1 0 0 0,0 0 0 0 0,0-1 1 0 0,6 8-1 0 0,-8-13-27 0 0,0 0 0 0 0,-1 0-1 0 0,1-1 1 0 0,0 1 0 0 0,0-1 0 0 0,0 1 0 0 0,0-1 0 0 0,1 0 0 0 0,-1 0-1 0 0,0 0 1 0 0,0 0 0 0 0,1-1 0 0 0,-1 1 0 0 0,0 0 0 0 0,1-1 0 0 0,-1 0-1 0 0,0 1 1 0 0,1-1 0 0 0,-1 0 0 0 0,1 0 0 0 0,-1 0 0 0 0,1-1 0 0 0,-1 1-1 0 0,0-1 1 0 0,1 1 0 0 0,-1-1 0 0 0,3-1 0 0 0,5-2 7 0 0,0 0 0 0 0,-1 0 0 0 0,1-1 0 0 0,-1-1 0 0 0,10-7 1 0 0,17-14 15 0 0,-2-2 1 0 0,53-57-1 0 0,53-80-27 0 0,-37 41-64 0 0,197-193-554 0 0,-206 222 47 0 0,-89 91 511 0 0,76-78-1843 0 0,-24 26-2243 0 0,1 2-2336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26.5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1168 8685 0 0,'-1'-27'13282'0'0,"1"-32"-5685"0"0,0 56-5860 0 0,2 9-1622 0 0,1 8-54 0 0,-1-4 9 0 0,0 0 1 0 0,0 0-1 0 0,1-1 1 0 0,7 15 0 0 0,-9-23-65 0 0,-1 1-1 0 0,1 0 1 0 0,0-1 0 0 0,0 1 0 0 0,0-1 0 0 0,0 0 0 0 0,0 1 0 0 0,0-1-1 0 0,0 0 1 0 0,0 0 0 0 0,0 1 0 0 0,1-1 0 0 0,-1 0 0 0 0,1 0 0 0 0,-1-1 0 0 0,0 1-1 0 0,1 0 1 0 0,0 0 0 0 0,-1-1 0 0 0,1 1 0 0 0,-1-1 0 0 0,1 1 0 0 0,0-1-1 0 0,-1 0 1 0 0,1 1 0 0 0,0-1 0 0 0,-1 0 0 0 0,1 0 0 0 0,0 0 0 0 0,0 0 0 0 0,-1-1-1 0 0,1 1 1 0 0,0 0 0 0 0,-1-1 0 0 0,3 0 0 0 0,5-4-5 0 0,1-1 0 0 0,-1 0 0 0 0,0-1 0 0 0,0 1 0 0 0,-1-2 0 0 0,0 1 0 0 0,0-1 0 0 0,13-18 0 0 0,-15 19-4 0 0,46-58-64 0 0,49-82 0 0 0,-55 77 9 0 0,386-538-3166 0 0,-353 500-1180 0 0,-7 7-2057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28.57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 1243 7965 0 0,'-1'0'9758'0'0,"-5"-7"-1054"0"0,11 17-5296 0 0,-3-1-3331 0 0,1 0-1 0 0,0-1 1 0 0,0 1 0 0 0,1-1 0 0 0,6 10 0 0 0,-9-17-68 0 0,0-1-1 0 0,-1 1 1 0 0,1-1-1 0 0,0 1 1 0 0,0-1 0 0 0,0 1-1 0 0,-1-1 1 0 0,1 1-1 0 0,0-1 1 0 0,0 0 0 0 0,0 1-1 0 0,0-1 1 0 0,0 0-1 0 0,0 0 1 0 0,0 0 0 0 0,0 0-1 0 0,0 1 1 0 0,0-2-1 0 0,0 1 1 0 0,0 0 0 0 0,0 0-1 0 0,0 0 1 0 0,0 0-1 0 0,0 0 1 0 0,-1-1 0 0 0,1 1-1 0 0,1-1 1 0 0,24-13 79 0 0,-22 11-88 0 0,13-9 34 0 0,1-1 0 0 0,-2-1 0 0 0,29-31-1 0 0,37-55 33 0 0,-54 64-47 0 0,119-156 31 0 0,46-58-168 0 0,169-160-1310 0 0,-200 241-5260 0 0,-110 117 360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32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5469 1 7201 0 0,'-1'0'4161'0'0,"-11"2"2215"0"0,8-2-5807 0 0,1 0 0 0 0,0 1 0 0 0,0-1-1 0 0,0 1 1 0 0,0 0 0 0 0,0 0 0 0 0,-5 2 0 0 0,6-2-212 0 0,-10 3 536 0 0,3-1 146 0 0,-1 0-538 0 0,-4 0 232 0 0,0 2 0 0 0,-24 9 0 0 0,23-8-577 0 0,-1 0 0 0 0,0-1 0 0 0,0-1 0 0 0,-1-1 0 0 0,-20 2 0 0 0,14-2 105 0 0,-40 11 1 0 0,-63 22 154 0 0,104-30-366 0 0,-41 7 0 0 0,6-1-8 0 0,-131 28-3 0 0,-38 5 1 0 0,109-23-40 0 0,46-9-12 0 0,-68 15-103 0 0,-64 20-84 0 0,85-22 102 0 0,-82 12-9 0 0,40-8 38 0 0,-71 15 1 0 0,-35 8 110 0 0,-111 2-45 0 0,283-44 5 0 0,-83 20-17 0 0,-25 3-3 0 0,80-23 9 0 0,1 4 0 0 0,-127 35 0 0 0,195-37 2 0 0,-83 28 8 0 0,115-34-3 0 0,0-2 0 0 0,-40 6 1 0 0,11-2-8 0 0,-140 20 3 0 0,134-21 16 0 0,-335 62 572 0 0,145-18-16 0 0,89-22-334 0 0,112-22-234 0 0,25-4-105 0 0,-33 8-1 0 0,46-10-96 0 0,0 1-1 0 0,1 0 1 0 0,-1 0-1 0 0,1 0 1 0 0,0 1 0 0 0,0 0-1 0 0,0 0 1 0 0,-8 8-1 0 0,-7 9-6217 0 0,12-10 210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3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1058 5557 0 0,'-7'-5'14476'0'0,"7"5"-14347"0"0,0 0 1 0 0,-1 0 0 0 0,1 0-1 0 0,0 0 1 0 0,0 0 0 0 0,0 0-1 0 0,0 0 1 0 0,0 0 0 0 0,-1 0-1 0 0,1 0 1 0 0,0 0 0 0 0,0 0-1 0 0,0 0 1 0 0,0-1 0 0 0,0 1-1 0 0,-1 0 1 0 0,1 0 0 0 0,0 0-1 0 0,0 0 1 0 0,0 0-1 0 0,0 0 1 0 0,0 0 0 0 0,0 0-1 0 0,0-1 1 0 0,0 1 0 0 0,0 0-1 0 0,0 0 1 0 0,-1 0 0 0 0,1 0-1 0 0,0 0 1 0 0,0-1 0 0 0,0 1-1 0 0,0 0 1 0 0,0 0 0 0 0,0 0-1 0 0,0 0 1 0 0,0 0 0 0 0,0-1-1 0 0,0 1 1 0 0,0 0 0 0 0,0 0-1 0 0,0 0 1 0 0,0 0 0 0 0,0-1-1 0 0,0 1 1 0 0,1 0 0 0 0,-1 0-1 0 0,0 0 1 0 0,0 0 0 0 0,0 0-1 0 0,0 0 1 0 0,0-1 0 0 0,0 1-1 0 0,0 0 1 0 0,0 0 0 0 0,0 0-1 0 0,1 0 1 0 0,-1 0 0 0 0,133-39 1095 0 0,-25 13-988 0 0,64-14-75 0 0,-72 17-58 0 0,189-71-1 0 0,-89 25-43 0 0,-100 37-37 0 0,302-81 81 0 0,-244 87-87 0 0,68-9 27 0 0,-78 4-33 0 0,3-1-8 0 0,29-4 15 0 0,-39 7-7 0 0,-84 20-5 0 0,1 2 0 0 0,65 1-1 0 0,-92 4 4 0 0,0-1-1 0 0,39-9 1 0 0,-22 3-5 0 0,188-19 3 0 0,-124 17-5 0 0,149-19 10 0 0,-90 6 14 0 0,41-3-16 0 0,33 8 1 0 0,-165 12-4 0 0,-34 4-5 0 0,38-4 6 0 0,126-25 0 0 0,-98 14 1 0 0,-1 1-3 0 0,14-7-5 0 0,96-20 8 0 0,166-33 224 0 0,-348 72-108 0 0,-23 5-8256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36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9 644 4016 0 0,'-9'1'17895'0'0,"37"-6"-16777"0"0,5 2-35 0 0,1 1 0 0 0,57 5-1 0 0,-19 0-497 0 0,22-5-243 0 0,0-4-1 0 0,130-25 0 0 0,-142 15-275 0 0,6-1 19 0 0,123-7 0 0 0,-116 16-53 0 0,34 0-8 0 0,-8 3-2 0 0,126-23 0 0 0,-180 19-19 0 0,-16 2-2 0 0,147-16 2 0 0,116-28-1 0 0,-273 43-2 0 0,214-33 35 0 0,117-1-43 0 0,-177 24 20 0 0,-30 5-4 0 0,95-13 7 0 0,19-8 5 0 0,-250 31-16 0 0,0-1 0 0 0,29-8 1 0 0,2-1 0 0 0,262-32 4 0 0,-281 40-5 0 0,-27 3-4 0 0,143-11 19 0 0,-128 11-17 0 0,-1-1 1 0 0,55-12-1 0 0,-59 9-1 0 0,19 0 2 0 0,0 1 0 0 0,1 2-1 0 0,46 4 1 0 0,-38-2-2 0 0,144-17 7 0 0,47 4 40 0 0,-39 0 57 0 0,-75-5 73 0 0,17 0-184 0 0,-128 19-135 0 0,-14 1-242 0 0,0-1 0 0 0,-1 0 1 0 0,1 0-1 0 0,-1 0 0 0 0,1-1 0 0 0,0 1 0 0 0,5-2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0:42:38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5720 1 272 0 0,'0'0'23227'0'0,"-5"2"-22836"0"0,-5 0 24 0 0,-1 1 1 0 0,1-2 0 0 0,-18 2 0 0 0,10-2-66 0 0,0 1-1 0 0,-29 6 1 0 0,-8 2-84 0 0,-64 3 12 0 0,-254 18-25 0 0,28-16-203 0 0,76 9 62 0 0,88 0-83 0 0,22 3-54 0 0,-77 10 21 0 0,130-21 13 0 0,-40 4 8 0 0,87-13 13 0 0,-92 23 1 0 0,21-3 1 0 0,-95 14-35 0 0,-80 2-33 0 0,241-35-2 0 0,36-3 18 0 0,-42 0 0 0 0,32-3 15 0 0,0 2 1 0 0,-46 10-1 0 0,-10 2-7 0 0,-122 13-32 0 0,165-21 41 0 0,-70 19 0 0 0,-27 6-17 0 0,33-8 24 0 0,31-5-14 0 0,-67 13 34 0 0,-94 16-56 0 0,91-19-54 0 0,25-2 55 0 0,84-19 79 0 0,-2-2-1 0 0,-89 4 1 0 0,40-6 118 0 0,-81 3 276 0 0,133-6-213 0 0,-67 12 1 0 0,62-7-46 0 0,-47 9 414 0 0,94-16-583 0 0,0 0-24 0 0,-3 1-339 0 0,0-1 0 0 0,0 1 1 0 0,0 0-1 0 0,1 1 0 0 0,-1-1 0 0 0,0 1 0 0 0,1 0 0 0 0,-1 0 1 0 0,1 0-1 0 0,-5 4 0 0 0,-3 1-4067 0 0,1-1-1717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23 5641 0 0,'-1'-2'795'0'0,"0"1"1"0"0,-1-1-1 0 0,1 0 1 0 0,0 1-1 0 0,-1-1 1 0 0,1 1-1 0 0,-1 0 1 0 0,0-1-1 0 0,1 1 1 0 0,-1 0-1 0 0,0 0 1 0 0,0 0-1 0 0,0 0 1 0 0,1 0-1 0 0,-1 1 1 0 0,0-1 0 0 0,0 0-1 0 0,-4 0 1 0 0,3 1-320 0 0,0 0 0 0 0,-1 0 0 0 0,1 1 0 0 0,0-1 0 0 0,0 1 0 0 0,-1-1 0 0 0,1 1 0 0 0,0 0 1 0 0,0 0-1 0 0,-5 3 0 0 0,-2 2-112 0 0,0 0 1 0 0,0 0 0 0 0,1 1 0 0 0,0 0 0 0 0,-14 15-1 0 0,4 0-77 0 0,1 2 0 0 0,1 0-1 0 0,1 0 1 0 0,1 1-1 0 0,1 1 1 0 0,1 1 0 0 0,1 0-1 0 0,2 1 1 0 0,-9 37 0 0 0,12-37-183 0 0,1-1 1 0 0,1 1-1 0 0,2 0 1 0 0,1 0-1 0 0,1 0 1 0 0,3 29-1 0 0,-1-43-80 0 0,1 0 0 0 0,1 0 0 0 0,0 1 0 0 0,1-2 0 0 0,0 1 0 0 0,1 0 0 0 0,1-1 0 0 0,0 0 0 0 0,0 0 0 0 0,2-1 0 0 0,-1 0 0 0 0,2 0 0 0 0,17 19 0 0 0,-17-22-41 0 0,-1-2 0 0 0,1 1 0 0 0,1-1 0 0 0,-1-1 0 0 0,1 1 0 0 0,0-2 0 0 0,1 1 0 0 0,20 6 0 0 0,-15-7-118 0 0,1-1 1 0 0,-1-1 0 0 0,1 0-1 0 0,-1-1 1 0 0,25-1 0 0 0,-33-1-58 0 0,-1-1 0 0 0,0 0 0 0 0,1 0 1 0 0,-1 0-1 0 0,13-5 0 0 0,16-8-4691 0 0,-31 11 3624 0 0,19-7-5182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42 5725 0 0,'-3'-4'2998'0'0,"0"-1"0"0"0,0 1 0 0 0,-1 0 1 0 0,0 1-1 0 0,-5-6 0 0 0,-11-3 2065 0 0,19 11-3895 0 0,-3 15-389 0 0,-2 6-422 0 0,10 48 78 0 0,3 0 0 0 0,26 108 0 0 0,-11-61-295 0 0,22 86-327 0 0,-40-190-1027 0 0,-6-19-1778 0 0,-3-16-1207 0 0,-1 1-2241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42 448 19234 0 0,'-7'-70'3968'0'0,"-21"-99"0"0"0,25 157-3692 0 0,2 1 0 0 0,0-1 0 0 0,0 0 0 0 0,1 1 1 0 0,0-1-1 0 0,1 0 0 0 0,4-20 0 0 0,-4 27-230 0 0,0 0 1 0 0,1-1-1 0 0,-1 1 0 0 0,1 0 0 0 0,0 0 0 0 0,1 0 1 0 0,-1 1-1 0 0,1-1 0 0 0,0 0 0 0 0,0 1 1 0 0,0 0-1 0 0,0 0 0 0 0,1 0 0 0 0,0 0 1 0 0,0 0-1 0 0,0 1 0 0 0,0-1 0 0 0,10-4 0 0 0,-13 7-43 0 0,1 0-1 0 0,-1 1 1 0 0,1-1-1 0 0,0 1 1 0 0,-1-1-1 0 0,1 1 1 0 0,0-1-1 0 0,-1 1 0 0 0,1 0 1 0 0,0 0-1 0 0,0 0 1 0 0,-1 0-1 0 0,1 0 1 0 0,0 0-1 0 0,0 1 1 0 0,-1-1-1 0 0,1 0 0 0 0,0 1 1 0 0,-1 0-1 0 0,1-1 1 0 0,-1 1-1 0 0,3 1 1 0 0,-2 0-5 0 0,1 0 0 0 0,0 0 1 0 0,-1 1-1 0 0,0-1 0 0 0,1 1 0 0 0,-1 0 1 0 0,0 0-1 0 0,0-1 0 0 0,-1 1 1 0 0,3 5-1 0 0,2 6-16 0 0,-1 1 0 0 0,-1 0-1 0 0,5 26 1 0 0,-6-17 11 0 0,-1 0 0 0 0,-2 0 0 0 0,0-1 0 0 0,-1 1 0 0 0,-2 0 0 0 0,0 0 0 0 0,-2-1 0 0 0,0 1 0 0 0,-2-1 0 0 0,-16 38 0 0 0,19-42-275 0 0,4-19 271 0 0,0 0 0 0 0,1 1 0 0 0,-1-1 0 0 0,0 1 1 0 0,0-1-1 0 0,0 0 0 0 0,1 1 0 0 0,-1-1 0 0 0,0 0 0 0 0,1 1 1 0 0,-1-1-1 0 0,0 0 0 0 0,1 0 0 0 0,-1 1 0 0 0,0-1 0 0 0,1 0 0 0 0,-1 0 1 0 0,1 1-1 0 0,-1-1 0 0 0,0 0 0 0 0,1 0 0 0 0,-1 0 0 0 0,1 0 1 0 0,-1 0-1 0 0,1 0 0 0 0,0 0 0 0 0,1 1 46 0 0,16-1 271 0 0,-5 6-83 0 0,0 1 0 0 0,0 0-1 0 0,-1 1 1 0 0,0 1-1 0 0,16 14 1 0 0,22 15 42 0 0,-32-25-204 0 0,-14-10-81 0 0,1 1 0 0 0,-1-1 0 0 0,0 0 0 0 0,1 0 0 0 0,0-1 0 0 0,0 1 0 0 0,0-1 0 0 0,0 0-1 0 0,0 0 1 0 0,0-1 0 0 0,7 2 0 0 0,-11-3-35 0 0,3 0-101 0 0,0 0 0 0 0,1 0 0 0 0,-1 0 1 0 0,0 0-1 0 0,0-1 0 0 0,0 1 1 0 0,0-1-1 0 0,0 0 0 0 0,0-1 0 0 0,5-1 1 0 0,10-13-5994 0 0,-10 4-256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58 4756 0 0,'-19'-28'13976'0'0,"16"25"-13011"0"0,0 0 1 0 0,0 0 0 0 0,0 0 0 0 0,-1 0 0 0 0,1 1 0 0 0,-5-3 0 0 0,6 4-783 0 0,0 0 1 0 0,-1 0-1 0 0,1 0 0 0 0,0 0 1 0 0,-1 1-1 0 0,1-1 1 0 0,-1 1-1 0 0,1-1 1 0 0,-1 1-1 0 0,1 0 1 0 0,0 0-1 0 0,-1 0 1 0 0,1 0-1 0 0,-1 0 1 0 0,1 1-1 0 0,-1-1 1 0 0,1 1-1 0 0,0 0 1 0 0,-1-1-1 0 0,1 1 1 0 0,0 0-1 0 0,0 0 1 0 0,-1 1-1 0 0,1-1 1 0 0,0 0-1 0 0,-3 3 1 0 0,0 1-103 0 0,1 0 0 0 0,0-1 1 0 0,-1 2-1 0 0,2-1 0 0 0,-1 0 1 0 0,0 1-1 0 0,1-1 0 0 0,0 1 1 0 0,1 0-1 0 0,-1 0 0 0 0,1 1 1 0 0,0-1-1 0 0,1 0 0 0 0,-1 1 1 0 0,1-1-1 0 0,1 1 0 0 0,-1 8 1 0 0,1 1-36 0 0,0-1 0 0 0,2 1 0 0 0,-1-1 0 0 0,2 0 0 0 0,0 0 0 0 0,7 21 0 0 0,-3-21-26 0 0,-1 0 0 0 0,2 0 0 0 0,0-1-1 0 0,0 0 1 0 0,2 0 0 0 0,0-1 0 0 0,0 0 0 0 0,1-1 0 0 0,24 21 0 0 0,-28-26-18 0 0,1-1 0 0 0,0 0 0 0 0,0-1 0 0 0,0 0 0 0 0,1 0 1 0 0,0 0-1 0 0,0-1 0 0 0,0-1 0 0 0,0 1 0 0 0,0-2 0 0 0,1 1 0 0 0,0-1 1 0 0,-1 0-1 0 0,1-1 0 0 0,0-1 0 0 0,0 1 0 0 0,19-3 0 0 0,-25 1-4 0 0,0 1-1 0 0,1-1 0 0 0,-1-1 0 0 0,0 1 0 0 0,0-1 1 0 0,-1 1-1 0 0,1-1 0 0 0,0 0 0 0 0,0-1 1 0 0,-1 1-1 0 0,0-1 0 0 0,1 1 0 0 0,-1-1 0 0 0,0 0 1 0 0,0 0-1 0 0,0 0 0 0 0,-1-1 0 0 0,1 1 1 0 0,-1-1-1 0 0,3-5 0 0 0,-2 2 1 0 0,-1 1 1 0 0,0-1-1 0 0,0 1 1 0 0,-1-1-1 0 0,0 0 1 0 0,0 1-1 0 0,0-1 0 0 0,-1 0 1 0 0,0 0-1 0 0,-1 0 1 0 0,1 1-1 0 0,-3-10 1 0 0,-1 0 6 0 0,0-1 1 0 0,-2 1-1 0 0,0 0 0 0 0,-1 0 1 0 0,0 1-1 0 0,-1 0 1 0 0,-1 0-1 0 0,0 1 1 0 0,-17-19-1 0 0,19 24-3 0 0,0 2 0 0 0,-1-1 1 0 0,0 1-1 0 0,0 0 0 0 0,-1 1 0 0 0,0 0 0 0 0,-11-5 0 0 0,14 8-8 0 0,0 0 1 0 0,0 1-1 0 0,-1 0 0 0 0,1 0 1 0 0,0 1-1 0 0,-1-1 1 0 0,0 1-1 0 0,1 1 0 0 0,-1-1 1 0 0,1 1-1 0 0,-1 1 0 0 0,-8 0 1 0 0,11 0-21 0 0,-1 0-1 0 0,1 1 1 0 0,0-1 0 0 0,0 1 0 0 0,0 0 0 0 0,1 0 0 0 0,-1 0 0 0 0,0 0 0 0 0,1 1 0 0 0,-1-1-1 0 0,1 1 1 0 0,0 0 0 0 0,0 0 0 0 0,-5 5 0 0 0,-11 23-1523 0 0,8 2-3566 0 0,7-10-1389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110 123 7801 0 0,'24'-36'9709'0'0,"6"-20"-3359"0"0,-29 55-6202 0 0,-1 0 0 0 0,1 0 0 0 0,-1 1 0 0 0,1-1 0 0 0,-1 0 0 0 0,0 0 0 0 0,1 0 0 0 0,-1 0 0 0 0,0 0 0 0 0,0 0 0 0 0,0 0 0 0 0,1 0 0 0 0,-1 1 0 0 0,0-1 0 0 0,0 0 0 0 0,0 0 0 0 0,-1 0 0 0 0,1 0 0 0 0,0 0 0 0 0,0 0 0 0 0,0 0 0 0 0,-1 0 0 0 0,1 0 0 0 0,0 0 0 0 0,-1 0 0 0 0,0-1 0 0 0,0 1-50 0 0,-1 1 1 0 0,1-1-1 0 0,0 1 0 0 0,0-1 1 0 0,0 1-1 0 0,-1-1 1 0 0,1 1-1 0 0,0 0 1 0 0,-1 0-1 0 0,1-1 1 0 0,0 1-1 0 0,0 0 0 0 0,-1 0 1 0 0,1 0-1 0 0,0 0 1 0 0,-3 1-1 0 0,-3 1 62 0 0,-1-1-1 0 0,1 1 1 0 0,-1 1 0 0 0,1-1-1 0 0,-11 6 1 0 0,11-3-46 0 0,-5 2 91 0 0,0 0-1 0 0,-15 13 1 0 0,24-18-181 0 0,1 0 0 0 0,0 0-1 0 0,0 0 1 0 0,0 0 0 0 0,0 0 0 0 0,0 0 0 0 0,1 1 0 0 0,-1-1 0 0 0,1 1-1 0 0,-1-1 1 0 0,1 1 0 0 0,0-1 0 0 0,0 1 0 0 0,0 0 0 0 0,1 0 0 0 0,-1 0-1 0 0,0 4 1 0 0,1-4-21 0 0,1 0 0 0 0,0 0 0 0 0,-1 0 0 0 0,1 0 0 0 0,0 0 0 0 0,0 0 0 0 0,1-1 0 0 0,-1 1 0 0 0,1-1 0 0 0,-1 1 0 0 0,1-1 0 0 0,0 1 0 0 0,0-1 0 0 0,0 0 0 0 0,0 0 0 0 0,2 2 0 0 0,40 29-24 0 0,-43-32 21 0 0,131 73-30 0 0,-52-31 87 0 0,-75-41-37 0 0,-1 1-1 0 0,1 0 1 0 0,-1 0 0 0 0,0 0 0 0 0,0 1-1 0 0,0-1 1 0 0,-1 1 0 0 0,1 0-1 0 0,-1 0 1 0 0,0 1 0 0 0,0-1 0 0 0,-1 0-1 0 0,5 10 1 0 0,-6-12-6 0 0,0 1 0 0 0,-1 0 0 0 0,1 0 0 0 0,0 0 0 0 0,-1 0 0 0 0,0 0 0 0 0,0 0 0 0 0,0 0 0 0 0,0 0 0 0 0,0 0 0 0 0,-1 0 0 0 0,1 0 0 0 0,-1 0 0 0 0,0 0 0 0 0,0 0 0 0 0,0 0 0 0 0,0 0 0 0 0,0-1 0 0 0,-1 1 0 0 0,1 0 0 0 0,-1-1 1 0 0,0 1-1 0 0,0-1 0 0 0,0 0 0 0 0,-3 3 0 0 0,-4 3-13 0 0,-2 0 0 0 0,1-1 0 0 0,-1 0 0 0 0,0-1 1 0 0,-1 0-1 0 0,1-1 0 0 0,-1-1 0 0 0,0 1 0 0 0,0-2 1 0 0,0 0-1 0 0,-1 0 0 0 0,1-1 0 0 0,-1-1 0 0 0,-15 0 1 0 0,24-1-29 0 0,0 0 0 0 0,-1 0 1 0 0,1 0-1 0 0,0-1 0 0 0,0 0 1 0 0,0 0-1 0 0,0 0 0 0 0,0-1 1 0 0,0 1-1 0 0,0-1 0 0 0,0 0 1 0 0,0 0-1 0 0,0 0 0 0 0,-5-5 1 0 0,7 5-166 0 0,0 0-1 0 0,0 0 1 0 0,0 0 0 0 0,1-1 0 0 0,-1 1 0 0 0,0 0-1 0 0,1-1 1 0 0,0 1 0 0 0,-2-5 0 0 0,2 4-508 0 0,0-1-1 0 0,0 1 1 0 0,1 0 0 0 0,-1-1 0 0 0,1 1 0 0 0,0-1 0 0 0,0 1 0 0 0,1-7 0 0 0,1-5-5727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57 5004 0 0,'4'-4'2013'0'0,"0"0"-1"0"0,-1-1 0 0 0,0 1 0 0 0,0-1 0 0 0,-1 0 0 0 0,1 0 0 0 0,-1 0 0 0 0,0 0 1 0 0,2-10 2758 0 0,-9 17-4112 0 0,-2 1-479 0 0,1 0 0 0 0,-1 1-1 0 0,1 0 1 0 0,0 0 0 0 0,0 0 0 0 0,1 1 0 0 0,-1-1-1 0 0,1 1 1 0 0,0 1 0 0 0,0-1 0 0 0,-7 12 0 0 0,10-15-159 0 0,0 2 0 0 0,0-1 0 0 0,0 0 0 0 0,1 0 0 0 0,0 0 0 0 0,-1 1 0 0 0,1-1 0 0 0,0 1 1 0 0,0-1-1 0 0,1 1 0 0 0,-1 0 0 0 0,1-1 0 0 0,0 1 0 0 0,0-1 0 0 0,0 1 0 0 0,0 0 1 0 0,1-1-1 0 0,-1 1 0 0 0,1-1 0 0 0,0 1 0 0 0,0-1 0 0 0,0 1 0 0 0,1-1 0 0 0,-1 0 1 0 0,1 0-1 0 0,0 1 0 0 0,3 3 0 0 0,18 20 9 0 0,2-2 0 0 0,0-1 1 0 0,2-1-1 0 0,57 38 0 0 0,25 21 338 0 0,-106-80-345 0 0,-1 1 1 0 0,1 0-1 0 0,-1-1 1 0 0,1 1 0 0 0,-1 0-1 0 0,0 0 1 0 0,0 0-1 0 0,0 1 1 0 0,0-1-1 0 0,-1 0 1 0 0,0 1 0 0 0,1-1-1 0 0,-1 1 1 0 0,0-1-1 0 0,0 6 1 0 0,-1-8-17 0 0,0 1 1 0 0,0 0-1 0 0,0 0 0 0 0,0-1 0 0 0,-1 1 1 0 0,1 0-1 0 0,0-1 0 0 0,-1 1 0 0 0,0-1 1 0 0,1 1-1 0 0,-1 0 0 0 0,0-1 1 0 0,0 0-1 0 0,0 1 0 0 0,0-1 0 0 0,0 1 1 0 0,0-1-1 0 0,0 0 0 0 0,0 0 1 0 0,-1 0-1 0 0,1 1 0 0 0,0-1 0 0 0,-1 0 1 0 0,1-1-1 0 0,-1 1 0 0 0,1 0 1 0 0,-1 0-1 0 0,1-1 0 0 0,-1 1 0 0 0,1-1 1 0 0,-1 1-1 0 0,-2 0 0 0 0,-6 1 2 0 0,0 0 0 0 0,1-1 1 0 0,-21 1-1 0 0,21-2 6 0 0,-1 0 1 0 0,0-1 0 0 0,1-1 0 0 0,-1 1 0 0 0,1-1-1 0 0,0-1 1 0 0,0 0 0 0 0,-1 0 0 0 0,2-1 0 0 0,-16-8-1 0 0,18 8-263 0 0,1 0-1 0 0,-1 0 0 0 0,1 0 0 0 0,0-1 0 0 0,0 0 1 0 0,-8-9-1 0 0,10 9-489 0 0,0 0 1 0 0,0 1-1 0 0,1-1 0 0 0,-1 0 1 0 0,1 0-1 0 0,0 0 0 0 0,1 0 1 0 0,-1-1-1 0 0,0-6 0 0 0,1-3-5669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 8149 0 0,'-3'-17'16741'0'0,"3"17"-16602"0"0,0 0 0 0 0,0 0 0 0 0,0 0 0 0 0,-1 0 0 0 0,1 0 0 0 0,0 0 0 0 0,0 0 0 0 0,0 0 0 0 0,-1 0 0 0 0,1 0-1 0 0,0 0 1 0 0,0 0 0 0 0,0 0 0 0 0,-1 0 0 0 0,1 1 0 0 0,0-1 0 0 0,0 0 0 0 0,0 0 0 0 0,0 0 0 0 0,-1 0 0 0 0,1 0 0 0 0,0 0-1 0 0,0 0 1 0 0,0 1 0 0 0,0-1 0 0 0,-1 0 0 0 0,1 0 0 0 0,0 0 0 0 0,0 0 0 0 0,0 1 0 0 0,0-1 0 0 0,0 0 0 0 0,0 0 0 0 0,0 0-1 0 0,-1 0 1 0 0,1 1 0 0 0,0-1 0 0 0,0 0 0 0 0,0 1 0 0 0,-1 2-82 0 0,0 0 0 0 0,0 0 0 0 0,0 0 0 0 0,0 0 0 0 0,0 0 0 0 0,0 1-1 0 0,1-1 1 0 0,0 0 0 0 0,0 6 0 0 0,8 70 363 0 0,4-1 1 0 0,37 133-1 0 0,-49-207-632 0 0,1 0 0 0 0,1 1 0 0 0,-1-1 0 0 0,1 0 0 0 0,0 0 0 0 0,-1-1 0 0 0,2 1 0 0 0,-1 0 0 0 0,0 0 0 0 0,1-1 0 0 0,0 0 0 0 0,3 4 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26 1488 0 0,'-1'-5'13427'0'0,"-5"-15"-2120"0"0,5 20-11186 0 0,1 0-1 0 0,0 0 1 0 0,-1 0 0 0 0,1 0 0 0 0,-1 0 0 0 0,1 0 0 0 0,-1 0 0 0 0,1 0-1 0 0,-1 0 1 0 0,1 0 0 0 0,-1 0 0 0 0,1 0 0 0 0,-1 0 0 0 0,1 0 0 0 0,-1 0-1 0 0,1 1 1 0 0,-1-1 0 0 0,1 0 0 0 0,-1 0 0 0 0,1 1 0 0 0,0-1 0 0 0,-1 0-1 0 0,1 0 1 0 0,0 1 0 0 0,-1-1 0 0 0,1 1 0 0 0,-1-1 0 0 0,-6 18 1061 0 0,1 27-931 0 0,6-38 113 0 0,-3 37-189 0 0,1 1 0 0 0,3-1 0 0 0,2 1 0 0 0,2-1 0 0 0,1 0 0 0 0,17 59 0 0 0,-3-46-458 0 0,-19-56 90 0 0,-2-9-7167 0 0,-5-32 870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2 136 676 0 0,'1'-34'12374'0'0,"0"-3"-4398"0"0,-3 5-3578 0 0,1 31-4245 0 0,1 0 0 0 0,0-1 0 0 0,0 1 0 0 0,-1 0 0 0 0,1 0 0 0 0,0-1 1 0 0,0 1-1 0 0,0 0 0 0 0,0 0 0 0 0,1-1 0 0 0,-1 1 0 0 0,0 0 0 0 0,0 0 1 0 0,1 0-1 0 0,-1-1 0 0 0,1 1 0 0 0,-1 0 0 0 0,1 0 0 0 0,1-2 0 0 0,-1 2-71 0 0,0 1 0 0 0,-1-1-1 0 0,1 0 1 0 0,0 1 0 0 0,0-1-1 0 0,0 1 1 0 0,0 0 0 0 0,0-1-1 0 0,0 1 1 0 0,0 0 0 0 0,0-1-1 0 0,0 1 1 0 0,0 0 0 0 0,0 0-1 0 0,0 0 1 0 0,0 0 0 0 0,0 0-1 0 0,2 0 1 0 0,1 1 11 0 0,0 0 1 0 0,0 0-1 0 0,0 0 1 0 0,0 0-1 0 0,0 0 1 0 0,-1 1-1 0 0,1 0 1 0 0,-1 0-1 0 0,1 0 1 0 0,5 4-1 0 0,5 9 68 0 0,-1-1-1 0 0,-1 1 1 0 0,0 1-1 0 0,10 19 1 0 0,2 2 16 0 0,4 2-23 0 0,62 88 94 0 0,-62-98-1160 0 0,-27-31 808 0 0,1 0 1 0 0,-1 1 0 0 0,0-1 0 0 0,0 0-1 0 0,0 0 1 0 0,0 0 0 0 0,0 1 0 0 0,0-1 0 0 0,0 0-1 0 0,-1 0 1 0 0,1 0 0 0 0,-1 0 0 0 0,0-1 0 0 0,1 1-1 0 0,-1-3 1 0 0,-4-32-4124 0 0,3 27 2118 0 0,-3-15-4305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41 186 22354 0 0,'-4'-35'866'0'0,"-12"-42"1"0"0,-4 5 3939 0 0,20 70-2615 0 0,3 10-1951 0 0,13 37 9 0 0,-2 2 1 0 0,-2-1 0 0 0,-2 1 0 0 0,7 89-1 0 0,-15-106-223 0 0,0-21-77 0 0,-1 1-1 0 0,-1 0 1 0 0,0 0-1 0 0,0-1 1 0 0,-2 11-1 0 0,-4-14 84 0 0,3-5-1148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18 9313 0 0,'0'-3'5388'0'0,"0"3"-4935"0"0,0-1 1 0 0,0 1 0 0 0,0-1 0 0 0,0 0 0 0 0,0 1 0 0 0,-1-1-1 0 0,1 1 1 0 0,0-1 0 0 0,0 1 0 0 0,0-1 0 0 0,0 0-1 0 0,-1 1 1 0 0,1-1 0 0 0,0 1 0 0 0,-1-1 0 0 0,1 1-1 0 0,0 0 1 0 0,-1-1 0 0 0,1 1 0 0 0,-1-1 0 0 0,1 1 0 0 0,-1 0-1 0 0,1-1 1 0 0,-1 1 0 0 0,0-1 0 0 0,-5 0-562 0 0,3 0 1176 0 0,-1 4-193 0 0,-6 7-548 0 0,0 0 0 0 0,0 1 0 0 0,1 0 0 0 0,1 1 1 0 0,0-1-1 0 0,0 2 0 0 0,1-1 0 0 0,-8 20 0 0 0,5-8-189 0 0,1 1 1 0 0,1 0-1 0 0,1 0 0 0 0,-3 26 0 0 0,7-33-107 0 0,1 0 0 0 0,1 0 0 0 0,1 1 0 0 0,0-1 0 0 0,1 0 0 0 0,1 0 0 0 0,1 0 0 0 0,1 0 0 0 0,0-1 0 0 0,1 1 0 0 0,12 25 0 0 0,-13-37-40 0 0,1 1 0 0 0,0 0 0 0 0,0-1-1 0 0,0 0 1 0 0,1 0 0 0 0,0-1 0 0 0,0 0 0 0 0,0 0-1 0 0,1 0 1 0 0,0-1 0 0 0,0 0 0 0 0,0 0 0 0 0,0 0-1 0 0,1-1 1 0 0,0-1 0 0 0,15 5 0 0 0,-18-6-23 0 0,1 1 0 0 0,-1-1 0 0 0,1 0-1 0 0,-1-1 1 0 0,1 1 0 0 0,0-1 0 0 0,-1 0 0 0 0,1 0 0 0 0,0-1 0 0 0,-1 0 0 0 0,1 0 0 0 0,-1 0 0 0 0,1-1 0 0 0,-1 0-1 0 0,1 0 1 0 0,-1 0 0 0 0,0 0 0 0 0,0-1 0 0 0,0 0 0 0 0,0 0 0 0 0,-1 0 0 0 0,1-1 0 0 0,-1 0 0 0 0,7-7 0 0 0,-9 7 7 0 0,1 0 1 0 0,-1-1-1 0 0,0 1 1 0 0,0-1-1 0 0,0 0 1 0 0,0 1-1 0 0,-1-1 1 0 0,0 0-1 0 0,0 0 1 0 0,0 0-1 0 0,-1 0 1 0 0,0 0-1 0 0,0 0 1 0 0,0 0-1 0 0,0 0 1 0 0,-1 0-1 0 0,0 0 1 0 0,0 0-1 0 0,0 0 1 0 0,-1 0 0 0 0,0 0-1 0 0,-2-4 1 0 0,-5-12-7 0 0,-2 0 1 0 0,0 1 0 0 0,-20-26-1 0 0,30 44 27 0 0,-25-31-19 0 0,17 23-18 0 0,2 0 0 0 0,-14-20-1 0 0,21 29 13 0 0,0 1-1 0 0,-1-1 1 0 0,1 1-1 0 0,0-1 1 0 0,0 1-1 0 0,-1-1 1 0 0,1 0-1 0 0,0 1 1 0 0,0-1-1 0 0,0 1 1 0 0,0-1-1 0 0,0 1 1 0 0,0-1-1 0 0,0 0 1 0 0,0 1-1 0 0,0-1 1 0 0,0 1 0 0 0,0-1-1 0 0,0 1 1 0 0,0-1-1 0 0,0 0 1 0 0,1 1-1 0 0,-1-1 1 0 0,0 1-1 0 0,0-1 1 0 0,1 1-1 0 0,-1-2 1 0 0,1 2-20 0 0,1-1 0 0 0,-1 0 0 0 0,0 0 0 0 0,0 1 0 0 0,0-1 0 0 0,0 0 0 0 0,0 1 0 0 0,1-1 0 0 0,-1 1 0 0 0,0-1 0 0 0,1 1 0 0 0,0 0 0 0 0,44-2-706 0 0,-37 2 645 0 0,51-5 554 0 0,-59 4-106 0 0,0 1-280 0 0,0 0 1 0 0,0 0 0 0 0,-1 0 0 0 0,1 0 0 0 0,0 0-1 0 0,0 0 1 0 0,0 0 0 0 0,-1 0 0 0 0,1 1 0 0 0,0-1-1 0 0,0 0 1 0 0,0 0 0 0 0,-1 1 0 0 0,1-1 0 0 0,0 0-1 0 0,-1 1 1 0 0,1-1 0 0 0,0 1 0 0 0,-1-1 0 0 0,1 1-1 0 0,0-1 1 0 0,-1 1 0 0 0,1 0 0 0 0,-1-1 0 0 0,1 1-1 0 0,-1-1 1 0 0,0 1 0 0 0,1 0 0 0 0,-1 0 0 0 0,1 1-1 0 0,-2 68 214 0 0,0-12 146 0 0,2 1-1 0 0,2-1 1 0 0,13 68-1 0 0,20 58-417 0 0,-35-181-94 0 0,0-1 0 0 0,-1 1-1 0 0,1-1 1 0 0,-1 1 0 0 0,0 0 0 0 0,1-1 0 0 0,-1 1-1 0 0,-1-1 1 0 0,1 1 0 0 0,0 0 0 0 0,0-1 0 0 0,-1 1-1 0 0,0 0 1 0 0,1-1 0 0 0,-1 1 0 0 0,0-1-1 0 0,0 0 1 0 0,-1 1 0 0 0,-1 2 0 0 0,-11-1-10323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30 4692 0 0,'-1'0'10827'0'0,"-12"0"-2522"0"0,12 1-8232 0 0,1-1 0 0 0,-1 0 0 0 0,0 0 1 0 0,0 0-1 0 0,0 0 0 0 0,0 0 0 0 0,1-1 0 0 0,-1 1 0 0 0,0 0 0 0 0,0 0 0 0 0,0 0 0 0 0,1-1 0 0 0,-1 1 0 0 0,0 0 0 0 0,0-1 1 0 0,1 1-1 0 0,-1-1 0 0 0,0 1 0 0 0,1-1 0 0 0,-1 1 0 0 0,0-1 0 0 0,1 1 0 0 0,-1-1 0 0 0,1 0 0 0 0,-1 1 0 0 0,1-1 0 0 0,-1 0 1 0 0,1 1-1 0 0,0-1 0 0 0,-1 0 0 0 0,1 0 0 0 0,0 1 0 0 0,-1-3 0 0 0,-32-9 1469 0 0,32 11-1517 0 0,-1 1 0 0 0,1 0 0 0 0,-1 0 0 0 0,1 0 1 0 0,-1 0-1 0 0,1 1 0 0 0,-1-1 0 0 0,1 0 0 0 0,-1 0 1 0 0,1 1-1 0 0,-1-1 0 0 0,1 1 0 0 0,-1 0 1 0 0,1-1-1 0 0,0 1 0 0 0,-1 0 0 0 0,1 0 0 0 0,0 0 1 0 0,0 0-1 0 0,0 0 0 0 0,-1 0 0 0 0,1 0 0 0 0,0 0 1 0 0,0 0-1 0 0,1 0 0 0 0,-2 2 0 0 0,1-1-2 0 0,-9 11-166 0 0,12-35 192 0 0,-2 21-42 0 0,0 1 1 0 0,0 0-1 0 0,0-1 1 0 0,0 1-1 0 0,0-1 1 0 0,0 1-1 0 0,0-1 1 0 0,0 1-1 0 0,-1-1 0 0 0,1 1 1 0 0,0-1-1 0 0,0 1 1 0 0,0 0-1 0 0,-1-1 1 0 0,1 1-1 0 0,0-1 1 0 0,0 1-1 0 0,-1 0 0 0 0,1-1 1 0 0,0 1-1 0 0,-1 0 1 0 0,1-1-1 0 0,0 1 1 0 0,-1 0-1 0 0,1 0 1 0 0,-1-1-1 0 0,1 1 1 0 0,0 0-1 0 0,-1 0 0 0 0,1 0 1 0 0,-1-1-1 0 0,1 1 1 0 0,-1 0-1 0 0,-15 0 229 0 0,5 2-148 0 0,0 1 1 0 0,1 1-1 0 0,0 0 1 0 0,0 0 0 0 0,0 1-1 0 0,-17 11 1 0 0,2 1 140 0 0,-32 28 0 0 0,48-37-195 0 0,0 0 0 0 0,1 1 0 0 0,0 0 0 0 0,0 1 0 0 0,1 0 0 0 0,0 0 0 0 0,1 0 0 0 0,0 1 0 0 0,1 0 0 0 0,0 0 0 0 0,0 0 0 0 0,2 1 0 0 0,-1 0 0 0 0,1 0 0 0 0,1-1 0 0 0,0 1 0 0 0,1 1 0 0 0,0-1 0 0 0,1 0 0 0 0,0 0 0 0 0,1 0 0 0 0,0 0 0 0 0,6 21 0 0 0,-1-11-51 0 0,0-1 1 0 0,2 1-1 0 0,1-1 1 0 0,0-1-1 0 0,2 1 1 0 0,0-2-1 0 0,1 1 1 0 0,1-2 0 0 0,1 0-1 0 0,1 0 1 0 0,0-1-1 0 0,1-1 1 0 0,27 21-1 0 0,130 73-210 0 0,-130-85 187 0 0,-1 1 0 0 0,75 62-1 0 0,-105-77 42 0 0,0 0 0 0 0,-1 1 1 0 0,0 1-1 0 0,-1 0 0 0 0,-1 0 0 0 0,0 1 0 0 0,0 0 1 0 0,8 21-1 0 0,-12-23 19 0 0,-1 0 0 0 0,0 0 0 0 0,-1 0 0 0 0,0 1 0 0 0,-1 0 0 0 0,-1-1 1 0 0,0 1-1 0 0,0 0 0 0 0,-1 0 0 0 0,-1 0 0 0 0,-3 15 0 0 0,2-17 16 0 0,0 0-1 0 0,-1-1 0 0 0,-1 1 1 0 0,0 0-1 0 0,0-1 0 0 0,-1 0 1 0 0,0 0-1 0 0,-1 0 0 0 0,0-1 1 0 0,0 0-1 0 0,-1 0 1 0 0,-10 9-1 0 0,11-12-13 0 0,0-1 0 0 0,0 1 0 0 0,-1-2 0 0 0,0 1 0 0 0,0-1 0 0 0,-1 0 1 0 0,1 0-1 0 0,-1-1 0 0 0,0 0 0 0 0,0 0 0 0 0,0-1 0 0 0,0 0 0 0 0,0 0 0 0 0,0-1 0 0 0,-1 0 0 0 0,1-1 0 0 0,-11 0 1 0 0,11-1-23 0 0,-1 0 1 0 0,1-1 0 0 0,-1 0 0 0 0,1 0-1 0 0,0-1 1 0 0,0 0 0 0 0,0-1 0 0 0,0 0-1 0 0,1 0 1 0 0,0 0 0 0 0,-1-1 0 0 0,2 0 0 0 0,-1-1-1 0 0,0 1 1 0 0,1-1 0 0 0,0-1 0 0 0,1 1-1 0 0,-1-1 1 0 0,1 0 0 0 0,-5-9 0 0 0,6 9-63 0 0,-1-1 1 0 0,2 0-1 0 0,-1 1 1 0 0,1-1 0 0 0,0-1-1 0 0,1 1 1 0 0,0 0-1 0 0,0 0 1 0 0,0-1-1 0 0,1 0 1 0 0,1 1-1 0 0,0-1 1 0 0,0 1 0 0 0,0-1-1 0 0,1 1 1 0 0,0-1-1 0 0,1 1 1 0 0,0-1-1 0 0,0 1 1 0 0,6-12-1 0 0,-7 17 1 0 0,1-1 1 0 0,0 1-1 0 0,-1 0 0 0 0,1-1 0 0 0,1 1 0 0 0,-1 0 0 0 0,0 1 0 0 0,1-1 0 0 0,-1 0 0 0 0,1 1 0 0 0,0-1 0 0 0,0 1 0 0 0,0 0 0 0 0,0 0 0 0 0,0 0 0 0 0,1 0 0 0 0,-1 1 0 0 0,1-1 0 0 0,-1 1 0 0 0,1 0 0 0 0,-1 0 0 0 0,1 0 0 0 0,0 1 1 0 0,-1-1-1 0 0,1 1 0 0 0,0 0 0 0 0,-1 0 0 0 0,1 0 0 0 0,0 0 0 0 0,0 1 0 0 0,-1-1 0 0 0,1 1 0 0 0,0 0 0 0 0,-1 0 0 0 0,1 0 0 0 0,-1 1 0 0 0,5 2 0 0 0,6 4-478 0 0,11 6-1905 0 0,-10-5-2438 0 0,-2-1-1075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9261 0 0,'1'1'11045'0'0,"0"5"-5596"0"0,7 42-4078 0 0,-7-38-1139 0 0,42 393 3942 0 0,-16-176-3696 0 0,-27-222-928 0 0,3 16 594 0 0,-3-14-6965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10825 0 0,'0'0'8116'0'0,"-5"3"-5518"0"0,0 0-2103 0 0,0 0 1 0 0,0 0-1 0 0,1 1 0 0 0,0-1 0 0 0,-1 1 0 0 0,1 0 1 0 0,1 0-1 0 0,-1 1 0 0 0,-5 9 0 0 0,-5 9 409 0 0,2 1 0 0 0,1 1 0 0 0,-14 48 0 0 0,-9 83 143 0 0,31-142-993 0 0,2 1 0 0 0,-1 0 0 0 0,2 0-1 0 0,0 0 1 0 0,1 0 0 0 0,0 0 0 0 0,6 26 0 0 0,-5-35-72 0 0,-1-1-1 0 0,1 1 0 0 0,1 0 1 0 0,-1 0-1 0 0,1-1 0 0 0,0 0 1 0 0,0 1-1 0 0,0-1 1 0 0,1 0-1 0 0,0-1 0 0 0,0 1 1 0 0,0-1-1 0 0,1 1 0 0 0,-1-1 1 0 0,1 0-1 0 0,0-1 0 0 0,0 1 1 0 0,0-1-1 0 0,1 0 0 0 0,-1-1 1 0 0,9 4-1 0 0,1-2-73 0 0,1-1 1 0 0,0-1-1 0 0,1 0 0 0 0,-1-1 0 0 0,0 0 1 0 0,0-2-1 0 0,0 0 0 0 0,0-1 1 0 0,1 0-1 0 0,-2-1 0 0 0,1-1 1 0 0,0-1-1 0 0,26-11 0 0 0,-36 13 41 0 0,-1 1 0 0 0,0-1 0 0 0,0 0 0 0 0,-1 0 0 0 0,1-1 0 0 0,-1 1 0 0 0,0-1 0 0 0,1 0 0 0 0,-2-1 0 0 0,1 1 0 0 0,5-8 0 0 0,-8 10 37 0 0,0-1 1 0 0,0 0-1 0 0,1 0 1 0 0,-2 0-1 0 0,1 0 1 0 0,0 0-1 0 0,-1 0 1 0 0,1 0-1 0 0,-1 0 1 0 0,0 0-1 0 0,0 0 1 0 0,0 0-1 0 0,0 0 1 0 0,-1 0-1 0 0,1 0 1 0 0,-1 0-1 0 0,0 0 1 0 0,0 1-1 0 0,0-1 1 0 0,0 0-1 0 0,0 0 0 0 0,-3-4 1 0 0,-1 0 55 0 0,0-1 1 0 0,0 1-1 0 0,-1 0 1 0 0,0 1-1 0 0,0-1 1 0 0,-1 1-1 0 0,0 1 1 0 0,0-1-1 0 0,0 1 1 0 0,-1 0-1 0 0,0 1 0 0 0,0-1 1 0 0,0 2-1 0 0,0-1 1 0 0,0 1-1 0 0,-1 0 1 0 0,0 1-1 0 0,-10-2 1 0 0,18 4-121 0 0,9 0-2083 0 0,46-3 1129 0 0,56-10 0 0 0,-109 12 1013 0 0,36-2 634 0 0,-36 3-531 0 0,0 0-1 0 0,1 0 0 0 0,-1 1 1 0 0,0-1-1 0 0,0 0 1 0 0,1 0-1 0 0,-1 1 0 0 0,0-1 1 0 0,0 1-1 0 0,0-1 0 0 0,1 1 1 0 0,-1-1-1 0 0,0 1 0 0 0,0 0 1 0 0,0 0-1 0 0,0-1 1 0 0,0 1-1 0 0,0 0 0 0 0,0 0 1 0 0,-1 0-1 0 0,1 0 0 0 0,0 0 1 0 0,0 0-1 0 0,-1 0 0 0 0,1 0 1 0 0,0 1-1 0 0,-1-1 1 0 0,1 1-1 0 0,4 25 498 0 0,-2 0 0 0 0,-1-1 0 0 0,0 32 0 0 0,1 34-5 0 0,50 298-40 0 0,-53-387-551 0 0,1 1-499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93 9453 0 0,'0'0'7069'0'0,"-2"2"-4829"0"0,0-1-1946 0 0,1 1-1 0 0,-1 0 0 0 0,1 0 1 0 0,-1 0-1 0 0,1 0 0 0 0,0 0 0 0 0,0 0 1 0 0,0 0-1 0 0,0 0 0 0 0,0 0 0 0 0,1 0 1 0 0,-1 1-1 0 0,1-1 0 0 0,-1 0 1 0 0,1 1-1 0 0,0-1 0 0 0,0 0 0 0 0,0 4 1 0 0,3 54 1324 0 0,-2-48-1145 0 0,24 415 3664 0 0,-22-301-3612 0 0,-3-126-544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1 0 0,0 0-1 0 0,0 0 0 0 0,0 0 0 0 0,0 0 0 0 0,0 0 0 0 0,0 0 0 0 0,0 0 0 0 0,0 0 0 0 0,0 0 0 0 0,0 0 0 0 0,0 0 0 0 0,0 0 0 0 0,-1 0 0 0 0,1 0 0 0 0,0 1 0 0 0,0-1 0 0 0,0 0 0 0 0,0 0 0 0 0,0 0 0 0 0,0 0 0 0 0,0 0 0 0 0,0 0 0 0 0,0 0 0 0 0,0 0 0 0 0,0 0 0 0 0,0 0 0 0 0,0 0 0 0 0,0 0 0 0 0,0 1 0 0 0,0-1 0 0 0,0 0 0 0 0,0 0 0 0 0,0 0 1 0 0,0 0-1 0 0,0 0 0 0 0,0 0 0 0 0,-8-10-366 0 0,5 6 294 0 0,0-1 1 0 0,1 1 0 0 0,0-1-1 0 0,0 0 1 0 0,-2-4 0 0 0,-17-118-2315 0 0,15 77 1533 0 0,-1-27-89 0 0,3-108 1 0 0,5 123 1892 0 0,-1 50-128 0 0,1 0 0 0 0,0 1 0 0 0,4-13 0 0 0,-5 22-104 0 0,1 2-356 0 0,1 1-311 0 0,-1-1 0 0 0,0 0 0 0 0,0 0 0 0 0,0 0 1 0 0,0 0-1 0 0,0 1 0 0 0,0-1 0 0 0,0 1 0 0 0,0-1 0 0 0,0 1 1 0 0,0-1-1 0 0,0 1 0 0 0,0-1 0 0 0,0 1 0 0 0,1 1 0 0 0,29 41 455 0 0,-2 2-1 0 0,29 60 1 0 0,23 37-22 0 0,-74-131-431 0 0,54 75 195 0 0,-53-77-202 0 0,0 0 1 0 0,0-1-1 0 0,1 1 1 0 0,1-2-1 0 0,-1 1 1 0 0,18 9-1 0 0,-25-16-24 0 0,-1 0-1 0 0,1 0 0 0 0,0 0 1 0 0,-1 0-1 0 0,1-1 1 0 0,0 1-1 0 0,0 0 0 0 0,0-1 1 0 0,-1 0-1 0 0,1 1 0 0 0,0-1 1 0 0,0 0-1 0 0,0 0 1 0 0,0 0-1 0 0,0 0 0 0 0,-1 0 1 0 0,1-1-1 0 0,0 1 0 0 0,0-1 1 0 0,0 1-1 0 0,-1-1 1 0 0,4-1-1 0 0,-2 0-1 0 0,-1 1 0 0 0,0-1-1 0 0,0-1 1 0 0,1 1 0 0 0,-1 0 0 0 0,-1 0 0 0 0,1-1-1 0 0,0 1 1 0 0,-1-1 0 0 0,1 0 0 0 0,-1 1 0 0 0,2-6-1 0 0,2-6 1 0 0,-1-1-1 0 0,-1 1 0 0 0,-1-1 1 0 0,2-23-1 0 0,-3-5-3 0 0,-2-1-1 0 0,-7-53 0 0 0,-24-84-58 0 0,22 140-133 0 0,-24-60 0 0 0,21 78-128 0 0,13 23 224 0 0,-1-1 0 0 0,1 0-1 0 0,0 1 1 0 0,-1-1 0 0 0,1 1 0 0 0,-1-1 0 0 0,0 1 0 0 0,1-1 0 0 0,-1 1 0 0 0,1-1-1 0 0,-1 1 1 0 0,0-1 0 0 0,1 1 0 0 0,-1 0 0 0 0,0-1 0 0 0,1 1 0 0 0,-1 0 0 0 0,0 0-1 0 0,0 0 1 0 0,1 0 0 0 0,-1-1 0 0 0,0 1 0 0 0,0 0 0 0 0,1 0 0 0 0,-1 0 0 0 0,0 0-1 0 0,0 0 1 0 0,1 1 0 0 0,-1-1 0 0 0,0 0 0 0 0,0 0 0 0 0,1 0 0 0 0,-2 1 0 0 0,-9 8-4372 0 0,5 2-1921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5032 0 0,'0'0'20110'0'0,"2"6"-19333"0"0,8 40 270 0 0,-1 0 1 0 0,2 55-1 0 0,6 38 67 0 0,19 21-116 0 0,-10-54-366 0 0,-26-105-430 0 0,-1-8-187 0 0,-4-29-6 0 0,-22-179-42 0 0,23 162 3 0 0,2 1-1 0 0,7-66 0 0 0,-4 112 29 0 0,-1-3 0 0 0,1 1 1 0 0,0-1-1 0 0,0 0 1 0 0,1 1-1 0 0,0-1 0 0 0,1 1 1 0 0,0 0-1 0 0,0-1 1 0 0,7-10-1 0 0,-8 15-7 0 0,10-9 95 0 0,-11 13-82 0 0,0 1 0 0 0,0-1 0 0 0,-1 0 1 0 0,1 1-1 0 0,0-1 0 0 0,0 1 0 0 0,-1-1 0 0 0,1 1 0 0 0,0-1 0 0 0,-1 1 0 0 0,1-1 0 0 0,-1 1 0 0 0,1-1 0 0 0,-1 1 0 0 0,1 0 0 0 0,-1-1 1 0 0,1 1-1 0 0,-1 0 0 0 0,1 0 0 0 0,-1 0 0 0 0,8 12 28 0 0,-2 1 0 0 0,0-1 1 0 0,0 1-1 0 0,-1 0 0 0 0,4 18 0 0 0,2 7 7 0 0,2 0-3 0 0,123 326 168 0 0,-130-353-283 0 0,-2-4-43 0 0,-1-1-1 0 0,1 1 1 0 0,-1 0-1 0 0,0 1 1 0 0,-1-1-1 0 0,0 0 1 0 0,1 11-1 0 0,-7-23-188 0 0,-21-24-814 0 0,-24-32 1 0 0,-21-26-774 0 0,60 75 1855 0 0,-1 0 0 0 0,0 1 0 0 0,-1 1 1 0 0,0-1-1 0 0,-17-8 0 0 0,7 7 333 0 0,-21-14 795 0 0,42 24-976 0 0,1 1-110 0 0,-1 0 0 0 0,1-1 0 0 0,0 1 1 0 0,0 0-1 0 0,0 0 0 0 0,0-1 1 0 0,-1 1-1 0 0,1 0 0 0 0,0 0 1 0 0,0-1-1 0 0,0 1 0 0 0,0 0 0 0 0,0 0 1 0 0,0-1-1 0 0,0 1 0 0 0,0 0 1 0 0,0-1-1 0 0,0 1 0 0 0,0 0 1 0 0,0 0-1 0 0,0-1 0 0 0,0 1 1 0 0,0 0-1 0 0,0-1 0 0 0,0 1 0 0 0,0 0 1 0 0,0 0-1 0 0,0-1 0 0 0,0 1 1 0 0,0 0-1 0 0,1 0 0 0 0,-1-1 1 0 0,0 1-1 0 0,0 0 0 0 0,0 0 0 0 0,0 0 1 0 0,1-1-1 0 0,-1 1 0 0 0,1 0 1 0 0,106-66-1874 0 0,132-87-1206 0 0,-228 144 3009 0 0,0 1-1 0 0,14-17 1 0 0,-21 21 621 0 0,-1 1-1 0 0,0-2 1 0 0,0 1 0 0 0,0 0 0 0 0,3-9 1581 0 0,-7 11-1669 0 0,-15-13 1128 0 0,15 14-744 0 0,0 5-723 0 0,-2 7-30 0 0,1 1 1 0 0,1-1-1 0 0,0 1 1 0 0,1 0-1 0 0,0-1 1 0 0,1 1-1 0 0,1 12 1 0 0,1 7 26 0 0,23 325 640 0 0,-23-321-710 0 0,2 0 0 0 0,1 0 0 0 0,18 56 0 0 0,-22-86-50 0 0,-1 0 0 0 0,1 0 0 0 0,0-1 0 0 0,1 1 0 0 0,-1-1 0 0 0,1 0 0 0 0,0 1 0 0 0,0-1 1 0 0,0 0-1 0 0,0-1 0 0 0,1 1 0 0 0,-1-1 0 0 0,6 4 0 0 0,0-6 0 0 0,-5-2-13 0 0,-1-1 0 0 0,1 1 0 0 0,-1-1-1 0 0,1 0 1 0 0,-1 0 0 0 0,0 0 0 0 0,0 0 0 0 0,0-1 0 0 0,0 1-1 0 0,-1-1 1 0 0,4-4 0 0 0,29-40-324 0 0,-6 7 53 0 0,-21 32 61 0 0,0 1 0 0 0,0-1 1 0 0,0 2-1 0 0,1-1 0 0 0,0 1 1 0 0,11-6-1 0 0,36-13-6138 0 0,-25 13-93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6045 0 0,'-1'-3'6454'0'0,"0"1"-4933"0"0,-2-8 9137 0 0,1 17-9596 0 0,-1 12-625 0 0,0-1 0 0 0,1 0-1 0 0,1 1 1 0 0,2 25 0 0 0,11 87 648 0 0,-6-76-787 0 0,9 169 642 0 0,-6-70-444 0 0,-1-29-141 0 0,32 261 673 0 0,-38-373-971 0 0,1 0-1 0 0,0-1 0 0 0,1 1 1 0 0,10 22-1 0 0,-13-33-48 0 0,1 1 1 0 0,-1-1-1 0 0,0 0 1 0 0,1 1-1 0 0,-1-1 1 0 0,1 0-1 0 0,0 0 1 0 0,0 0-1 0 0,0 0 1 0 0,0 0-1 0 0,0 0 1 0 0,0-1-1 0 0,0 1 1 0 0,1-1-1 0 0,-1 1 1 0 0,0-1-1 0 0,1 0 1 0 0,0 0-1 0 0,-1 0 1 0 0,1 0-1 0 0,-1-1 1 0 0,1 1-1 0 0,0-1 1 0 0,0 1-1 0 0,-1-1 1 0 0,1 0-1 0 0,0 0 1 0 0,0 0-1 0 0,-1 0 1 0 0,5-2-1 0 0,15-4 12 0 0,1-2 0 0 0,-1 0 0 0 0,22-13 0 0 0,36-12-109 0 0,-55 29-671 0 0,-23 4 569 0 0,0 0 0 0 0,-1 0-1 0 0,1-1 1 0 0,0 1 0 0 0,0 0 0 0 0,-1-1-1 0 0,1 1 1 0 0,0-1 0 0 0,-1 1-1 0 0,1-1 1 0 0,0 0 0 0 0,-1 0 0 0 0,1 0-1 0 0,-1 0 1 0 0,1 0 0 0 0,0-1 0 0 0,9-7-4210 0 0,1-1-2063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18 7441 0 0,'-12'-4'3459'0'0,"-1"1"-1"0"0,0-1 1 0 0,-14 0 0 0 0,16 3-2304 0 0,1 0 0 0 0,0 1 0 0 0,-1 0 0 0 0,-14 2 0 0 0,18-1-979 0 0,1 1 1 0 0,0-1 0 0 0,0 1-1 0 0,0 0 1 0 0,0 0-1 0 0,1 0 1 0 0,-1 1-1 0 0,1 0 1 0 0,-1 0-1 0 0,1 1 1 0 0,0-1-1 0 0,0 1 1 0 0,0 0-1 0 0,1 0 1 0 0,0 1-1 0 0,-1 0 1 0 0,1-1-1 0 0,1 1 1 0 0,-5 8-1 0 0,4-5-112 0 0,0 1-1 0 0,1 0 0 0 0,0 0 1 0 0,0 0-1 0 0,1 1 0 0 0,0-1 0 0 0,1 0 1 0 0,0 1-1 0 0,0-1 0 0 0,1 1 0 0 0,1-1 1 0 0,-1 1-1 0 0,2-1 0 0 0,-1 1 0 0 0,1-1 1 0 0,0 0-1 0 0,1 1 0 0 0,6 13 1 0 0,-3-9-43 0 0,1 0 1 0 0,1 0 0 0 0,0 0 0 0 0,1-1 0 0 0,0 0 0 0 0,1-1 0 0 0,0 0 0 0 0,1 0 0 0 0,0-1 0 0 0,21 15 0 0 0,-22-20-23 0 0,0 1 1 0 0,1-1-1 0 0,0-1 1 0 0,0 0-1 0 0,1-1 1 0 0,-1 0-1 0 0,1-1 0 0 0,0 0 1 0 0,0-1-1 0 0,0 0 1 0 0,22 0-1 0 0,-18-2-6 0 0,0-1 1 0 0,0 0-1 0 0,0-1 1 0 0,0-1-1 0 0,-1 0 1 0 0,1-2-1 0 0,-1 0 0 0 0,20-8 1 0 0,-31 11 4 0 0,-1 0 0 0 0,1 0 1 0 0,0 0-1 0 0,-1 0 0 0 0,1-1 0 0 0,-1 1 0 0 0,0-1 0 0 0,0 0 1 0 0,0 0-1 0 0,0 0 0 0 0,0 0 0 0 0,-1-1 0 0 0,1 1 1 0 0,-1-1-1 0 0,0 0 0 0 0,0 1 0 0 0,2-8 0 0 0,-2 5 5 0 0,-1 1 0 0 0,0-1 0 0 0,-1 1 0 0 0,1-1-1 0 0,-1 1 1 0 0,-1-1 0 0 0,1 1 0 0 0,0-1 0 0 0,-1 1-1 0 0,0-1 1 0 0,-1 1 0 0 0,-2-7 0 0 0,1 2 6 0 0,-2 0 1 0 0,1 0-1 0 0,-1 1 0 0 0,-1-1 1 0 0,0 1-1 0 0,0 0 1 0 0,-1 1-1 0 0,0 0 0 0 0,0 0 1 0 0,-1 0-1 0 0,0 1 0 0 0,-1 0 1 0 0,-12-8-1 0 0,10 10 10 0 0,-1-1-1 0 0,-1 2 0 0 0,1-1 1 0 0,0 2-1 0 0,-1 0 0 0 0,0 0 0 0 0,0 1 1 0 0,0 1-1 0 0,0 0 0 0 0,0 1 1 0 0,0 0-1 0 0,0 1 0 0 0,0 0 1 0 0,0 1-1 0 0,-18 6 0 0 0,12-3-376 0 0,-1 1 0 0 0,1 2-1 0 0,-31 15 1 0 0,32-12-1216 0 0,0 0 0 0 0,1 1 0 0 0,-22 19 0 0 0,15-6-4910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11341 0 0,'-2'1'4470'0'0,"-4"-1"-3185"0"0,0 1 0 0 0,0 1 1 0 0,0-1-1 0 0,0 1 0 0 0,1 0 0 0 0,-11 6 1 0 0,7-3-433 0 0,0 0 0 0 0,0 1 0 0 0,-11 11 0 0 0,5-3-425 0 0,1 1-1 0 0,0 1 1 0 0,-16 24-1 0 0,19-23-272 0 0,1 0 0 0 0,1 1 0 0 0,1 0 0 0 0,1 0 0 0 0,0 1 0 0 0,1 0 0 0 0,1 0 0 0 0,-4 31 1 0 0,8-35-112 0 0,0 0 0 0 0,1-1 0 0 0,0 1 0 0 0,4 21 0 0 0,-3-30-57 0 0,0-1 0 0 0,1 1 0 0 0,-1-1 0 0 0,1 0-1 0 0,0 1 1 0 0,0-1 0 0 0,0 0 0 0 0,1 0 0 0 0,0-1-1 0 0,0 1 1 0 0,0 0 0 0 0,1-1 0 0 0,-1 0-1 0 0,9 7 1 0 0,-7-8-29 0 0,0 0 0 0 0,0 0 0 0 0,1-1 1 0 0,-1 0-1 0 0,1 0 0 0 0,0-1 0 0 0,0 1 0 0 0,-1-1 0 0 0,1 0 0 0 0,0-1 0 0 0,0 1 0 0 0,0-1 0 0 0,0 0 0 0 0,6-2 1 0 0,2 1-86 0 0,0-1 1 0 0,-1-1 0 0 0,1 0-1 0 0,22-9 1 0 0,-29 9 42 0 0,-1 0-1 0 0,1 0 1 0 0,-1 0-1 0 0,0-1 1 0 0,0 1-1 0 0,-1-2 1 0 0,1 1-1 0 0,-1-1 1 0 0,0 1-1 0 0,7-9 1 0 0,-10 10 65 0 0,0 0 0 0 0,-1 0 1 0 0,1 0-1 0 0,-1 0 1 0 0,0 0-1 0 0,1 0 1 0 0,-1 0-1 0 0,-1-1 1 0 0,1 1-1 0 0,0 0 0 0 0,-1-1 1 0 0,0 1-1 0 0,0 0 1 0 0,0-1-1 0 0,0 1 1 0 0,0 0-1 0 0,-1-1 1 0 0,0 1-1 0 0,1 0 1 0 0,-1-1-1 0 0,0 1 0 0 0,0 0 1 0 0,-3-4-1 0 0,1 1 56 0 0,0 0 0 0 0,0 1 0 0 0,-1-1 0 0 0,0 1 0 0 0,0 0 1 0 0,0-1-1 0 0,0 2 0 0 0,-1-1 0 0 0,0 1 0 0 0,-11-8 0 0 0,-1 2 162 0 0,0 0 0 0 0,-24-9-1 0 0,-12-7 340 0 0,51 25-532 0 0,6-1-81 0 0,3-1 25 0 0,1 0-1 0 0,-1 0 1 0 0,1 1-1 0 0,0 0 0 0 0,0 0 1 0 0,0 1-1 0 0,15-1 1 0 0,66 3-424 0 0,-53 0 306 0 0,-30-1 224 0 0,1 0 1 0 0,-1 0-1 0 0,1 1 0 0 0,-1 0 1 0 0,1 0-1 0 0,-1 0 0 0 0,1 1 1 0 0,-1 0-1 0 0,0 0 0 0 0,0 1 1 0 0,9 4-1 0 0,-13-4 16 0 0,0-1 1 0 0,-1 1-1 0 0,0-1 0 0 0,1 1 1 0 0,-1 0-1 0 0,0-1 0 0 0,-1 1 1 0 0,1 0-1 0 0,0 0 0 0 0,-1 0 0 0 0,1-1 1 0 0,-1 1-1 0 0,0 0 0 0 0,0 0 1 0 0,-1 5-1 0 0,2 11 179 0 0,16 140 603 0 0,-5-40-604 0 0,-7-50-157 0 0,5 23-390 0 0,-10-91 85 0 0,0 5 322 0 0,0-4-1494 0 0,8-35-11468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 10513 0 0,'-7'-18'9375'0'0,"0"12"-3466"0"0,7 7-5707 0 0,-1-1 0 0 0,0 1 0 0 0,1-1 0 0 0,-1 1 0 0 0,0-1 0 0 0,1 1 0 0 0,-1 0 0 0 0,1-1 0 0 0,-1 1 0 0 0,1 0 0 0 0,-1-1 0 0 0,1 1 0 0 0,0 0 0 0 0,-1-1 0 0 0,1 1 0 0 0,0 0 0 0 0,-1 0 0 0 0,1 0 0 0 0,0-1 0 0 0,0 1 0 0 0,0 1 0 0 0,-3 10-16 0 0,1 0-1 0 0,-1 21 1 0 0,7 40 429 0 0,20 114 0 0 0,-15-124-627 0 0,-7-51 24 0 0,0 0 1 0 0,8 22-1 0 0,4-8-1501 0 0,-12-24 1004 0 0,-1-1 1 0 0,0 0-1 0 0,1 1 1 0 0,-1-1-1 0 0,1 0 0 0 0,-1 0 1 0 0,1 0-1 0 0,0 0 1 0 0,-1 0-1 0 0,1 0 1 0 0,0 0-1 0 0,2 0 1 0 0,8 2-5979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 9669 0 0,'-2'-2'5768'0'0,"0"0"-5208"0"0,0 1 1 0 0,0-1-1 0 0,1 1 1 0 0,-1-1-1 0 0,0 1 1 0 0,-1 0-1 0 0,1 0 1 0 0,0 0-1 0 0,0 0 0 0 0,0 0 1 0 0,-1 0-1 0 0,1 1 1 0 0,0-1-1 0 0,-1 1 1 0 0,1-1-1 0 0,0 1 1 0 0,-4 0-1 0 0,1 1-126 0 0,0-1-1 0 0,0 1 1 0 0,0 0-1 0 0,0 0 1 0 0,1 1-1 0 0,-1-1 1 0 0,0 1-1 0 0,-4 2 1 0 0,-1 1-177 0 0,1 1 0 0 0,0 0 1 0 0,1 0-1 0 0,-1 0 0 0 0,1 1 1 0 0,0 1-1 0 0,-11 14 1 0 0,14-16-202 0 0,1 1 0 0 0,0 0 0 0 0,0 0 1 0 0,1 0-1 0 0,-1 1 0 0 0,2-1 1 0 0,-1 1-1 0 0,1 0 0 0 0,0 0 0 0 0,1-1 1 0 0,0 1-1 0 0,0 0 0 0 0,1 0 0 0 0,0 1 1 0 0,0-1-1 0 0,1 0 0 0 0,2 13 1 0 0,0-9-43 0 0,1 0 0 0 0,0 1 1 0 0,0-2-1 0 0,1 1 0 0 0,1 0 1 0 0,0-1-1 0 0,0 0 0 0 0,1 0 1 0 0,0-1-1 0 0,14 15 0 0 0,-5-8-62 0 0,-10-9-48 0 0,1 0 1 0 0,0 0-1 0 0,0-1 1 0 0,1 0 0 0 0,0 0-1 0 0,0-1 1 0 0,0 0-1 0 0,1-1 1 0 0,0 1 0 0 0,17 6-1 0 0,-23-11-536 0 0,-1-1-1 0 0,1 0 1 0 0,0 1 0 0 0,-1-1-1 0 0,1 0 1 0 0,-1 0-1 0 0,1-1 1 0 0,2 1-1 0 0,8-3-5871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10389 0 0,'-2'-8'17502'0'0,"0"40"-15068"0"0,1 52-2708 0 0,38 373 2112 0 0,-10-185-1276 0 0,-21-214-466 0 0,15 64 1 0 0,-19-107-107 0 0,-2-13-15 0 0,1 0 0 0 0,-1 0 0 0 0,0 0 0 0 0,0 0 0 0 0,1 0 0 0 0,0 0 0 0 0,-1 0 0 0 0,1 0 0 0 0,0 0 0 0 0,0 0 0 0 0,0 0 0 0 0,1 1 0 0 0,-1-1-178 0 0,-1-4-156 0 0,0 0 290 0 0,1 1-1 0 0,-1-1 1 0 0,1 1-1 0 0,-1-1 1 0 0,1 0-1 0 0,-1 1 1 0 0,1 0-1 0 0,0-1 1 0 0,0 1-1 0 0,2-3 1 0 0,0-2-200 0 0,6-24-3353 0 0,-7 16 1180 0 0,6-18-4042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 8997 0 0,'-2'-6'19070'0'0,"-2"11"-18864"0"0,1 0 1 0 0,1 0 0 0 0,-1 0 0 0 0,1 1 0 0 0,0-1-1 0 0,0 1 1 0 0,0-1 0 0 0,1 1 0 0 0,-1 6 0 0 0,-4 61 720 0 0,3-30-637 0 0,-8 126 405 0 0,5-55-442 0 0,6-59-157 0 0,1-43-113 0 0,-1 0-1 0 0,0 0 1 0 0,0 0 0 0 0,-1 0-1 0 0,-1 0 1 0 0,0-1 0 0 0,-5 17 0 0 0,6-27-142 0 0,0-1 67 0 0,1 0-1 0 0,-1 0 1 0 0,1 0 0 0 0,-1 0-1 0 0,1 0 1 0 0,-1-1-1 0 0,0 1 1 0 0,1 0 0 0 0,-1-1-1 0 0,1 1 1 0 0,-1 0 0 0 0,1-1-1 0 0,-1 1 1 0 0,1 0 0 0 0,0-1-1 0 0,-1 1 1 0 0,1-1 0 0 0,-1 1-1 0 0,1-1 1 0 0,0 1 0 0 0,-1-1-1 0 0,1 1 1 0 0,0-1-1 0 0,0 1 1 0 0,-1-2 0 0 0,-5-19-2281 0 0,3 11-706 0 0,-3-11-3381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4192 0 0,'8'-31'9423'0'0,"6"-15"-1980"0"0,-6 20-3595 0 0,-7 26-3755 0 0,-1-1 1 0 0,0 0 0 0 0,0 1 0 0 0,1-1 0 0 0,-1 0-1 0 0,0 1 1 0 0,1-1 0 0 0,-1 0 0 0 0,0 1-1 0 0,1-1 1 0 0,-1 0 0 0 0,1 1 0 0 0,-1-1 0 0 0,1 1-1 0 0,0-1 1 0 0,-1 1 0 0 0,1 0 0 0 0,-1-1-1 0 0,1 1 1 0 0,0-1 0 0 0,-1 1 0 0 0,1 0 0 0 0,0 0-1 0 0,-1-1 1 0 0,1 1 0 0 0,0 0 0 0 0,0 0-1 0 0,-1 0 1 0 0,1 0 0 0 0,0 0 0 0 0,0 0 0 0 0,-1 0-1 0 0,1 0 1 0 0,0 0 0 0 0,0 0 0 0 0,1 1 0 0 0,0-1 42 0 0,1 1 1 0 0,-1 0-1 0 0,1 0 1 0 0,-1 0-1 0 0,1 1 1 0 0,-1-1 0 0 0,0 0-1 0 0,3 3 1 0 0,11 12 108 0 0,0 1-1 0 0,-2 1 1 0 0,1 0 0 0 0,-2 0 0 0 0,-1 2 0 0 0,11 20 0 0 0,-8-13-106 0 0,2 0 0 0 0,25 32 1 0 0,-15-28-51 0 0,0 2-46 0 0,58 54 1 0 0,-84-87-58 0 0,-1 1-1 0 0,0-1 1 0 0,1 0 0 0 0,-1 0-1 0 0,0 1 1 0 0,1-1 0 0 0,-1 0 0 0 0,0 0-1 0 0,1 0 1 0 0,-1 1 0 0 0,1-1-1 0 0,-1 0 1 0 0,0 0 0 0 0,1 0 0 0 0,-1 0-1 0 0,1 0 1 0 0,-1 0 0 0 0,0 0-1 0 0,1 0 1 0 0,-1 0 0 0 0,1 0-1 0 0,-1 0 1 0 0,1 0 0 0 0,-1 0 0 0 0,0 0-1 0 0,1 0 1 0 0,-1-1 0 0 0,1 1-1 0 0,-1 0 1 0 0,0 0 0 0 0,1 0 0 0 0,-1 0-1 0 0,0-1 1 0 0,1 1 0 0 0,-1 0-1 0 0,0-1 1 0 0,1 1 0 0 0,-1 0 0 0 0,0 0-1 0 0,0-1 1 0 0,1 1 0 0 0,-1-1-1 0 0,0 1 1 0 0,0 0 0 0 0,1-1-1 0 0,4-18-293 0 0,-8-5 159 0 0,0 1-1 0 0,-2 0 0 0 0,0 0 0 0 0,-10-24 0 0 0,-3-15 30 0 0,-47-172 347 0 0,63 226-55 0 0,2 6-194 0 0,0 1 1 0 0,-1 0-1 0 0,1-1 0 0 0,0 1 0 0 0,-1 0 1 0 0,1-1-1 0 0,-1 1 0 0 0,0 0 1 0 0,1-1-1 0 0,-1 1 0 0 0,0 0 0 0 0,-1-2 1 0 0,-6 5-698 0 0,-3 12-439 0 0,3-1-808 0 0,1-1-2504 0 0,1-1-1767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9085 0 0,'0'0'3968'0'0,"18"-32"14416"0"0,-18 37-18288 0 0,1 29 131 0 0,-5 60 1 0 0,-1 12-94 0 0,5-83-118 0 0,0 0-11 0 0,1 1 0 0 0,0-1 1 0 0,10 40-1 0 0,-11-63-12 0 0,0 1-1 0 0,0-1 1 0 0,0 0 0 0 0,0 0 0 0 0,0 1-1 0 0,0-1 1 0 0,0 0 0 0 0,0 1-1 0 0,0-1 1 0 0,0 0 0 0 0,0 0 0 0 0,0 1-1 0 0,0-1 1 0 0,1 0 0 0 0,-1 1-1 0 0,0-1 1 0 0,0 0 0 0 0,0 0 0 0 0,0 0-1 0 0,1 1 1 0 0,-1-1 0 0 0,0 0-1 0 0,0 0 1 0 0,1 0 0 0 0,-1 1-1 0 0,0-1 1 0 0,0 0 0 0 0,1 0 0 0 0,-1 0-1 0 0,0 0 1 0 0,0 0 0 0 0,1 0-1 0 0,-1 0 1 0 0,0 0 0 0 0,1 0 0 0 0,-1 0-1 0 0,0 0 1 0 0,1 0 0 0 0,-1 0-1 0 0,0 0 1 0 0,0 0 0 0 0,1 0 0 0 0,-1 0-1 0 0,0 0 1 0 0,1 0 0 0 0,-1 0-1 0 0,0 0 1 0 0,0 0 0 0 0,1 0 0 0 0,-1-1-1 0 0,0 1 1 0 0,0 0 0 0 0,1 0-1 0 0,-1 0 1 0 0,0 0 0 0 0,0-1 0 0 0,0 1-1 0 0,1-1 1 0 0,11-14-301 0 0,-11 14 345 0 0,12-22-211 0 0,0-1 0 0 0,-2 0 0 0 0,-1 0 0 0 0,-1-1 0 0 0,-1 0 0 0 0,6-32 0 0 0,-1 9-28 0 0,10-57 89 0 0,14-144 0 0 0,-32 207 465 0 0,-5 42-329 0 0,0 0 1 0 0,0 0-1 0 0,0 0 1 0 0,0 0-1 0 0,0 0 0 0 0,0 0 1 0 0,0 0-1 0 0,0 0 1 0 0,0 0-1 0 0,0 0 0 0 0,0 0 1 0 0,0 0-1 0 0,-1 0 1 0 0,1 0-1 0 0,0 0 0 0 0,0 0 1 0 0,0 0-1 0 0,0 0 1 0 0,0 0-1 0 0,0 0 0 0 0,0 0 1 0 0,0 0-1 0 0,0 0 1 0 0,0 0-1 0 0,0 0 0 0 0,0 0 1 0 0,0 0-1 0 0,-1 0 1 0 0,1 0-1 0 0,0 0 0 0 0,0 0 1 0 0,0 0-1 0 0,0-1 1 0 0,0 1-1 0 0,0 0 0 0 0,0 0 1 0 0,0 0-1 0 0,0 0 1 0 0,0 0-1 0 0,0 0 0 0 0,0 0 1 0 0,0 0-1 0 0,0 0 1 0 0,0 0-1 0 0,0 0 0 0 0,0 0 1 0 0,0 0-1 0 0,-8 13 203 0 0,4-5-204 0 0,0 0-1 0 0,1 0 0 0 0,-3 12 1 0 0,-36 262 589 0 0,40-264-589 0 0,-4 35 31 0 0,-21 232 156 0 0,24-217-167 0 0,3 0-1 0 0,10 80 0 0 0,-9-134-54 0 0,1 0 0 0 0,0 0 0 0 0,1 0 0 0 0,1-1 0 0 0,0 1 0 0 0,1-1 0 0 0,0 0-1 0 0,10 16 1 0 0,-15-28 7 0 0,0-1 0 0 0,0 1 0 0 0,0-1 0 0 0,1 1-1 0 0,-1-1 1 0 0,0 0 0 0 0,1 1 0 0 0,-1-1 0 0 0,0 0 0 0 0,0 1 0 0 0,1-1-1 0 0,-1 0 1 0 0,1 1 0 0 0,-1-1 0 0 0,0 0 0 0 0,1 0 0 0 0,-1 1-1 0 0,1-1 1 0 0,-1 0 0 0 0,1 0 0 0 0,-1 0 0 0 0,1 1 0 0 0,-1-1-1 0 0,0 0 1 0 0,1 0 0 0 0,-1 0 0 0 0,1 0 0 0 0,-1 0 0 0 0,1 0-1 0 0,-1 0 1 0 0,1 0 0 0 0,-1 0 0 0 0,1 0 0 0 0,-1-1 0 0 0,1 1-1 0 0,-1 0 1 0 0,1 0 0 0 0,-1 0 0 0 0,0-1 0 0 0,1 1 0 0 0,-1 0-1 0 0,1 0 1 0 0,-1-1 0 0 0,0 1 0 0 0,1 0 0 0 0,-1-1 0 0 0,0 1-1 0 0,1-1 1 0 0,0 0-5 0 0,1-1 0 0 0,-1 0 0 0 0,0 0-1 0 0,0 1 1 0 0,0-1 0 0 0,-1 0 0 0 0,1 0-1 0 0,0 0 1 0 0,-1 0 0 0 0,1 0 0 0 0,0-3 0 0 0,0-47 12 0 0,-2-1 1 0 0,-2 1 0 0 0,-16-87-1 0 0,13 100 35 0 0,4 32-81 0 0,1 1-1 0 0,0-1 0 0 0,1 1 1 0 0,-1-1-1 0 0,1 0 0 0 0,1 1 1 0 0,-1-1-1 0 0,1 0 0 0 0,1 1 1 0 0,-1-1-1 0 0,1 1 1 0 0,0 0-1 0 0,0-1 0 0 0,1 1 1 0 0,0 0-1 0 0,0 0 0 0 0,0 1 1 0 0,1-1-1 0 0,0 1 0 0 0,0-1 1 0 0,0 1-1 0 0,1 0 0 0 0,5-5 1 0 0,-4 5-673 0 0,10-11 474 0 0,-10 3-6686 0 0,-5 1 561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4880 0 0,'0'-1'795'0'0,"4"-42"10572"0"0,-4 40-10767 0 0,0 1 0 0 0,0-1 0 0 0,-1 1-1 0 0,1-1 1 0 0,-1 0 0 0 0,1 1-1 0 0,-1 0 1 0 0,0-1 0 0 0,0 1 0 0 0,0-1-1 0 0,-1 1 1 0 0,1 0 0 0 0,-3-4-1 0 0,3 5-475 0 0,0 0 0 0 0,0 1 0 0 0,1-1 0 0 0,-1 1 0 0 0,0-1 0 0 0,0 1 0 0 0,0 0-1 0 0,0-1 1 0 0,0 1 0 0 0,0 0 0 0 0,0-1 0 0 0,0 1 0 0 0,0 0 0 0 0,0 0 0 0 0,0 0 0 0 0,0 0-1 0 0,0 0 1 0 0,0 0 0 0 0,0 0 0 0 0,0 1 0 0 0,0-1 0 0 0,0 0 0 0 0,0 0 0 0 0,0 1 0 0 0,1-1 0 0 0,-3 1-1 0 0,-22 14 793 0 0,18-9-729 0 0,0 0 0 0 0,0 0 0 0 0,0 0 0 0 0,1 1 0 0 0,0 0 0 0 0,1 0 0 0 0,-8 13 0 0 0,11-17-159 0 0,0 0 0 0 0,0 1 0 0 0,1-1 0 0 0,-1 1 0 0 0,1-1 0 0 0,0 1 0 0 0,0 0 0 0 0,0-1 0 0 0,1 1 0 0 0,-1 0 0 0 0,1 0 0 0 0,0-1 0 0 0,0 1 0 0 0,0 0 0 0 0,1 0 0 0 0,-1-1 0 0 0,1 1 0 0 0,0 0 0 0 0,0-1 0 0 0,0 1 0 0 0,2 3 0 0 0,-2-5-29 0 0,0-1 1 0 0,0 1-1 0 0,0-1 1 0 0,0 1 0 0 0,0-1-1 0 0,0 0 1 0 0,1 1-1 0 0,-1-1 1 0 0,0 0-1 0 0,1 0 1 0 0,-1 0-1 0 0,1 0 1 0 0,-1 0-1 0 0,1 0 1 0 0,-1 0-1 0 0,1 0 1 0 0,0-1-1 0 0,-1 1 1 0 0,4 0-1 0 0,-1-1-8 0 0,0 1 0 0 0,-1-1 0 0 0,1 0 0 0 0,0 0 0 0 0,0-1 0 0 0,0 1 0 0 0,-1-1 0 0 0,8-2 0 0 0,3-2-35 0 0,0-1-1 0 0,0-1 0 0 0,20-12 0 0 0,-33 18 42 0 0,6-2-9 0 0,-1-1-1 0 0,0-1 1 0 0,-1 1 0 0 0,1-1-1 0 0,-1 0 1 0 0,0 0-1 0 0,0 0 1 0 0,0-1 0 0 0,5-9-1 0 0,-10 15 14 0 0,1-1-1 0 0,-1 1 1 0 0,0-1-1 0 0,0 0 1 0 0,0 1-1 0 0,0-1 1 0 0,0 0-1 0 0,0 1 1 0 0,0-1-1 0 0,0 0 1 0 0,0 1-1 0 0,0-1 1 0 0,0 0-1 0 0,0 1 1 0 0,0-1-1 0 0,0 0 1 0 0,-1 1-1 0 0,1-1 1 0 0,0 0-1 0 0,-1 1 1 0 0,1-1-1 0 0,0 1 1 0 0,-1-1-1 0 0,1 1 1 0 0,0-1-1 0 0,-1 1 1 0 0,1-1-1 0 0,-1 1 1 0 0,1-1-1 0 0,-1 1 1 0 0,1 0-1 0 0,-1-1 1 0 0,0 1-1 0 0,1 0 1 0 0,-1-1-1 0 0,0 1 0 0 0,-1-1-15 0 0,0 0-1 0 0,0 0 0 0 0,-1 0 0 0 0,1 0 0 0 0,0 1 0 0 0,0-1 0 0 0,0 1 0 0 0,0-1 0 0 0,-1 1 0 0 0,1 0 0 0 0,-4 0 1 0 0,2 1-63 0 0,0 0 0 0 0,-1 0 0 0 0,1 1 1 0 0,1-1-1 0 0,-1 1 0 0 0,0 0 1 0 0,0 0-1 0 0,0 0 0 0 0,1 0 0 0 0,-6 5 1 0 0,5-3-1050 0 0,0-1 0 0 0,1 1 0 0 0,-1 0 0 0 0,1 0 0 0 0,-5 8 0 0 0,-2 7-5292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6121 0 0,'-39'2'13630'0'0,"-51"9"-4384"0"0,83-8-7911 0 0,8-1-533 0 0,15 5-303 0 0,28 2-418 0 0,27-5 41 0 0,1-3 1 0 0,100-11-1 0 0,-73 2-76 0 0,209 2-177 0 0,-283 7-454 0 0,-30 0-236 0 0,-42 0-142 0 0,10-4-638 0 0,13-2-5302 0 0,14 3 769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 9965 0 0,'-4'-22'17263'0'0,"4"31"-16499"0"0,15 352 2454 0 0,0 18-2622 0 0,-17-347-3389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2.9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351 12 8381 0 0,'0'0'4072'0'0,"-13"-6"4857"0"0,-4 0-3742 0 0,-12 11-3222 0 0,-6-1-402 0 0,26-4-1390 0 0,1 1-1 0 0,-1 0 0 0 0,1 0 1 0 0,-1 1-1 0 0,1 0 1 0 0,0 0-1 0 0,0 1 0 0 0,-14 7 1 0 0,9-5-84 0 0,3 1-63 0 0,-1-1 0 0 0,1 2 1 0 0,1-1-1 0 0,-1 2 1 0 0,1-1-1 0 0,0 1 0 0 0,1 0 1 0 0,0 1-1 0 0,0 0 0 0 0,1 0 1 0 0,-7 13-1 0 0,8-10-15 0 0,1-1 0 0 0,-5 19 0 0 0,6-19-7 0 0,4-7-1 0 0,-11 45 2 0 0,7-15-1 0 0,3 70 0 0 0,1-90-4 0 0,3 22 0 0 0,12 36-13 0 0,-9-19-10 0 0,-6-48 18 0 0,0 1 0 0 0,0-1 0 0 0,1 0-1 0 0,0 0 1 0 0,0 0 0 0 0,0 0 0 0 0,1 0 0 0 0,-1 0 0 0 0,4 5 0 0 0,-2-3-4 0 0,0 0-1 0 0,-1 0 1 0 0,3 13 0 0 0,-3-14 4 0 0,-1 0 0 0 0,1 1 0 0 0,1-1 0 0 0,3 7 0 0 0,-4-8-1 0 0,1 1 0 0 0,-1-1 0 0 0,0 1 0 0 0,2 9 0 0 0,-4-12 3 0 0,1 0 0 0 0,0 0 1 0 0,0 0-1 0 0,0 0 0 0 0,0 0 0 0 0,0 0 0 0 0,1 0 0 0 0,-1 0 1 0 0,1-1-1 0 0,0 1 0 0 0,4 4 0 0 0,-5-5 1 0 0,0-1 0 0 0,1 1 0 0 0,-1-1 0 0 0,0 1 0 0 0,0 0-1 0 0,0 0 1 0 0,0-1 0 0 0,0 1 0 0 0,0 0 0 0 0,0 0 0 0 0,0 3 0 0 0,-1-4 0 0 0,1 1 1 0 0,-1 0-1 0 0,1 0 1 0 0,0-1-1 0 0,-1 1 1 0 0,1 0-1 0 0,0-1 1 0 0,0 1-1 0 0,0-1 1 0 0,1 1-1 0 0,-1-1 1 0 0,0 0-1 0 0,2 2 1 0 0,22 18-72 0 0,36 40 1 0 0,-54-56 57 0 0,0 0 1 0 0,0 0-1 0 0,0-1 1 0 0,0 0-1 0 0,0 0 1 0 0,1-1-1 0 0,0 0 1 0 0,11 3-1 0 0,1 1-17 0 0,46 16-38 0 0,-62-22 67 0 0,-1 0-1 0 0,1 0 1 0 0,0-1-1 0 0,0 1 0 0 0,0-1 1 0 0,0 1-1 0 0,0-1 1 0 0,-1-1-1 0 0,6 1 1 0 0,4-1-13 0 0,-11 1 13 0 0,49-2-64 0 0,-47 1 61 0 0,1 1 0 0 0,-1-1 0 0 0,1 0 0 0 0,-1 0 0 0 0,1-1 0 0 0,-1 1 0 0 0,1-1 0 0 0,7-4 0 0 0,-9 4 3 0 0,3 1 2 0 0,0-1 0 0 0,0 0 0 0 0,0 0 1 0 0,0-1-1 0 0,0 0 0 0 0,0 0 0 0 0,6-5 1 0 0,-7 4-3 0 0,16-10-23 0 0,27-24-1 0 0,26-49-45 0 0,-67 76 69 0 0,0 0 1 0 0,0 0-1 0 0,7-18 0 0 0,-4 7-7 0 0,0-2 0 0 0,8-29 1 0 0,-16 46 12 0 0,7-31 10 0 0,-3-1-11 0 0,-3 21-3 0 0,-2 9 4 0 0,0 0 1 0 0,0 0-1 0 0,-1 0 1 0 0,0 0-1 0 0,-3-15 1 0 0,3 20-1 0 0,-7-29 3 0 0,4 17 17 0 0,0-1 0 0 0,-1 0 0 0 0,-1 1 1 0 0,-1 0-1 0 0,-11-25 0 0 0,16 38-13 0 0,-2-10-2 0 0,2 10-7 0 0,-7-9 14 0 0,-37-73 111 0 0,18 37-71 0 0,24 45-43 0 0,1 0 0 0 0,-1 0 0 0 0,0 0 0 0 0,0 0 0 0 0,0 0 0 0 0,0 1 0 0 0,-1-1 0 0 0,1 1 0 0 0,0 0 0 0 0,-7-3 1 0 0,-29-16 142 0 0,33 17-110 0 0,-1-1-1 0 0,0 2 1 0 0,0-1 0 0 0,-13-4-1 0 0,-53-14 148 0 0,71 22-188 0 0,0 0-1 0 0,1-1 0 0 0,-1 1 1 0 0,0 0-1 0 0,1 0 0 0 0,-1 0 1 0 0,0 1-1 0 0,0-1 0 0 0,1 0 1 0 0,-1 1-1 0 0,0-1 0 0 0,1 1 1 0 0,-3 0-1 0 0,3 0 1 0 0,-1 0 1 0 0,0-1-1 0 0,0 1 1 0 0,0-1 0 0 0,0 0-1 0 0,0 1 1 0 0,1-1-1 0 0,-1 0 1 0 0,-4 0-1 0 0,2-1 0 0 0,-10-1 21 0 0,-1 1 1 0 0,-17 0-1 0 0,29 1-60 0 0,0 0-1 0 0,0 0 1 0 0,0 0 0 0 0,0 0-1 0 0,0 0 1 0 0,0 1-1 0 0,-1 0 1 0 0,1 0-1 0 0,0-1 1 0 0,1 2-1 0 0,-1-1 1 0 0,-4 2 0 0 0,5-2-128 0 0,0 2-253 0 0,0 0 0 0 0,-1 0 0 0 0,1 0 0 0 0,-1-1 0 0 0,0 1 0 0 0,0-1 0 0 0,-4 3 0 0 0,-5 1-4005 0 0,1-3-2031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3.5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 64 9869 0 0,'-7'-2'20979'0'0,"141"-22"-20399"0"0,-33 4-433 0 0,-67 13-107 0 0,-18 4-8 0 0,0 0-1 0 0,0 1 1 0 0,22-1 0 0 0,-36 4-46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4.2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60 5965 0 0,'0'0'12862'0'0,"0"-9"-11317"0"0,2 4 2033 0 0,9-8-2201 0 0,-9 12-987 0 0,-1-1-38 0 0,16-20 901 0 0,-16 21-862 0 0,3-4-231 0 0,-2 4 69 0 0,-4 5 1177 0 0,-101 119-70 0 0,101-120-1286 0 0,0-1-1 0 0,0 1 1 0 0,0 0 0 0 0,0-1-1 0 0,0 1 1 0 0,1 0 0 0 0,-1 0-1 0 0,1 0 1 0 0,0 0-1 0 0,0 0 1 0 0,0 1 0 0 0,0-1-1 0 0,0 6 1 0 0,1-7-29 0 0,1 0 0 0 0,0 0 0 0 0,0-1 0 0 0,0 1 1 0 0,0 0-1 0 0,0 0 0 0 0,0-1 0 0 0,0 1 0 0 0,1-1 0 0 0,-1 1 0 0 0,0-1 0 0 0,1 0 1 0 0,-1 1-1 0 0,1-1 0 0 0,0 0 0 0 0,-1 0 0 0 0,1 0 0 0 0,0 0 0 0 0,3 1 0 0 0,5 4 68 0 0,-5-3-59 0 0,0 1 1 0 0,0-1-1 0 0,1 1 1 0 0,0-2-1 0 0,7 4 0 0 0,-8-4-43 0 0,0 0-1 0 0,0 0 0 0 0,0 1 0 0 0,0 0 0 0 0,-1 0 0 0 0,5 3 1 0 0,15 4-1214 0 0,-14-8-5068 0 0,0 0-189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7.0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339 49 5388 0 0,'-12'-8'10728'0'0,"0"4"-4116"0"0,-10 1-1991 0 0,17 4-4494 0 0,-1 1 1 0 0,1-1-1 0 0,0 1 1 0 0,0 0-1 0 0,-1 0 1 0 0,1 0-1 0 0,-6 4 1 0 0,1 1 6 0 0,0 0 1 0 0,0 0 0 0 0,1 1 0 0 0,0 0-1 0 0,1 1 1 0 0,0 0 0 0 0,0 0-1 0 0,0 0 1 0 0,1 1 0 0 0,1 0 0 0 0,0 1-1 0 0,-7 15 1 0 0,-7 17 33 0 0,-1 2-45 0 0,3 5-30 0 0,11-31-68 0 0,0 0 0 0 0,1 1 0 0 0,-3 20-1 0 0,-17 81 8 0 0,16-78-31 0 0,8-38-7 0 0,1 1 1 0 0,-1 0-1 0 0,1 0 1 0 0,0 0 0 0 0,0 0-1 0 0,0 0 1 0 0,1 0-1 0 0,1 11 1 0 0,3 9-36 0 0,10 37-48 0 0,-8-45 70 0 0,-4-12 6 0 0,-1 1 0 0 0,2-1 0 0 0,-1 0 0 0 0,1 1 0 0 0,0-1 0 0 0,0 0 0 0 0,0-1 0 0 0,1 1 0 0 0,0 0-1 0 0,0-1 1 0 0,1 0 0 0 0,5 5 0 0 0,52 43-118 0 0,-60-50 126 0 0,0-1-1 0 0,1 0 0 0 0,-1 0 1 0 0,1 0-1 0 0,-1-1 0 0 0,1 1 1 0 0,0 0-1 0 0,3 1 0 0 0,9 6-47 0 0,-9-4 26 0 0,1-1 0 0 0,-1 0 1 0 0,1 0-1 0 0,0-1 0 0 0,0 0 0 0 0,0 0 0 0 0,0 0 0 0 0,14 2 0 0 0,50 7-50 0 0,-66-10 74 0 0,0 0-1 0 0,1-1 1 0 0,-1 0 0 0 0,0 0-1 0 0,0-1 1 0 0,1 0-1 0 0,9 0 1 0 0,4 0-14 0 0,-17 0 15 0 0,18 0-18 0 0,35-2-1 0 0,-50 2 20 0 0,10-1 2 0 0,-7 0 4 0 0,16-7-2 0 0,9 0-16 0 0,-23 6 13 0 0,0-1-1 0 0,-1 0 1 0 0,1 0-1 0 0,-1-1 1 0 0,0 0-1 0 0,0 0 1 0 0,0-1-1 0 0,-1-1 1 0 0,1 1-1 0 0,9-10 1 0 0,-4 1 8 0 0,-1-1-1 0 0,0 0 1 0 0,19-31-1 0 0,5-10 7 0 0,-32 48-8 0 0,0-1-1 0 0,-1 0 0 0 0,0 0 0 0 0,0 0 0 0 0,-1 0 0 0 0,0-1 0 0 0,0 1 1 0 0,-1-1-1 0 0,-1 0 0 0 0,1-17 0 0 0,0 1 64 0 0,-2 0 0 0 0,0 1 0 0 0,-2-1 0 0 0,-1 0 0 0 0,-2 1 0 0 0,-13-47 0 0 0,10 48 37 0 0,-1 1-1 0 0,-1 0 0 0 0,-16-27 1 0 0,-7-16 58 0 0,30 58-150 0 0,0 1 1 0 0,-1 0 0 0 0,0 0-1 0 0,-8-11 1 0 0,6 10 9 0 0,-3-3 29 0 0,-1 0 0 0 0,0 0 0 0 0,0 1-1 0 0,-1 0 1 0 0,0 1 0 0 0,-1 0 0 0 0,0 1 0 0 0,0 0-1 0 0,-24-11 1 0 0,14 10 48 0 0,-1 1-1 0 0,0 1 1 0 0,0 1-1 0 0,-37-4 1 0 0,34 6-27 0 0,15 2-78 0 0,0 1 0 0 0,-19-7 0 0 0,28 7-45 0 0,-26 33-1441 0 0,15-14-5622 0 0,8-10 716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7.5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46 6809 0 0,'0'0'19080'0'0,"5"-2"-18297"0"0,23-7-81 0 0,1 2-1 0 0,0 1 0 0 0,45-3 0 0 0,-45 6-569 0 0,23-3 104 0 0,0 3 1 0 0,69 3 0 0 0,-110 1 219 0 0,-2 0-1719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7.86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16 8129 0 0,'0'0'5059'0'0,"-3"-15"11106"0"0,18 22-15889 0 0,-2-2-62 0 0,-1 1 0 0 0,0 1-1 0 0,0-1 1 0 0,20 17 0 0 0,-30-21-201 0 0,1 0 1 0 0,-1 1-1 0 0,1-1 0 0 0,-1 1 0 0 0,0-1 1 0 0,0 1-1 0 0,0 0 0 0 0,-1 0 0 0 0,1 0 1 0 0,-1 0-1 0 0,1 0 0 0 0,-1 0 0 0 0,0 0 1 0 0,0 0-1 0 0,-1 1 0 0 0,1-1 0 0 0,0 0 1 0 0,-1 1-1 0 0,0-1 0 0 0,0 0 1 0 0,0 1-1 0 0,0-1 0 0 0,-1 0 0 0 0,1 1 1 0 0,-3 5-1 0 0,1-1-191 0 0,-2-1 1 0 0,1 1-1 0 0,-1 0 0 0 0,0-1 1 0 0,-1 0-1 0 0,1 0 0 0 0,-2 0 1 0 0,-6 7-1 0 0,-27 24-5913 0 0,19-20-308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6549 0 0,'0'0'12871'0'0,"7"-4"-11878"0"0,-6 3-506 0 0,15-15-694 0 0,-2 9 5158 0 0,-15 16-4595 0 0,-8 199 1377 0 0,21 240 0 0 0,-2-2-1007 0 0,-4-201-520 0 0,9 203 2 0 0,8-108-113 0 0,-29-98-57 0 0,1 2-6 0 0,19 142-12 0 0,-13-277-19 0 0,-7 53 2 0 0,1-63 1 0 0,12 155 0 0 0,8 21 4 0 0,-2-25-14 0 0,9 147-15 0 0,-14-130-48 0 0,-1 36-35 0 0,-5-86-13 0 0,-20 151 36 0 0,11-247 69 0 0,3-78-3 0 0,3 84 0 0 0,7 27-58 0 0,-17 179-1 0 0,7-245 50 0 0,4-36 14 0 0,9 74 0 0 0,1 20-11 0 0,7 193-29 0 0,-10-204-38 0 0,2 95-138 0 0,-1-133 154 0 0,5 74 34 0 0,-7-126 18 0 0,0 72 0 0 0,-6-63 14 0 0,4 107-19 0 0,1 41-8 0 0,-7-176 33 0 0,2 0 0 0 0,4 36-1 0 0,1 20 0 0 0,1 190-84 0 0,-2-108 53 0 0,-1-87 36 0 0,-1-74-2 0 0,3 35-7 0 0,16 109 449 0 0,-24-129-745 0 0,3-17-24 0 0,-1-1 0 0 0,1 1 0 0 0,-1-1 0 0 0,1 1 0 0 0,-1-1 0 0 0,0 1 1 0 0,1-1-1 0 0,-1 1 0 0 0,0-1 0 0 0,1 1 0 0 0,-1-1 0 0 0,0 0 0 0 0,0 1 0 0 0,1-1 0 0 0,-1 0 1 0 0,0 0-1 0 0,0 0 0 0 0,1 0 0 0 0,-1 0 0 0 0,0 1 0 0 0,0-1 0 0 0,0-1 0 0 0,0 1 0 0 0,1 0 0 0 0,-2 0 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2596 0 0,'0'0'28405'0'0,"1"5"-28262"0"0,0-2-138 0 0,2 9 160 0 0,-1 0-1 0 0,0 0 1 0 0,1 20-1 0 0,-3-21-129 0 0,1 0 1 0 0,0-1 0 0 0,1 1-1 0 0,0-1 1 0 0,0 1-1 0 0,1-1 1 0 0,6 13 0 0 0,-6-1-5 0 0,-2-5-18 0 0,6 61 24 0 0,-3 89 0 0 0,-3 129-48 0 0,-13-83-18 0 0,1 145-30 0 0,12-195 6 0 0,-2-76 38 0 0,-3 35 11 0 0,3 77-4 0 0,21 183 4 0 0,3-46-23 0 0,-15-164 20 0 0,1 6-2 0 0,-5-122 8 0 0,7 62 4 0 0,-7-86-4 0 0,0 63-1 0 0,3 72-25 0 0,0 0-1 0 0,1 10 12 0 0,1-1-4 0 0,-7 186 19 0 0,-6-211 0 0 0,0 2-3 0 0,3 59-4 0 0,0-68 2 0 0,-1 13 2 0 0,3 153-10 0 0,4-128 3 0 0,6 95-9 0 0,0-64-2 0 0,-6-87 11 0 0,4 146-59 0 0,-6-195 49 0 0,5 223-72 0 0,-8-240 69 0 0,5 187-114 0 0,11 67 53 0 0,-3 12 40 0 0,-5-162-193 0 0,-2-55 96 0 0,13 147-114 0 0,-17-186 244 0 0,2 6 1 0 0,3 37-15 0 0,1-44 32 0 0,-2-14-14 0 0,8 64 14 0 0,-10-66-104 0 0,11 25-70 0 0,-10-58 137 0 0,-1 1 0 0 0,-1-1 0 0 0,1 28 0 0 0,6 103-9 0 0,-1-21 38 0 0,1-23 57 0 0,-1-25-4 0 0,-2 10 76 0 0,1-64 22 0 0,-4-15 21 0 0,-4-11-62 0 0,2 3-119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12 176 6741 0 0,'-11'-7'19749'0'0,"25"6"-14803"0"0,7 0-5085 0 0,-19 1 273 0 0,17 1-38 0 0,12 1-88 0 0,1-2 0 0 0,59-6 1 0 0,-58 3-15 0 0,-9 0-3 0 0,29-5 0 0 0,-26 3 5 0 0,-11 2 0 0 0,3-1 3 0 0,1 0-1 0 0,1 2 1 0 0,22 0-1 0 0,316-2 2 0 0,-35 0 4 0 0,-42 4-10 0 0,95 2-70 0 0,-132 0 25 0 0,0 0 26 0 0,179 13-11 0 0,217-18 45 0 0,-579 2-8 0 0,165-6-2 0 0,260-2-5 0 0,-235 12 5 0 0,38-7-5 0 0,-88-1 4 0 0,505-19 3 0 0,-677 22-1 0 0,162-10-1 0 0,99-3-1 0 0,121 0-1 0 0,-315 10 2 0 0,24-2 1 0 0,75-2 0 0 0,199 0-2 0 0,-244 3 2 0 0,-42 1 4 0 0,363 1-9 0 0,-8 1 12 0 0,-172 8-20 0 0,-93 0 12 0 0,-106-5 3 0 0,430 9 2 0 0,-168-7-9 0 0,-150-4 9 0 0,-133 3 0 0 0,114 1-1 0 0,23-1-6 0 0,-2 0 3 0 0,-187 0 1 0 0,123 3 5 0 0,31 0-4 0 0,-40 2 2 0 0,348 1 8 0 0,-232-10-13 0 0,-139 0 9 0 0,559-11 95 0 0,-415 16-30 0 0,22 0 8 0 0,-22 1 35 0 0,-12 2-907 0 0,-221-7-1530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7333 0 0,'0'0'21720'0'0,"-1"-1"-21670"0"0,1 1-1 0 0,0 0 1 0 0,0-1 0 0 0,0 1-1 0 0,0 0 1 0 0,0-1-1 0 0,-1 1 1 0 0,1 0-1 0 0,0-1 1 0 0,0 1 0 0 0,0 0-1 0 0,0-1 1 0 0,0 1-1 0 0,0-1 1 0 0,0 1-1 0 0,0 0 1 0 0,0-1-1 0 0,0 1 1 0 0,1 0 0 0 0,-1-1-1 0 0,0 1 1 0 0,0-1-1 0 0,0 1 1 0 0,0 0-1 0 0,0-1 1 0 0,1 1 0 0 0,-1 0-1 0 0,0 0 1 0 0,0-1-1 0 0,1 1 1 0 0,-1 0-1 0 0,0-1 1 0 0,0 1 0 0 0,1 0-1 0 0,-1 0 1 0 0,0 0-1 0 0,1-1 1 0 0,-1 1-1 0 0,0 0 1 0 0,1 0 0 0 0,17 3-12 0 0,-13-3 26 0 0,23 3 38 0 0,129-5-136 0 0,-44 0 12 0 0,148 16-8 0 0,-224-12 30 0 0,368 16-22 0 0,-93-20 0 0 0,-183 3 16 0 0,-30 2-12 0 0,26-1-10 0 0,89-2-15 0 0,49-2 10 0 0,-20-1 15 0 0,233-23 0 0 0,28-1 24 0 0,27-5-24 0 0,376-27 1 0 0,-691 46 16 0 0,50-5 4 0 0,122 3-6 0 0,-3 22 1 0 0,-384-7 2 0 0,422 4 6 0 0,8-1 2 0 0,-324 1-9 0 0,200 3 4 0 0,-151-9 0 0 0,410-13 17 0 0,-109-6-23 0 0,-236 13 1 0 0,397-11-16 0 0,-256 20 51 0 0,67-1 12 0 0,399-7 31 0 0,-172 8-42 0 0,-350 2-13 0 0,-109 1-11 0 0,198 14 37 0 0,-139-4-21 0 0,-158-9-12 0 0,194 3 129 0 0,-181-14 151 0 0,-108 6-175 0 0,8 2-677 0 0,-16 0-2075 0 0,-17 2-1768 0 0,17-3-2063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33 10093 0 0,'1'-2'5879'0'0,"-2"-5"-4448"0"0,1 4 1643 0 0,-6-17 7152 0 0,7 29-9906 0 0,25 229 551 0 0,-7 330 0 0 0,-19-541-870 0 0,-10 141-3 0 0,10-165-21 0 0,-8-86-1106 0 0,9 45-606 0 0,-3 13-3084 0 0,1 8-1681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63 328 8977 0 0,'-2'-3'5909'0'0,"-8"-7"-3658"0"0,8 6 1187 0 0,-2-2-2238 0 0,0 0-131 0 0,0 0 0 0 0,0 0 1 0 0,-1 0-1 0 0,0 0 0 0 0,-8-7 0 0 0,12 13-684 0 0,-8-26 901 0 0,10 13-798 0 0,-1 10-320 0 0,0 0 0 0 0,1 0 0 0 0,-1 0 0 0 0,1 0 1 0 0,-1 0-1 0 0,1 0 0 0 0,0 0 0 0 0,0 1 1 0 0,2-5 246 0 0,7-14-318 0 0,-7 14-90 0 0,0 0-1 0 0,1 0 1 0 0,0 0-1 0 0,0 0 1 0 0,0 1-1 0 0,1 0 1 0 0,7-8-1 0 0,4-1-5 0 0,1 1-1 0 0,0 0 1 0 0,22-12-1 0 0,-29 20-3 0 0,0 0 0 0 0,1 1-1 0 0,-1 1 1 0 0,1-1-1 0 0,0 2 1 0 0,1 0 0 0 0,18-4-1 0 0,-27 7 4 0 0,0 0-1 0 0,0 0 0 0 0,-1 1 1 0 0,1-1-1 0 0,0 0 0 0 0,0 1 1 0 0,0 0-1 0 0,-1 0 0 0 0,1-1 1 0 0,0 2-1 0 0,-1-1 1 0 0,1 0-1 0 0,-1 0 0 0 0,1 1 1 0 0,-1 0-1 0 0,1-1 0 0 0,-1 1 1 0 0,0 0-1 0 0,0 0 0 0 0,0 0 1 0 0,0 0-1 0 0,0 0 0 0 0,-1 1 1 0 0,1-1-1 0 0,-1 1 0 0 0,1-1 1 0 0,-1 1-1 0 0,0-1 1 0 0,0 1-1 0 0,1 4 0 0 0,2 5 0 0 0,-1 0 0 0 0,0 0 0 0 0,-1 0 0 0 0,0 1 0 0 0,0 20 0 0 0,-3 3 1 0 0,-1-1 1 0 0,-2 1-1 0 0,-2-1 1 0 0,0 0-1 0 0,-24 66 1 0 0,7-41-1 0 0,-2 0 0 0 0,-47 76 1 0 0,70-132-3 0 0,-10 18-15 0 0,-1-1 1 0 0,0 0-1 0 0,-2-1 0 0 0,-33 36 0 0 0,47-55-11 0 0,2-6-155 0 0,0 0 163 0 0,0 0 0 0 0,0 1 1 0 0,0-1-1 0 0,1 1 1 0 0,0-1-1 0 0,-1 1 0 0 0,2 0 1 0 0,-1-1-1 0 0,0 1 0 0 0,1 0 1 0 0,0 0-1 0 0,0 1 1 0 0,0-1-1 0 0,1 1 0 0 0,4-5 1 0 0,-2 3-14 0 0,1-1 1 0 0,-1 1 0 0 0,1 0-1 0 0,1 1 1 0 0,-1-1 0 0 0,1 1-1 0 0,-1 1 1 0 0,11-4 0 0 0,-16 7 18 0 0,0 0 10 0 0,0 1 7 0 0,-1-1-1 0 0,1 1 0 0 0,0-1 1 0 0,-1 1-1 0 0,1 0 0 0 0,-1-1 1 0 0,0 1-1 0 0,1 0 0 0 0,-1 0 1 0 0,0 0-1 0 0,1 0 0 0 0,-1 0 1 0 0,0 1-1 0 0,0-1 0 0 0,0 0 1 0 0,0 0-1 0 0,0 1 0 0 0,0-1 1 0 0,0 1-1 0 0,-1-1 0 0 0,1 1 1 0 0,0-1-1 0 0,-1 1 1 0 0,1-1-1 0 0,-1 1 0 0 0,1 2 1 0 0,6 21 30 0 0,-4-9-18 0 0,2 0 0 0 0,0-1 1 0 0,0 0-1 0 0,11 19 1 0 0,-14-30-21 0 0,1 0 1 0 0,-1 0-1 0 0,1-1 1 0 0,0 1 0 0 0,0-1-1 0 0,1 1 1 0 0,-1-1-1 0 0,1 0 1 0 0,-1 0-1 0 0,1-1 1 0 0,0 1-1 0 0,0-1 1 0 0,0 0 0 0 0,1 0-1 0 0,-1 0 1 0 0,0 0-1 0 0,1-1 1 0 0,-1 0-1 0 0,8 2 1 0 0,-1-2-24 0 0,1-1 0 0 0,-1 1 1 0 0,0-2-1 0 0,1 0 0 0 0,-1 0 0 0 0,0-1 1 0 0,0 0-1 0 0,0-1 0 0 0,0 0 0 0 0,0-1 1 0 0,0 0-1 0 0,-1-1 0 0 0,0 0 0 0 0,0 0 1 0 0,0-1-1 0 0,-1-1 0 0 0,0 0 0 0 0,0 0 1 0 0,-1 0-1 0 0,1-1 0 0 0,-2-1 1 0 0,1 1-1 0 0,-1-1 0 0 0,0 0 0 0 0,-1-1 1 0 0,0 0-1 0 0,-1 0 0 0 0,0 0 0 0 0,-1 0 1 0 0,5-15-1 0 0,-7 16 67 0 0,0 0 1 0 0,0 1 0 0 0,-1-1-1 0 0,0 0 1 0 0,-1 0 0 0 0,0 0-1 0 0,0 0 1 0 0,-1 0 0 0 0,-2-9-1 0 0,2 15-11 0 0,1 0-1 0 0,-1 0 0 0 0,0 0 1 0 0,0 0-1 0 0,0 0 0 0 0,-1 0 1 0 0,1 0-1 0 0,-1 1 0 0 0,1-1 1 0 0,-1 1-1 0 0,0-1 0 0 0,0 1 1 0 0,0 0-1 0 0,-1-1 0 0 0,1 1 1 0 0,0 0-1 0 0,-1 1 0 0 0,1-1 0 0 0,-1 0 1 0 0,0 1-1 0 0,1-1 0 0 0,-1 1 1 0 0,0 0-1 0 0,0 0 0 0 0,0 0 1 0 0,0 0-1 0 0,0 1 0 0 0,0-1 1 0 0,-5 0-1 0 0,5 1-13 0 0,-1 1-1 0 0,1-1 1 0 0,-1 0 0 0 0,1 1-1 0 0,-1-1 1 0 0,1 1-1 0 0,0 0 1 0 0,-1 0 0 0 0,1 1-1 0 0,0-1 1 0 0,0 1 0 0 0,0-1-1 0 0,0 1 1 0 0,0 0 0 0 0,0 0-1 0 0,1 0 1 0 0,-1 1 0 0 0,1-1-1 0 0,-1 1 1 0 0,1-1-1 0 0,0 1 1 0 0,0 0 0 0 0,0 0-1 0 0,0 0 1 0 0,1 0 0 0 0,-1 0-1 0 0,1 0 1 0 0,-2 4 0 0 0,-1 4-9 0 0,1-1 1 0 0,0 0 0 0 0,1 1-1 0 0,0-1 1 0 0,1 1 0 0 0,0 0 0 0 0,1 18-1 0 0,0-21-11 0 0,1 0 0 0 0,1 0 0 0 0,-1 0-1 0 0,1 0 1 0 0,1 0 0 0 0,-1-1-1 0 0,1 1 1 0 0,1-1 0 0 0,-1 1 0 0 0,1-1-1 0 0,1 0 1 0 0,-1 0 0 0 0,1-1 0 0 0,0 0-1 0 0,12 12 1 0 0,-13-14-1 0 0,1-1-1 0 0,0 1 1 0 0,0-1-1 0 0,0 0 1 0 0,0-1-1 0 0,0 1 1 0 0,1-1-1 0 0,-1 0 1 0 0,1 0-1 0 0,-1 0 1 0 0,1-1-1 0 0,0 0 1 0 0,0 0-1 0 0,0-1 1 0 0,-1 1-1 0 0,1-1 1 0 0,0 0-1 0 0,0-1 1 0 0,0 0-1 0 0,0 0 1 0 0,-1 0-1 0 0,1 0 1 0 0,5-3-1 0 0,-1 0-8 0 0,-1 0 1 0 0,0 0-1 0 0,0-1 0 0 0,0 0 0 0 0,0 0 1 0 0,-1-1-1 0 0,0-1 0 0 0,-1 1 0 0 0,1-1 1 0 0,7-10-1 0 0,-5 6-2 0 0,-1-2 1 0 0,-1 1-1 0 0,0-1 1 0 0,-1-1-1 0 0,0 0 1 0 0,5-17-1 0 0,-2-3 7 0 0,-1-1-1 0 0,-1 0 1 0 0,-2-1-1 0 0,-2 1 1 0 0,0-40 0 0 0,-6-121 115 0 0,-1 56 227 0 0,-11 252-3 0 0,-11 135-199 0 0,-6 36-41 0 0,11-132-69 0 0,-34 350 51 0 0,54-495-70 0 0,-2 16-9 0 0,2 0-1 0 0,0 0 1 0 0,7 40 0 0 0,-7-60 3 0 0,0-1 0 0 0,1 0 1 0 0,-1 0-1 0 0,0 1 0 0 0,1-1 0 0 0,-1 0 1 0 0,1 0-1 0 0,-1 0 0 0 0,1 1 0 0 0,0-1 1 0 0,0 0-1 0 0,-1 0 0 0 0,1 0 1 0 0,0 0-1 0 0,0 0 0 0 0,0 0 0 0 0,0-1 1 0 0,1 2-1 0 0,-1-2-50 0 0,14-18-74 0 0,-13 17 121 0 0,-1-1 0 0 0,1 0 0 0 0,0 0 0 0 0,-1 0-1 0 0,1 0 1 0 0,-1 0 0 0 0,1 0 0 0 0,-1 0 0 0 0,0 0-1 0 0,2-4 1 0 0,4-24-96 0 0,-1 0 0 0 0,-1 0-1 0 0,-1-1 1 0 0,-1-43-1 0 0,-2 38 19 0 0,-3-116-263 0 0,-1 93-7 0 0,7-69-1 0 0,-4 125 323 0 0,1 1 0 0 0,-1-1 0 0 0,1 0 0 0 0,0 1-1 0 0,0-1 1 0 0,0 0 0 0 0,0 1 0 0 0,0-1 0 0 0,1 1-1 0 0,-1 0 1 0 0,1 0 0 0 0,0-1 0 0 0,0 1 0 0 0,0 0-1 0 0,0 0 1 0 0,0 1 0 0 0,0-1 0 0 0,0 0-1 0 0,0 1 1 0 0,5-3 0 0 0,4-2-115 0 0,1 1 1 0 0,-1 1-1 0 0,18-5 0 0 0,-5 2 13 0 0,-13 2 104 0 0,0 1 1 0 0,-1-2-1 0 0,1 1 0 0 0,-1-1 0 0 0,-1-1 1 0 0,1 0-1 0 0,-1 0 0 0 0,-1-1 0 0 0,1 0 1 0 0,-1 0-1 0 0,13-18 0 0 0,-10 9 98 0 0,-1 1-1 0 0,0-2 1 0 0,-1 1-1 0 0,-1-1 1 0 0,-1 0 0 0 0,7-27-1 0 0,-12 40 16 0 0,-1-1 0 0 0,0 0 0 0 0,-1 0 0 0 0,1 0 0 0 0,-1 0 0 0 0,0 0 0 0 0,-1 0 0 0 0,-1-11 0 0 0,1 15-9 0 0,1-1 0 0 0,-1 0-1 0 0,0 0 1 0 0,0 1 0 0 0,0-1 0 0 0,0 0-1 0 0,-1 1 1 0 0,1-1 0 0 0,0 1 0 0 0,-1 0-1 0 0,0-1 1 0 0,0 1 0 0 0,0 0 0 0 0,0 0-1 0 0,0 0 1 0 0,0 0 0 0 0,0 1 0 0 0,-1-1-1 0 0,1 1 1 0 0,-3-2 0 0 0,3 2-49 0 0,0 1 1 0 0,1 0-1 0 0,-1-1 1 0 0,0 1-1 0 0,0 0 0 0 0,1 0 1 0 0,-1 0-1 0 0,0 1 1 0 0,1-1-1 0 0,-1 0 1 0 0,0 1-1 0 0,1-1 0 0 0,-1 1 1 0 0,0-1-1 0 0,1 1 1 0 0,-1 0-1 0 0,1 0 1 0 0,-1 0-1 0 0,1 0 0 0 0,0 0 1 0 0,-1 0-1 0 0,1 0 1 0 0,0 0-1 0 0,-1 0 1 0 0,1 0-1 0 0,0 1 0 0 0,0-1 1 0 0,-1 3-1 0 0,-2 2 5 0 0,0 0 1 0 0,0 0-1 0 0,1 0 0 0 0,-1 1 0 0 0,-1 7 0 0 0,1-3-7 0 0,1 1 1 0 0,0 0-1 0 0,1 0 0 0 0,0 1 0 0 0,1-1 0 0 0,1 0 0 0 0,0 0 0 0 0,0 1 1 0 0,1-1-1 0 0,5 22 0 0 0,-4-26-24 0 0,0 0 0 0 0,1 0 0 0 0,0 0 0 0 0,0-1 0 0 0,0 0 0 0 0,1 0 0 0 0,0 0 0 0 0,1 0 0 0 0,0 0 1 0 0,0-1-1 0 0,0 0 0 0 0,1 0 0 0 0,-1 0 0 0 0,2-1 0 0 0,-1 0 0 0 0,14 9 0 0 0,-15-11-33 0 0,1 0 0 0 0,-1 0 0 0 0,1 0 0 0 0,0-1 0 0 0,0 0 0 0 0,0 0 0 0 0,0-1 0 0 0,0 0 1 0 0,0 0-1 0 0,1 0 0 0 0,-1-1 0 0 0,0 0 0 0 0,0 0 0 0 0,0 0 0 0 0,8-2 0 0 0,-7 0-361 0 0,-1 0 0 0 0,1 0 0 0 0,-1-1 0 0 0,1 0 0 0 0,-1 0-1 0 0,0-1 1 0 0,0 1 0 0 0,9-9 0 0 0,1-2-4039 0 0,-4 1-1995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 66 9085 0 0,'-2'-2'5882'0'0,"-7"-13"-224"0"0,0-1-1551 0 0,6 12 894 0 0,24 43-4742 0 0,29 58 254 0 0,-43-81-399 0 0,0 0-1 0 0,-2 1 1 0 0,0 0-1 0 0,4 22 1 0 0,-9-36-94 0 0,1 1 1 0 0,-1-1-1 0 0,0 1 1 0 0,0-1-1 0 0,-1 1 1 0 0,1-1-1 0 0,-1 0 1 0 0,1 1-1 0 0,-1-1 1 0 0,-2 4-1 0 0,3-6-11 0 0,-1 0 0 0 0,1 1 1 0 0,-1-1-1 0 0,1 0 0 0 0,-1 0 0 0 0,0 0 0 0 0,0 0 1 0 0,0 0-1 0 0,0 0 0 0 0,0 0 0 0 0,0 0 0 0 0,0 0 1 0 0,0 0-1 0 0,0-1 0 0 0,0 1 0 0 0,0 0 0 0 0,0-1 0 0 0,-1 1 1 0 0,1-1-1 0 0,0 1 0 0 0,0-1 0 0 0,-1 0 0 0 0,1 1 1 0 0,0-1-1 0 0,-1 0 0 0 0,-1 0 0 0 0,1 0 25 0 0,-12-14 28 0 0,11 9-56 0 0,0 0-1 0 0,1-1 1 0 0,-1 1-1 0 0,1-1 1 0 0,0 0-1 0 0,0 0 0 0 0,1 0 1 0 0,0 0-1 0 0,0 0 1 0 0,0 0-1 0 0,1 0 1 0 0,0-9-1 0 0,1 0-58 0 0,0 0 0 0 0,1 0-1 0 0,7-27 1 0 0,-3 22-270 0 0,0 1-1 0 0,1 0 0 0 0,13-22 0 0 0,5 5-6697 0 0,-14 25 643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21 186 7377 0 0,'3'-2'4353'0'0,"11"-4"-1516"0"0,-1-1 0 0 0,16-12 0 0 0,-18 11-2047 0 0,-1 0 1 0 0,1-1-1 0 0,-2 0 0 0 0,1-1 0 0 0,13-18 0 0 0,-20 24-498 0 0,-1 0-1 0 0,0 0 0 0 0,0 0 0 0 0,-1 0 1 0 0,1 0-1 0 0,-1-1 0 0 0,1 1 0 0 0,-2 0 1 0 0,1-1-1 0 0,0 1 0 0 0,-1-6 0 0 0,0 9-237 0 0,0 0-1 0 0,0 0 1 0 0,0 0-1 0 0,0 0 1 0 0,0 0-1 0 0,0 0 1 0 0,-1 0-1 0 0,1 0 1 0 0,0 0-1 0 0,-1 0 1 0 0,1 1-1 0 0,-1-1 1 0 0,1 0-1 0 0,-1 0 1 0 0,1 0-1 0 0,-1 0 1 0 0,0 1-1 0 0,1-1 1 0 0,-1 0-1 0 0,0 1 1 0 0,0-1-1 0 0,0 0 1 0 0,1 1-1 0 0,-1-1 1 0 0,0 1-1 0 0,0-1 1 0 0,0 1-1 0 0,0 0 1 0 0,0-1-1 0 0,0 1 1 0 0,0 0-1 0 0,0 0 1 0 0,0 0-1 0 0,0-1 1 0 0,0 1-1 0 0,0 0 1 0 0,0 0-1 0 0,0 1 1 0 0,0-1-1 0 0,-1 0 1 0 0,-3 1 76 0 0,-1-1 0 0 0,1 1 0 0 0,0 0 0 0 0,-9 4 1 0 0,7-2-64 0 0,0 0 1 0 0,0 1-1 0 0,0 0 1 0 0,0 0-1 0 0,1 1 0 0 0,0 0 1 0 0,0 0-1 0 0,0 0 1 0 0,1 1-1 0 0,0 0 1 0 0,0 0-1 0 0,0 0 1 0 0,-5 11-1 0 0,7-13-77 0 0,1 1-1 0 0,-1-1 0 0 0,1 0 0 0 0,1 1 0 0 0,-1-1 0 0 0,1 1 0 0 0,-1 0 0 0 0,1 0 1 0 0,1-1-1 0 0,-1 1 0 0 0,1 0 0 0 0,0 0 0 0 0,0 0 0 0 0,0 0 0 0 0,0 0 0 0 0,1-1 1 0 0,0 1-1 0 0,0 0 0 0 0,1 0 0 0 0,-1-1 0 0 0,1 1 0 0 0,3 5 0 0 0,-2-5-51 0 0,1-1-1 0 0,0 1 1 0 0,0-1-1 0 0,0 1 1 0 0,1-1-1 0 0,0-1 1 0 0,0 1-1 0 0,0-1 1 0 0,0 1-1 0 0,8 3 1 0 0,1-1-317 0 0,1 0 1 0 0,28 8 0 0 0,0-9-1728 0 0,-14-6-2863 0 0,-6 0-1400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75 6473 0 0,'-1'0'4059'0'0,"-7"-3"1861"0"0,4-2-4813 0 0,-3-9 6971 0 0,6 9-8301 0 0,1 3 1293 0 0,0-25 2101 0 0,1 24-2972 0 0,0-9 853 0 0,0 8-345 0 0,-1 6 21 0 0,1 169-432 0 0,-4-72-230 0 0,4-54-26 0 0,-1-44-28 0 0,0-7-9 0 0,4-32 0 0 0,9-72-25 0 0,-10 94 12 0 0,1 1 0 0 0,0 0 0 0 0,1 0 0 0 0,1 0 0 0 0,9-17 0 0 0,-15 31 10 0 0,2-3-4 0 0,0 0 0 0 0,1 0 0 0 0,-1 0 0 0 0,1 0 0 0 0,0 1 0 0 0,0-1 0 0 0,0 1 0 0 0,1 0 1 0 0,5-5-1 0 0,-8 7 5 0 0,0 0-1 0 0,0 0 1 0 0,-1 1 0 0 0,1-1 0 0 0,0 0 0 0 0,0 1 0 0 0,0-1 0 0 0,0 0 0 0 0,1 1-1 0 0,-1-1 1 0 0,0 1 0 0 0,0 0 0 0 0,0-1 0 0 0,0 1 0 0 0,0 0 0 0 0,1 0 0 0 0,-1 0 0 0 0,0 0-1 0 0,0 0 1 0 0,0 0 0 0 0,1 0 0 0 0,-1 0 0 0 0,0 0 0 0 0,0 1 0 0 0,0-1 0 0 0,0 0-1 0 0,0 1 1 0 0,1-1 0 0 0,-1 1 0 0 0,0-1 0 0 0,0 1 0 0 0,0-1 0 0 0,0 1 0 0 0,0 0 0 0 0,0 0-1 0 0,-1-1 1 0 0,1 1 0 0 0,1 2 0 0 0,1 1 3 0 0,-1 0-1 0 0,0 0 1 0 0,0 0 0 0 0,0 1-1 0 0,0-1 1 0 0,1 10 0 0 0,-1-8 2 0 0,2 20-88 0 0,0 0-1 0 0,-2 0 1 0 0,0 0 0 0 0,-2 1 0 0 0,-4 36 0 0 0,4-61-200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 20 4156 0 0,'0'-1'8967'0'0,"-3"-12"3094"0"0,-9 9-10587 0 0,9 3-285 0 0,0 3-248 0 0,-4 5-709 0 0,0-1 0 0 0,1 2 0 0 0,0-1 0 0 0,0 1 0 0 0,0-1 1 0 0,1 2-1 0 0,0-1 0 0 0,1 0 0 0 0,0 1 0 0 0,0 0 0 0 0,1 0 0 0 0,0 0 0 0 0,-2 12 0 0 0,2-4-176 0 0,0 0 0 0 0,1 0 0 0 0,0 0 1 0 0,2 0-1 0 0,0 1 0 0 0,5 31 0 0 0,-5-46-78 0 0,1-1-1 0 0,0 1 1 0 0,0-1 0 0 0,0 1 0 0 0,0-1 0 0 0,0 0 0 0 0,0 1 0 0 0,3 2-1 0 0,-3-4-17 0 0,0 0-1 0 0,-1 0 0 0 0,1-1 1 0 0,0 1-1 0 0,-1 0 0 0 0,1 0 1 0 0,0-1-1 0 0,0 1 1 0 0,-1-1-1 0 0,1 1 0 0 0,0-1 1 0 0,0 1-1 0 0,0-1 0 0 0,0 0 1 0 0,0 1-1 0 0,0-1 0 0 0,0 0 1 0 0,0 0-1 0 0,0 1 0 0 0,0-1 1 0 0,0 0-1 0 0,0 0 0 0 0,0 0 1 0 0,0 0-1 0 0,0 0 0 0 0,0-1 1 0 0,0 1-1 0 0,0 0 0 0 0,1-1 1 0 0,21-10-1751 0 0,-6 1-3283 0 0,-3 0-1382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0 272 12317 0 0,'0'-1'3329'0'0,"1"-11"9533"0"0,0 11-12792 0 0,-1 0 1 0 0,1 0 0 0 0,-1 0-1 0 0,1 0 1 0 0,-1 0-1 0 0,1 0 1 0 0,0 0-1 0 0,-1 0 1 0 0,1 0-1 0 0,0 0 1 0 0,0 0 0 0 0,0 0-1 0 0,0 0 1 0 0,0 0-1 0 0,0 1 1 0 0,0-1-1 0 0,0 0 1 0 0,0 1-1 0 0,2-1 1 0 0,30-13 478 0 0,-15 7-385 0 0,-5 2-84 0 0,1-2 1 0 0,-1 0-1 0 0,0 0 0 0 0,-1-1 0 0 0,0-1 1 0 0,19-17-1 0 0,-27 23-57 0 0,-1-1 1 0 0,1 1 0 0 0,-1-1-1 0 0,0 0 1 0 0,0 0-1 0 0,-1 0 1 0 0,1 0 0 0 0,-1-1-1 0 0,0 1 1 0 0,0-1-1 0 0,0 1 1 0 0,-1-1 0 0 0,1 0-1 0 0,-1 1 1 0 0,-1-1-1 0 0,1 0 1 0 0,0 0 0 0 0,-1 0-1 0 0,0 0 1 0 0,0 0-1 0 0,-1 0 1 0 0,1 0 0 0 0,-4-9-1 0 0,4 12-6 0 0,0 0 1 0 0,-1 1-1 0 0,0-1 0 0 0,1 0 0 0 0,-1 0 0 0 0,0 1 1 0 0,0-1-1 0 0,0 1 0 0 0,0-1 0 0 0,0 1 0 0 0,0-1 1 0 0,0 1-1 0 0,-1-1 0 0 0,1 1 0 0 0,0 0 0 0 0,-1 0 1 0 0,1 0-1 0 0,-1 0 0 0 0,0 0 0 0 0,1 0 0 0 0,-1 0 1 0 0,0 0-1 0 0,1 1 0 0 0,-1-1 0 0 0,0 1 0 0 0,0-1 1 0 0,1 1-1 0 0,-1 0 0 0 0,0-1 0 0 0,0 1 0 0 0,0 0 0 0 0,0 0 1 0 0,0 1-1 0 0,1-1 0 0 0,-1 0 0 0 0,0 0 0 0 0,0 1 1 0 0,0-1-1 0 0,1 1 0 0 0,-3 1 0 0 0,-1 0 2 0 0,0 0 0 0 0,1 0 0 0 0,-1 0 0 0 0,1 1 0 0 0,0 0 0 0 0,0 0 0 0 0,0 0 0 0 0,0 1 0 0 0,1-1 0 0 0,-1 1 0 0 0,1 0-1 0 0,0 0 1 0 0,-6 8 0 0 0,5-1-15 0 0,-1 1 0 0 0,1-1 0 0 0,1 1-1 0 0,0-1 1 0 0,1 1 0 0 0,0 0 0 0 0,1 0-1 0 0,0 0 1 0 0,1 0 0 0 0,1 18 0 0 0,1-16-7 0 0,0 1 1 0 0,1-1-1 0 0,1 1 1 0 0,0-1-1 0 0,0 0 1 0 0,2-1-1 0 0,-1 1 1 0 0,10 13-1 0 0,-13-24-26 0 0,0 0 1 0 0,1 0-1 0 0,-1 0 1 0 0,1-1-1 0 0,0 1 1 0 0,0-1-1 0 0,0 0 1 0 0,0 0-1 0 0,0 0 1 0 0,0 0-1 0 0,0-1 1 0 0,1 1-1 0 0,-1-1 0 0 0,1 0 1 0 0,-1 0-1 0 0,1 0 1 0 0,0 0-1 0 0,-1 0 1 0 0,1-1-1 0 0,0 0 1 0 0,-1 0-1 0 0,1 0 1 0 0,6-1-1 0 0,9-1-1268 0 0,0-1 1 0 0,-1-1-1 0 0,24-7 0 0 0,-36 9 541 0 0,54-15-5747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5 11737 0 0,'-3'-5'17414'0'0,"6"80"-16050"0"0,12 127 117 0 0,-3 30-923 0 0,-11-190-508 0 0,3 89-162 0 0,-2-123 158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55 389 5184 0 0,'-8'-19'9589'0'0,"-4"1"-4365"0"0,9 14-4707 0 0,0 0 1 0 0,1 0 0 0 0,-1-1 0 0 0,1 1-1 0 0,0-1 1 0 0,0 0 0 0 0,0 1 0 0 0,0-1-1 0 0,1 0 1 0 0,0 0 0 0 0,-1-10 0 0 0,-2-27 1126 0 0,2 27-997 0 0,0 1-1 0 0,1-16 0 0 0,1 24-499 0 0,0-8 154 0 0,1 0 0 0 0,0-1 1 0 0,1 1-1 0 0,7-27 0 0 0,-7 36-292 0 0,-1 1 0 0 0,1-1-1 0 0,1 1 1 0 0,-1 0 0 0 0,1 0 0 0 0,0 0 0 0 0,0 0-1 0 0,0 1 1 0 0,0-1 0 0 0,0 1 0 0 0,1 0 0 0 0,0 0 0 0 0,0 0-1 0 0,0 0 1 0 0,0 1 0 0 0,0-1 0 0 0,0 1 0 0 0,9-3 0 0 0,-5 2-15 0 0,0 1 0 0 0,0-1 0 0 0,0 1 0 0 0,0 1 0 0 0,0 0 0 0 0,1 0 0 0 0,-1 1 0 0 0,0 0 0 0 0,1 0 0 0 0,-1 1 0 0 0,1 0 0 0 0,-1 0 0 0 0,0 1 0 0 0,0 0 0 0 0,11 4 0 0 0,-14-3 2 0 0,1-1-1 0 0,-1 1 0 0 0,0 0 1 0 0,0 1-1 0 0,0-1 0 0 0,0 1 0 0 0,0 0 1 0 0,-1 0-1 0 0,0 0 0 0 0,0 1 1 0 0,0 0-1 0 0,0-1 0 0 0,-1 1 1 0 0,1 1-1 0 0,-1-1 0 0 0,-1 0 0 0 0,1 1 1 0 0,-1-1-1 0 0,0 1 0 0 0,0 0 1 0 0,1 11-1 0 0,-1 0 1 0 0,0 1 0 0 0,-2-1 0 0 0,0 1 0 0 0,-1-1 0 0 0,-1 1 1 0 0,-1-1-1 0 0,0 0 0 0 0,-8 24 0 0 0,-1-6-52 0 0,-2 0 0 0 0,-33 62 0 0 0,23-46-849 0 0,23-49 652 0 0,6-4-1822 0 0,14-7 2079 0 0,-14 7 327 0 0,-4 2-301 0 0,-1 0 1 0 0,1 1-1 0 0,0-1 0 0 0,-1 0 1 0 0,1 0-1 0 0,0 1 0 0 0,-1-1 1 0 0,1 0-1 0 0,-1 1 0 0 0,1-1 1 0 0,-1 1-1 0 0,1-1 1 0 0,-1 1-1 0 0,1-1 0 0 0,-1 1 1 0 0,1-1-1 0 0,-1 1 0 0 0,1 0 1 0 0,-1 16 140 0 0,0-1-1 0 0,1 1 1 0 0,1-1 0 0 0,1 0 0 0 0,7 24 0 0 0,-9-35-176 0 0,1 1 0 0 0,1-1 0 0 0,-1 0 0 0 0,1 1 0 0 0,0-1 0 0 0,0-1 0 0 0,0 1 1 0 0,1 0-1 0 0,-1-1 0 0 0,1 0 0 0 0,0 0 0 0 0,1 0 0 0 0,-1 0 0 0 0,1 0 0 0 0,-1-1 0 0 0,1 0 0 0 0,0 0 0 0 0,1-1 0 0 0,8 4 0 0 0,-5-3-24 0 0,0-1 0 0 0,0-1 0 0 0,1 1 0 0 0,-1-1 0 0 0,0-1-1 0 0,1 0 1 0 0,-1-1 0 0 0,1 1 0 0 0,-1-2 0 0 0,0 1 0 0 0,0-1-1 0 0,0-1 1 0 0,0 0 0 0 0,0 0 0 0 0,10-5 0 0 0,-6 1 3 0 0,1 0 0 0 0,-1 0 0 0 0,-1-1 0 0 0,0-1 0 0 0,0 0 0 0 0,-1-1 0 0 0,0 0 0 0 0,18-22 0 0 0,-24 25 78 0 0,1 0 0 0 0,-1-1-1 0 0,-1 0 1 0 0,0 0 0 0 0,0 0-1 0 0,0-1 1 0 0,-1 1-1 0 0,3-12 1 0 0,-5 15 51 0 0,-1 0-1 0 0,1 0 1 0 0,-1 0 0 0 0,1 0-1 0 0,-2 0 1 0 0,1 0 0 0 0,0 0-1 0 0,-1 1 1 0 0,0-1 0 0 0,0 0-1 0 0,0 0 1 0 0,-1 0 0 0 0,0 1-1 0 0,0-1 1 0 0,0 1 0 0 0,-4-7 0 0 0,5 10-77 0 0,0 0 1 0 0,1-1 0 0 0,-1 1 0 0 0,0 0 0 0 0,-1 0 0 0 0,1 0 0 0 0,0 0 0 0 0,0 0 0 0 0,0 0 0 0 0,-1 0 0 0 0,1 1 0 0 0,0-1 0 0 0,-1 0 0 0 0,1 1 0 0 0,0-1-1 0 0,-1 1 1 0 0,1-1 0 0 0,-1 1 0 0 0,1 0 0 0 0,-1-1 0 0 0,1 1 0 0 0,-1 0 0 0 0,1 0 0 0 0,-1 0 0 0 0,1 0 0 0 0,-1 1 0 0 0,1-1 0 0 0,-1 0 0 0 0,1 1 0 0 0,-1-1-1 0 0,1 1 1 0 0,-1-1 0 0 0,1 1 0 0 0,0 0 0 0 0,-1-1 0 0 0,1 1 0 0 0,-2 1 0 0 0,-2 1 0 0 0,1 1 0 0 0,0-1 0 0 0,0 0 1 0 0,0 1-1 0 0,0 0 0 0 0,1 0 0 0 0,-1 0 0 0 0,1 0 0 0 0,-4 7 0 0 0,2-2-13 0 0,1 1-1 0 0,0-1 1 0 0,1 1-1 0 0,0 0 0 0 0,0 0 1 0 0,1 0-1 0 0,0 0 1 0 0,1 1-1 0 0,0 17 1 0 0,1-21-15 0 0,0-1 0 0 0,1 1 1 0 0,1-1-1 0 0,-1 1 1 0 0,1-1-1 0 0,0 0 1 0 0,0 0-1 0 0,1 1 1 0 0,0-2-1 0 0,0 1 0 0 0,0 0 1 0 0,1 0-1 0 0,-1-1 1 0 0,2 0-1 0 0,-1 0 1 0 0,7 6-1 0 0,-6-6-2 0 0,0-1 0 0 0,1 1 0 0 0,0-1 0 0 0,0 0 0 0 0,0-1 0 0 0,1 0 0 0 0,-1 0 0 0 0,1 0 0 0 0,-1 0 0 0 0,1-1 0 0 0,0-1 0 0 0,0 1 0 0 0,0-1 0 0 0,0 0 0 0 0,11 0 0 0 0,-13-1-1 0 0,1-1 0 0 0,-1 1 0 0 0,0-1 1 0 0,0 0-1 0 0,0-1 0 0 0,0 1 0 0 0,0-1 1 0 0,0 0-1 0 0,0 0 0 0 0,0 0 0 0 0,-1-1 0 0 0,1 0 1 0 0,-1 0-1 0 0,0 0 0 0 0,0 0 0 0 0,0-1 1 0 0,0 1-1 0 0,0-1 0 0 0,-1 0 0 0 0,0 0 0 0 0,5-7 1 0 0,-5 5 1 0 0,0-1 0 0 0,-1 1 1 0 0,0 0-1 0 0,0-1 0 0 0,-1 1 0 0 0,1-1 1 0 0,-1 0-1 0 0,-1 1 0 0 0,1-1 1 0 0,-1 0-1 0 0,0 0 0 0 0,-1 1 1 0 0,-2-14-1 0 0,1 8-1 0 0,-1 0 1 0 0,-1 0 0 0 0,1 0-1 0 0,-2 0 1 0 0,0 0-1 0 0,-9-16 1 0 0,10 23-5 0 0,1 0 1 0 0,-1 0-1 0 0,0 0 1 0 0,0 0-1 0 0,-1 1 1 0 0,1 0-1 0 0,-1 0 1 0 0,0 0-1 0 0,0 0 1 0 0,0 1-1 0 0,-1 0 1 0 0,-11-5-1 0 0,16 7-36 0 0,-1 1 0 0 0,1 0 0 0 0,-1 0-1 0 0,1 0 1 0 0,-1 0 0 0 0,0 0 0 0 0,1 0-1 0 0,-1 1 1 0 0,1-1 0 0 0,-1 1 0 0 0,1-1-1 0 0,-1 1 1 0 0,1-1 0 0 0,-1 1 0 0 0,1 0-1 0 0,0-1 1 0 0,-1 1 0 0 0,1 0 0 0 0,0 0-1 0 0,0 0 1 0 0,-1 0 0 0 0,0 2 0 0 0,2-3-49 0 0,-1 1 1 0 0,1 0-1 0 0,0 0 1 0 0,0 0-1 0 0,-1 0 1 0 0,1-1-1 0 0,0 1 1 0 0,0 0-1 0 0,0 0 1 0 0,0 0-1 0 0,0 0 1 0 0,0-1-1 0 0,0 1 1 0 0,0 0-1 0 0,0 1 1 0 0,3 5-5058 0 0,8 7-1348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313 770 2824 0 0,'7'-17'11151'0'0,"-8"-1"-4612"0"0,0 14-5869 0 0,-1 0-1 0 0,1 0 0 0 0,-1 1 0 0 0,0-1 1 0 0,0 0-1 0 0,0 1 0 0 0,-4-6 0 0 0,-2 0-102 0 0,0 1 0 0 0,-1-1-1 0 0,0 1 1 0 0,-16-10-1 0 0,18 13-370 0 0,-1 0 0 0 0,-1 1-1 0 0,1 1 1 0 0,-1-1 0 0 0,1 1-1 0 0,-1 1 1 0 0,0 0 0 0 0,0 0-1 0 0,0 0 1 0 0,0 1 0 0 0,0 1-1 0 0,0 0 1 0 0,-1 0 0 0 0,1 0-1 0 0,-10 3 1 0 0,14-2-176 0 0,1-1 1 0 0,-1 1-1 0 0,1 1 1 0 0,0-1-1 0 0,-1 1 1 0 0,1 0 0 0 0,0-1-1 0 0,0 2 1 0 0,0-1-1 0 0,0 0 1 0 0,1 1-1 0 0,-1 0 1 0 0,1 0-1 0 0,-1 0 1 0 0,1 0-1 0 0,0 1 1 0 0,0-1-1 0 0,1 1 1 0 0,-1-1-1 0 0,1 1 1 0 0,0 0-1 0 0,-1 0 1 0 0,2 0-1 0 0,-1 1 1 0 0,0-1-1 0 0,1 0 1 0 0,0 1-1 0 0,0-1 1 0 0,0 0-1 0 0,1 1 1 0 0,-1 0-1 0 0,1 5 1 0 0,1-3-27 0 0,0-1 0 0 0,0 1 0 0 0,1 0-1 0 0,0 0 1 0 0,0 0 0 0 0,0-1 0 0 0,1 1 0 0 0,0-1 0 0 0,0 0-1 0 0,1 0 1 0 0,0 0 0 0 0,0 0 0 0 0,0-1 0 0 0,1 1 0 0 0,-1-1 0 0 0,1 0-1 0 0,0-1 1 0 0,7 5 0 0 0,-4-2-32 0 0,0-2 0 0 0,0 1 1 0 0,0-1-1 0 0,1 0 0 0 0,0-1 0 0 0,0 1 0 0 0,0-2 0 0 0,1 0 1 0 0,-1 0-1 0 0,1 0 0 0 0,0-1 0 0 0,11 0 0 0 0,-18-1 25 0 0,-1-1-1 0 0,0 0 0 0 0,0-1 0 0 0,1 1 1 0 0,-1 0-1 0 0,0-1 0 0 0,0 1 0 0 0,0-1 1 0 0,1 0-1 0 0,-1 1 0 0 0,0-1 1 0 0,0 0-1 0 0,0 0 0 0 0,0-1 0 0 0,0 1 1 0 0,-1 0-1 0 0,1-1 0 0 0,3-2 0 0 0,-3 1 10 0 0,0 0 0 0 0,0 0 0 0 0,0 0 0 0 0,0-1 0 0 0,0 1 0 0 0,-1 0 0 0 0,0-1 0 0 0,0 1 0 0 0,0-1 0 0 0,1-5 0 0 0,0-8 43 0 0,-1 0 1 0 0,-1 1 0 0 0,0-1 0 0 0,-3-17 0 0 0,2 25-18 0 0,1 4 10 0 0,0-1 0 0 0,-1 1 0 0 0,0 0 1 0 0,0-1-1 0 0,-1 1 0 0 0,1 0 1 0 0,-1 0-1 0 0,-4-9 0 0 0,5 13-9 0 0,0 10-48 0 0,1 1 0 0 0,0-1 0 0 0,1 0 0 0 0,0 1 0 0 0,0-1 0 0 0,1 0 0 0 0,0 0 0 0 0,1 0 0 0 0,0 0 0 0 0,6 12 0 0 0,-3-11-14 0 0,0-1 1 0 0,0-1-1 0 0,1 1 0 0 0,0-1 0 0 0,0 0 1 0 0,1-1-1 0 0,0 1 0 0 0,0-2 0 0 0,1 1 0 0 0,0-1 1 0 0,0 0-1 0 0,1-1 0 0 0,-1 0 0 0 0,1-1 0 0 0,0 0 1 0 0,1-1-1 0 0,-1 0 0 0 0,0 0 0 0 0,1-1 0 0 0,0 0 1 0 0,-1-1-1 0 0,1 0 0 0 0,0-1 0 0 0,0 0 1 0 0,0-1-1 0 0,-1 0 0 0 0,1 0 0 0 0,0-1 0 0 0,-1-1 1 0 0,1 0-1 0 0,-1 0 0 0 0,0-1 0 0 0,16-9 0 0 0,-21 10 20 0 0,0-1 0 0 0,0 1 0 0 0,0-1 0 0 0,-1 0 0 0 0,1-1 0 0 0,-1 1 0 0 0,0-1 0 0 0,0 0 0 0 0,4-7 0 0 0,-7 10 42 0 0,1-1 0 0 0,-1 0 0 0 0,1 1 0 0 0,-1-1 0 0 0,0 0 0 0 0,0 0 0 0 0,0 0 0 0 0,-1 0-1 0 0,1 0 1 0 0,-1 0 0 0 0,0 0 0 0 0,1 0 0 0 0,-1 0 0 0 0,-1 0 0 0 0,1 0 0 0 0,0 0 0 0 0,-1 0 0 0 0,1 0 0 0 0,-1 0 0 0 0,-2-5 0 0 0,0 2 42 0 0,0 1 0 0 0,-1-1 0 0 0,0 1 0 0 0,0 0 0 0 0,0 0 0 0 0,0 0 1 0 0,-1 1-1 0 0,0-1 0 0 0,0 1 0 0 0,0 0 0 0 0,-1 1 0 0 0,1-1 0 0 0,-9-3 0 0 0,5 3 1 0 0,-1 0-1 0 0,0 0 0 0 0,0 1 0 0 0,0 1 1 0 0,0 0-1 0 0,0 0 0 0 0,-21 0 0 0 0,26 1-58 0 0,1 1 0 0 0,-1 0 0 0 0,0 1-1 0 0,0-1 1 0 0,0 1 0 0 0,0 0 0 0 0,1 0 0 0 0,-1 1-1 0 0,0-1 1 0 0,1 1 0 0 0,-1 0 0 0 0,1 1-1 0 0,0-1 1 0 0,0 0 0 0 0,0 1 0 0 0,0 0 0 0 0,0 0-1 0 0,0 1 1 0 0,1-1 0 0 0,-1 1 0 0 0,1-1-1 0 0,0 1 1 0 0,0 0 0 0 0,1 0 0 0 0,-1 0 0 0 0,1 1-1 0 0,0-1 1 0 0,0 1 0 0 0,0-1 0 0 0,1 1 0 0 0,-1 0-1 0 0,1-1 1 0 0,0 1 0 0 0,0 0 0 0 0,1 0-1 0 0,0 0 1 0 0,0 0 0 0 0,0-1 0 0 0,0 1 0 0 0,1 0-1 0 0,0 0 1 0 0,0 0 0 0 0,0 0 0 0 0,0-1-1 0 0,1 1 1 0 0,3 6 0 0 0,1 2-8 0 0,0 0 0 0 0,1-1 0 0 0,1 0 0 0 0,0 0 0 0 0,1-1 0 0 0,12 13 0 0 0,-17-20-3 0 0,0 1 0 0 0,1-1 0 0 0,0 0 0 0 0,0 0 0 0 0,0 0 1 0 0,0-1-1 0 0,0 1 0 0 0,1-1 0 0 0,-1-1 0 0 0,1 1 0 0 0,0-1 1 0 0,0 0-1 0 0,0 0 0 0 0,0-1 0 0 0,0 0 0 0 0,11 1 0 0 0,-14-2 1 0 0,1-1 0 0 0,0 0 0 0 0,-1 0 0 0 0,1 0 0 0 0,-1 0 0 0 0,0-1 0 0 0,1 1 0 0 0,-1-1 0 0 0,0 0 0 0 0,0 0 0 0 0,0 0-1 0 0,0 0 1 0 0,0-1 0 0 0,0 1 0 0 0,-1-1 0 0 0,1 1 0 0 0,-1-1 0 0 0,1 0 0 0 0,-1 0 0 0 0,0 0 0 0 0,-1-1 0 0 0,1 1 0 0 0,0 0 0 0 0,-1-1 0 0 0,2-4-1 0 0,2-5 0 0 0,-1-1-1 0 0,0-1 1 0 0,-1 1-1 0 0,-1 0 1 0 0,1-16-1 0 0,-2-7-1 0 0,-1 0 0 0 0,-7-49 1 0 0,-20-77-2 0 0,23 140 7 0 0,-8-33 2 0 0,-20-60 1 0 0,22 86 10 0 0,-2 0 0 0 0,-1 1 0 0 0,-30-50 0 0 0,28 55 9 0 0,4 5 13 0 0,-25-31 0 0 0,32 47-25 0 0,1-1 0 0 0,0 0 1 0 0,-1 1-1 0 0,0 0 0 0 0,1 0 0 0 0,-1 0 0 0 0,0 0 0 0 0,-1 0 0 0 0,1 1 0 0 0,-1 0 0 0 0,1 0 0 0 0,-1 0 1 0 0,-7-2-1 0 0,11 4-8 0 0,0 0 0 0 0,-1 0 1 0 0,1 0-1 0 0,0 0 0 0 0,0 0 1 0 0,-1 1-1 0 0,1-1 0 0 0,0 0 1 0 0,0 1-1 0 0,0-1 0 0 0,-1 1 1 0 0,1-1-1 0 0,0 1 0 0 0,0-1 0 0 0,0 1 1 0 0,0 0-1 0 0,0-1 0 0 0,0 1 1 0 0,0 0-1 0 0,0 0 0 0 0,0 0 1 0 0,1 0-1 0 0,-1 0 0 0 0,0 0 1 0 0,0 0-1 0 0,1 0 0 0 0,-1 0 1 0 0,1 0-1 0 0,-1 0 0 0 0,1 1 1 0 0,-1-1-1 0 0,1 2 0 0 0,-2 3 3 0 0,0 0-1 0 0,1 1 0 0 0,0-1 1 0 0,-1 13-1 0 0,3 1-3 0 0,0-1-1 0 0,1 1 1 0 0,1-1-1 0 0,1 0 1 0 0,0 0-1 0 0,9 22 1 0 0,49 106-2 0 0,-27-79-69 0 0,3-2 0 0 0,2-2 0 0 0,3-2-1 0 0,61 68 1 0 0,-91-115-2396 0 0,25 19 0 0 0,-19-20-3956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14 7721 0 0,'0'-1'4858'0'0,"-4"-11"9289"0"0,3 17-11917 0 0,0 18-1114 0 0,-1 31-1340 0 0,23 247 1029 0 0,0-13-387 0 0,-31 104 65 0 0,4-297-291 0 0,11 148-1 0 0,-2-223-925 0 0,-1-19 211 0 0,-1-6-216 0 0,0-33-6061 0 0,-2 23 425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127 1 7333 0 0,'0'0'17246'0'0,"-2"6"-16447"0"0,-100 284 4348 0 0,86-249-4522 0 0,11-31-83 0 0,3-12-229 0 0,6-29-155 0 0,12-52-183 0 0,-5 42 67 0 0,1 1 1 0 0,2 0 0 0 0,23-46-1 0 0,-36 85-39 0 0,-1 1 0 0 0,0-1 1 0 0,0 1-1 0 0,0 0 0 0 0,0-1 0 0 0,1 1 0 0 0,-1-1 0 0 0,0 1 0 0 0,0-1 0 0 0,1 1 0 0 0,-1 0 1 0 0,0-1-1 0 0,1 1 0 0 0,-1 0 0 0 0,0-1 0 0 0,1 1 0 0 0,-1 0 0 0 0,1 0 0 0 0,-1-1 0 0 0,0 1 0 0 0,1 0 1 0 0,-1 0-1 0 0,1 0 0 0 0,-1-1 0 0 0,1 1 0 0 0,-1 0 0 0 0,1 0 0 0 0,-1 0 0 0 0,1 0 0 0 0,0 0 0 0 0,0 0 1 0 0,0 1-1 0 0,-1-1 1 0 0,1 1-1 0 0,0-1 1 0 0,0 1-1 0 0,-1 0 1 0 0,1-1-1 0 0,0 1 0 0 0,-1 0 1 0 0,1 0-1 0 0,0-1 1 0 0,-1 1-1 0 0,1 0 1 0 0,0 1-1 0 0,12 32 29 0 0,-5-8-223 0 0,0-1 1 0 0,1 0-1 0 0,2-1 0 0 0,15 28 0 0 0,-24-50-326 0 0,-1 0-1 0 0,1 0 1 0 0,-1 0-1 0 0,1 0 1 0 0,0 0 0 0 0,0 0-1 0 0,0-1 1 0 0,0 1-1 0 0,0 0 1 0 0,4 1-1 0 0,9 5-5990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4 631 4296 0 0,'-3'-2'24175'0'0,"99"-3"-23619"0"0,105-19 1 0 0,-130 14-451 0 0,282-19 252 0 0,-159 16-167 0 0,-122 6 479 0 0,-70 7-328 0 0,4 1-383 0 0,-6-1 56 0 0,0 0 0 0 0,0 0 1 0 0,0 0-1 0 0,0 0 0 0 0,0 0 0 0 0,0-1 1 0 0,0 1-1 0 0,0 0 0 0 0,-1 0 1 0 0,1 0-1 0 0,0 0 0 0 0,0 0 0 0 0,0 0 1 0 0,0 0-1 0 0,0 0 0 0 0,0 0 0 0 0,0-1 1 0 0,0 1-1 0 0,0 0 0 0 0,0 0 1 0 0,0 0-1 0 0,0 0 0 0 0,0 0 0 0 0,0 0 1 0 0,0 0-1 0 0,0-1 0 0 0,0 1 0 0 0,0 0 1 0 0,0 0-1 0 0,0 0 0 0 0,0 0 1 0 0,0 0-1 0 0,0 0 0 0 0,0 0 0 0 0,0-1 1 0 0,0 1-1 0 0,0 0 0 0 0,0 0 0 0 0,0 0 1 0 0,0 0-1 0 0,0 0 0 0 0,0 0 1 0 0,0 0-1 0 0,0 0 0 0 0,0-1 0 0 0,0 1 1 0 0,0 0-1 0 0,1 0 0 0 0,-1 0 0 0 0,0 0 1 0 0,0 0-1 0 0,0 0 0 0 0,0 0 1 0 0,0 0-1 0 0,0 0 0 0 0,0 0 0 0 0,0 0 1 0 0,1 0-1 0 0,-1 0 0 0 0,0 0 0 0 0,0 0 1 0 0,0 0-1 0 0,0 0 0 0 0,0 0 1 0 0,0 0-1 0 0,1 0 0 0 0,-1 0 0 0 0,0 0 1 0 0,0 0-1 0 0,-5-8-19 0 0,1 0 1 0 0,0 1-1 0 0,1-2 1 0 0,0 1-1 0 0,0 0 0 0 0,0 0 1 0 0,1-1-1 0 0,0 0 0 0 0,0-15 1 0 0,-1-4-50 0 0,4-55-1 0 0,1 55 24 0 0,26-252-225 0 0,-27 264 301 0 0,-3 13-20 0 0,-7 16-18 0 0,7-10-13 0 0,0 1-12 0 0,-2 21-639 0 0,4-25 576 0 0,0 1 0 0 0,0-1-1 0 0,0 1 1 0 0,0-1 0 0 0,0 1 0 0 0,-1-1 0 0 0,1 1 0 0 0,0-1 0 0 0,0 1 0 0 0,0-1-1 0 0,0 1 1 0 0,-1-1 0 0 0,1 0 0 0 0,0 1 0 0 0,0-1 0 0 0,-1 1 0 0 0,1-1 0 0 0,0 0-1 0 0,-1 1 1 0 0,1-1 0 0 0,-1 1 0 0 0,-8 1-6479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172 97 3084 0 0,'0'0'8996'0'0,"14"-27"878"0"0,-10 15-7578 0 0,8-10 131 0 0,-11 21-2033 0 0,1-2-25 0 0,14-21 1223 0 0,-16 23-615 0 0,3-4-724 0 0,-2 3-117 0 0,-6 4 684 0 0,-20 15-681 0 0,0 0 0 0 0,1 2 0 0 0,1 1 0 0 0,1 1 0 0 0,-21 25 0 0 0,22-26-41 0 0,15-15-34 0 0,1 1 0 0 0,-1 0 1 0 0,1 0-1 0 0,-8 12 0 0 0,12-17 19 0 0,37-23-25 0 0,-22 13-35 0 0,22-22 0 0 0,-23 19-7 0 0,1 0 1 0 0,0 1-1 0 0,30-17 0 0 0,-43 27-16 0 0,0 1 0 0 0,0-1 0 0 0,0 1 0 0 0,1 0 1 0 0,-1 0-1 0 0,0-1 0 0 0,0 1 0 0 0,0 0 0 0 0,0 0 0 0 0,0 0 0 0 0,0 0 0 0 0,1 0 0 0 0,-1 1 1 0 0,0-1-1 0 0,0 0 0 0 0,0 0 0 0 0,0 1 0 0 0,0-1 0 0 0,0 1 0 0 0,0-1 0 0 0,0 1 0 0 0,0-1 1 0 0,0 1-1 0 0,0-1 0 0 0,2 3 0 0 0,21 23-55 0 0,-15-16-14 0 0,-3-4-100 0 0,0 0 0 0 0,1 0 0 0 0,-1-1 0 0 0,1 0 0 0 0,14 8 0 0 0,-13-10-1242 0 0,0 1 1 0 0,0-1-1 0 0,12 3 1 0 0,12 0-5098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44 9821 0 0,'-7'-4'3877'0'0,"-10"0"11029"0"0,5 4-11832 0 0,14 0-3054 0 0,-1 0-1 0 0,1 1 1 0 0,0-1-1 0 0,-1 1 1 0 0,1-1-1 0 0,0 1 1 0 0,-1-1-1 0 0,1 1 1 0 0,-1 0-1 0 0,1 0 1 0 0,1 1-1 0 0,4 3 20 0 0,2-3-5 0 0,-1 0 0 0 0,1 0 0 0 0,0-1 0 0 0,-1 0-1 0 0,1-1 1 0 0,0 1 0 0 0,11-3 0 0 0,4 2-3 0 0,317-19 94 0 0,-173 7-109 0 0,-84 6-13 0 0,175-7-18 0 0,7 8-215 0 0,-265 5 222 0 0,0 0 1 0 0,0 0 0 0 0,0 0 0 0 0,0 0 0 0 0,0 0 0 0 0,0 0 0 0 0,0 1-1 0 0,0-1 1 0 0,0 0 0 0 0,0 1 0 0 0,0-1 0 0 0,0 1 0 0 0,0-1 0 0 0,-1 1-1 0 0,1-1 1 0 0,0 1 0 0 0,0 0 0 0 0,0-1 0 0 0,-1 1 0 0 0,1 0 0 0 0,0-1-1 0 0,-1 1 1 0 0,1 0 0 0 0,-1 0 0 0 0,1 0 0 0 0,-1 0 0 0 0,1 0 0 0 0,-1 0-1 0 0,0 0 1 0 0,1-1 0 0 0,-1 1 0 0 0,1 2 0 0 0,-1 4 39 0 0,1 0 0 0 0,-1-1 0 0 0,0 1 0 0 0,-1 9-1 0 0,0 10 2 0 0,2 11 80 0 0,-4 62 1 0 0,-2-19-7 0 0,1 6-25 0 0,2-57-57 0 0,0 1-1 0 0,2 0 0 0 0,1-1 1 0 0,2 1-1 0 0,8 43 0 0 0,-11-72-36 0 0,-1 3-2104 0 0,-4-11 1876 0 0,-4-8-5332 0 0,3 5-916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70 7845 0 0,'0'-3'13126'0'0,"-1"2"-13771"0"0,1 0 1094 0 0,0 1-1 0 0,-1-1 1 0 0,1 0 0 0 0,0 0 0 0 0,0 0-1 0 0,0 1 1 0 0,-1-1 0 0 0,1 0 0 0 0,0 0 0 0 0,0 0-1 0 0,0 0 1 0 0,0 0 0 0 0,1 0 0 0 0,-1 1-1 0 0,0-1 1 0 0,0 0 0 0 0,0 0 0 0 0,1 0-1 0 0,-1 1 1 0 0,0-1 0 0 0,1-1 0 0 0,0 1 263 0 0,4 3-446 0 0,72 34 519 0 0,57 30-459 0 0,-125-60-265 0 0,-6-4-107 0 0,-1 0 0 0 0,1-1 1 0 0,-1 1-1 0 0,1-1 0 0 0,0 0 0 0 0,-1 0 0 0 0,7 2 1 0 0,-8-3 29 0 0,-1 0-1 0 0,1-1 1 0 0,0 1 0 0 0,0 0 0 0 0,0 0 0 0 0,-1 0 0 0 0,1-1 0 0 0,0 1 0 0 0,0 0 0 0 0,0-1-1 0 0,-1 1 1 0 0,1 0 0 0 0,0-1 0 0 0,-1 1 0 0 0,1-1 0 0 0,0 0 0 0 0,-1 1 0 0 0,1-1 0 0 0,-1 1-1 0 0,1-1 1 0 0,-1 0 0 0 0,1 1 0 0 0,-1-1 0 0 0,0 0 0 0 0,1 0 0 0 0,-1 1 0 0 0,0-1 0 0 0,1 0 0 0 0,-1 0-1 0 0,0 1 1 0 0,0-1 0 0 0,0 0 0 0 0,0 0 0 0 0,0-1 0 0 0,3-9-54 0 0,0 0 0 0 0,0 0 0 0 0,1 0 0 0 0,1 0 0 0 0,-1 1 0 0 0,2 0 0 0 0,-1 0 0 0 0,1 0 0 0 0,1 1 0 0 0,0 0 0 0 0,15-15 0 0 0,-22 23 106 0 0,1 0 1 0 0,0 0-1 0 0,0 0 1 0 0,0 0-1 0 0,-1 1 1 0 0,1-1-1 0 0,0 0 1 0 0,0 1-1 0 0,0-1 1 0 0,0 0-1 0 0,1 1 1 0 0,-1-1-1 0 0,0 1 0 0 0,0 0 1 0 0,0-1-1 0 0,2 1 1 0 0,-3 1-21 0 0,0 0 1 0 0,0 0 0 0 0,1 1-1 0 0,-1-1 1 0 0,0 0-1 0 0,0 1 1 0 0,0-1-1 0 0,-1 0 1 0 0,1 0 0 0 0,0 1-1 0 0,0-1 1 0 0,-1 0-1 0 0,0 2 1 0 0,0 2-19 0 0,-1-1 1 0 0,1 1-1 0 0,-1 0 0 0 0,-1-1 1 0 0,1 1-1 0 0,0-1 0 0 0,-1 0 1 0 0,0 0-1 0 0,-4 5 0 0 0,-34 32-287 0 0,27-29 109 0 0,-33 31-1590 0 0,15-18-3202 0 0,11-9-1489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6 2204 0 0,'-7'-5'24115'0'0,"3"15"-23900"0"0,1 1 1 0 0,0-1-1 0 0,0 1 0 0 0,2 0 1 0 0,-2 21-1 0 0,3 65 455 0 0,1-31-326 0 0,-15 239 832 0 0,17-215-823 0 0,0-24-72 0 0,4-42-150 0 0,-2-17-352 0 0,-3-5-225 0 0,7-1-1240 0 0,-8 9-1879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 4940 0 0,'0'0'22256'0'0,"6"2"-21875"0"0,7 4-213 0 0,0-1-1 0 0,1-1 1 0 0,-1 0 0 0 0,1-1-1 0 0,0 0 1 0 0,16 0 0 0 0,95 2 293 0 0,-81-5-318 0 0,-21 1-108 0 0,15 1-54 0 0,0-2 0 0 0,0-2 1 0 0,-1-1-1 0 0,47-10 0 0 0,-83 13-62 0 0,1-1 1 0 0,-1 1-1 0 0,1 0 1 0 0,-1-1-1 0 0,0 0 0 0 0,1 1 1 0 0,-1-1-1 0 0,1 0 1 0 0,-1 0-1 0 0,0 0 1 0 0,0 0-1 0 0,0 0 0 0 0,1 0 1 0 0,0-2-1 0 0,-1 2-245 0 0,-19-13-13930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 7 4192 0 0,'-5'-7'21937'0'0,"14"10"-21774"0"0,20 4 611 0 0,42 18 0 0 0,-62-21-626 0 0,-1 0 0 0 0,0 0 0 0 0,1 1 0 0 0,-1 0 0 0 0,-1 1 0 0 0,1-1 0 0 0,-1 2 0 0 0,0-1-1 0 0,10 12 1 0 0,-15-14-119 0 0,1 0 0 0 0,-1 1 0 0 0,0-1 0 0 0,-1 0 0 0 0,1 1 0 0 0,-1 0 0 0 0,1-1 0 0 0,-1 1 0 0 0,-1-1 0 0 0,1 1 0 0 0,-1 0 0 0 0,0 0 0 0 0,0-1 0 0 0,0 1 0 0 0,0 0 0 0 0,-1 0 0 0 0,0-1 0 0 0,0 1 0 0 0,-2 5 0 0 0,-2 6-88 0 0,-1 0-1 0 0,-1-1 1 0 0,0 0-1 0 0,-11 18 0 0 0,5-13-377 0 0,-1 0 0 0 0,-1-1 0 0 0,-19 20 0 0 0,-29 21-5469 0 0,15-21-340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10985 0 0,'-2'-4'19049'0'0,"23"8"-18880"0"0,-1-1 0 0 0,1-1 0 0 0,34 0 0 0 0,72-8-48 0 0,-61 1-70 0 0,120-6 28 0 0,112-5 18 0 0,-124 23-29 0 0,-131-4-115 0 0,-41-3 37 0 0,-7 2-987 0 0,-16 4-506 0 0,6-3-4782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53 3212 0 0,'-4'-7'21164'0'0,"55"-34"-18375"0"0,-49 41-2523 0 0,1-4 1339 0 0,-4 4-1566 0 0,1 0 1 0 0,-38 19 360 0 0,-77 25 0 0 0,-50 4 123 0 0,65-28 181 0 0,67-15-285 0 0,31-5 100 0 0,7-1-468 0 0,19-5 0 0 0,-23 6-46 0 0,0 0 0 0 0,-1 0 0 0 0,1 0-1 0 0,0 0 1 0 0,0 0 0 0 0,0 0 0 0 0,0 0 0 0 0,0 0 0 0 0,0 0 0 0 0,0 0 0 0 0,-1 0 0 0 0,1 1 0 0 0,0-1 0 0 0,0 0 0 0 0,0 1 0 0 0,-1-1 0 0 0,1 1 0 0 0,0-1 0 0 0,0 1 0 0 0,-1-1 0 0 0,1 1 0 0 0,0-1 0 0 0,-1 1 0 0 0,1 0 0 0 0,0 0 0 0 0,10 19 70 0 0,-9-17-55 0 0,11 19-10 0 0,1-1 0 0 0,1-1 0 0 0,0 0 0 0 0,2-1 1 0 0,0 0-1 0 0,1-2 0 0 0,1 0 0 0 0,1-1 0 0 0,0-1 0 0 0,29 16 1 0 0,-39-25-227 0 0,1-1 0 0 0,0 0-1 0 0,20 7 1 0 0,-6-8-5905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8 12269 0 0,'-1'0'4787'0'0,"-14"0"2270"0"0,3 4-3284 0 0,10 1-1591 0 0,19 3-1076 0 0,39 1-1284 0 0,283-13 744 0 0,-95 1-416 0 0,36-3-37 0 0,-23-10-643 0 0,-249 13 1211 0 0,-7 1-2295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45 112 8129 0 0,'-1'-30'10004'0'0,"2"-3"-4517"0"0,0 2-3493 0 0,-1 29-1654 0 0,2-10 742 0 0,1 8 1489 0 0,-3 82-2116 0 0,-4 1 1 0 0,-14 80-1 0 0,17-147-414 0 0,-5 32 88 0 0,-5 54 146 0 0,10-74-186 0 0,-1-1 0 0 0,-4 23 1 0 0,4-78-1358 0 0,3 0-414 0 0,0 2-3456 0 0,1 5-1278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175 108 1104 0 0,'1'-3'6965'0'0,"21"-62"6409"0"0,-21 62-12756 0 0,-1 0 1 0 0,1 0 0 0 0,-1-1 0 0 0,1 1 0 0 0,-1 0-1 0 0,0-1 1 0 0,0 1 0 0 0,-1 0 0 0 0,1-1-1 0 0,-2-3 1 0 0,-13 24-290 0 0,1 0 1 0 0,0 0-1 0 0,1 1 0 0 0,-13 27 0 0 0,-4 2 81 0 0,-1-4-50 0 0,19-26-93 0 0,0 0 0 0 0,-18 35 0 0 0,29-51-135 0 0,3-6-100 0 0,24-53 114 0 0,57-91 0 0 0,-82 147-141 0 0,-1 1-1 0 0,1 0 0 0 0,0-1 1 0 0,0 1-1 0 0,0 0 1 0 0,0 0-1 0 0,0 0 0 0 0,0 0 1 0 0,0-1-1 0 0,0 1 1 0 0,0 1-1 0 0,0-1 0 0 0,0 0 1 0 0,1 0-1 0 0,-1 0 1 0 0,0 1-1 0 0,1-1 0 0 0,-1 0 1 0 0,1 1-1 0 0,-1-1 0 0 0,1 1 1 0 0,-1 0-1 0 0,3-1 1 0 0,-1 2-13 0 0,-1 0 1 0 0,1 0 0 0 0,-1-1 0 0 0,1 2 0 0 0,-1-1 0 0 0,0 0 0 0 0,1 0-1 0 0,-1 1 1 0 0,0-1 0 0 0,0 1 0 0 0,0 0 0 0 0,0 0 0 0 0,3 3 0 0 0,11 10-666 0 0,29 22 0 0 0,-2-10-5117 0 0,-17-15-700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78 0 2956 0 0,'-10'3'10158'0'0,"-1"2"-4267"0"0,-23 13 4239 0 0,21-11-7836 0 0,13-7-2250 0 0,-1 0 0 0 0,1 0 1 0 0,-1 1-1 0 0,1-1 0 0 0,-1 0 0 0 0,1 0 1 0 0,-1 1-1 0 0,1-1 0 0 0,-1 0 0 0 0,1 1 0 0 0,0-1 1 0 0,-1 1-1 0 0,1-1 0 0 0,-1 1 0 0 0,1-1 1 0 0,0 0-1 0 0,0 1 0 0 0,-1-1 0 0 0,1 1 0 0 0,0 0 1 0 0,0-1-1 0 0,-1 1 0 0 0,1-1 0 0 0,0 1 1 0 0,0-1-1 0 0,0 2 0 0 0,2 0-40 0 0,0 0-1 0 0,0 1 1 0 0,0-1-1 0 0,0 0 1 0 0,0 0 0 0 0,1 0-1 0 0,-1 0 1 0 0,1-1-1 0 0,-1 1 1 0 0,1-1 0 0 0,0 1-1 0 0,-1-1 1 0 0,1 0-1 0 0,0 0 1 0 0,0 0 0 0 0,0-1-1 0 0,0 1 1 0 0,0-1-1 0 0,0 1 1 0 0,0-1 0 0 0,4 0-1 0 0,40 1-3 0 0,78-8-1 0 0,-41 1-2 0 0,286-23-11 0 0,72-2 9 0 0,-281 30-28 0 0,-160 1 32 0 0,-1 0 0 0 0,0 0 0 0 0,1 0 0 0 0,-1 0 0 0 0,1 0 0 0 0,-1 0 0 0 0,1 0-1 0 0,-1 0 1 0 0,0 1 0 0 0,1-1 0 0 0,-1 0 0 0 0,1 0 0 0 0,-1 0 0 0 0,0 1 0 0 0,1-1 0 0 0,-1 0 0 0 0,1 0-1 0 0,-1 1 1 0 0,0-1 0 0 0,1 0 0 0 0,-1 1 0 0 0,0-1 0 0 0,0 0 0 0 0,1 1 0 0 0,-1-1 0 0 0,0 0-1 0 0,0 1 1 0 0,0-1 0 0 0,1 1 0 0 0,-1-1 0 0 0,0 0 0 0 0,0 1 0 0 0,0-1 0 0 0,0 1 0 0 0,0-1 0 0 0,0 1-1 0 0,0-1 1 0 0,0 0 0 0 0,0 1 0 0 0,0-1 0 0 0,0 1 0 0 0,0-1 0 0 0,0 1 0 0 0,0 0-8 0 0,-1 0 0 0 0,1 0 0 0 0,0 0 0 0 0,-1-1 0 0 0,1 1 1 0 0,0 0-1 0 0,-1 0 0 0 0,1-1 0 0 0,-1 1 0 0 0,1 0 0 0 0,-1-1 0 0 0,1 1 1 0 0,-1 0-1 0 0,0-1 0 0 0,1 1 0 0 0,-1-1 0 0 0,0 1 0 0 0,1-1 0 0 0,-1 1 1 0 0,0-1-1 0 0,0 0 0 0 0,1 1 0 0 0,-1-1 0 0 0,-2 1 0 0 0,-8 2-176 0 0,-6 2-1117 0 0,6-3-4195 0 0,5-2-1009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5 6097 0 0,'-3'-4'23468'0'0,"3"38"-23126"0"0,-3 0 1 0 0,0 0-1 0 0,-11 43 1 0 0,-2 11 19 0 0,5-9-119 0 0,-19 189 367 0 0,29-237-553 0 0,0-8 11 0 0,-3 28-1 0 0,4-48-68 0 0,0-1 1 0 0,0 1-1 0 0,0-1 0 0 0,0 1 1 0 0,1 0-1 0 0,-1-1 1 0 0,1 0-1 0 0,0 1 1 0 0,0-1-1 0 0,0 1 1 0 0,2 3-1 0 0,-3-5-21 0 0,-1-24-2582 0 0,-3 7-2883 0 0,2 6-977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 61 5993 0 0,'0'0'4503'0'0,"-6"-9"2327"0"0,-1-32 1762 0 0,6 40-8070 0 0,-2-5 228 0 0,2 2 2458 0 0,15 12-2779 0 0,-1 1 0 0 0,0 0-1 0 0,19 20 1 0 0,-9-8-331 0 0,29 20 0 0 0,-31-25-73 0 0,-20-16-29 0 0,-1 1 0 0 0,1-1-1 0 0,0 0 1 0 0,0 0-1 0 0,0 0 1 0 0,0 0 0 0 0,-1 0-1 0 0,1 0 1 0 0,0 0 0 0 0,0-1-1 0 0,0 1 1 0 0,0 0 0 0 0,-1 0-1 0 0,1-1 1 0 0,0 1-1 0 0,0 0 1 0 0,0-1 0 0 0,-1 1-1 0 0,1-1 1 0 0,0 1 0 0 0,-1-1-1 0 0,1 1 1 0 0,0-1-1 0 0,-1 1 1 0 0,1-1 0 0 0,-1 0-1 0 0,1 1 1 0 0,-1-1 0 0 0,1-1-1 0 0,0 1 12 0 0,3-4-70 0 0,1-1 0 0 0,-1 0 1 0 0,6-12-1 0 0,4-4-89 0 0,15-20-223 0 0,-28 41 349 0 0,-5 6-226 0 0,-86 91-3150 0 0,67-73-1743 0 0,9-7-1181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31 6949 0 0,'6'-30'23686'0'0,"-6"43"-23617"0"0,-1 21 300 0 0,8 63 1 0 0,16 53-123 0 0,-11-59-157 0 0,17 148 67 0 0,-19-142-110 0 0,-4-51-27 0 0,0 1 64 0 0,-6-45 47 0 0,6 20-39 0 0,-3-5-86 0 0,-3-19-7 0 0,4 54 21 0 0,-3 6-2 0 0,-1-17-9 0 0,0-26-5 0 0,2 0-1 0 0,-3 0-2 0 0,3 17 0 0 0,-2-30 2 0 0,1-1 0 0 0,2 5-1 0 0,-2-5 9 0 0,-1 1-7 0 0,-1 8 0 0 0,2-6-1 0 0,0 2-1 0 0,0-5 4 0 0,-1 1-6 0 0,1 6 2 0 0,-1-6 85 0 0,0-2-85 0 0,0 0-1 0 0,0 1 1 0 0,-1-1 0 0 0,1 0-1 0 0,0 0 1 0 0,0 1 0 0 0,0-1-1 0 0,0 0 1 0 0,-1 1-1 0 0,1-1 1 0 0,0 0 0 0 0,0 0-1 0 0,-1 1 1 0 0,1-1 0 0 0,0 0-1 0 0,0 0 1 0 0,-1 0 0 0 0,1 1-1 0 0,0-1 1 0 0,-1 0 0 0 0,1 0-1 0 0,0 0 1 0 0,-1 0 0 0 0,1 0-1 0 0,0 0 1 0 0,-1 0 0 0 0,1 0-1 0 0,0 0 1 0 0,-1 0 0 0 0,1 0-1 0 0,0 0 1 0 0,-1 0 0 0 0,1 0-1 0 0,-1 0 1 0 0,-16 0 28 0 0,15-1-26 0 0,-91-8 47 0 0,-87-6 2 0 0,167 15-49 0 0,1-1-1 0 0,2 1-3 0 0,8 1-3 0 0,-2 0-542 0 0,-1 0-420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41 8381 0 0,'0'0'13971'0'0,"2"-3"-13248"0"0,24-35 3774 0 0,-34 55-1462 0 0,-45 57-2240 0 0,-77 73 365 0 0,129-146-1155 0 0,1-1 0 0 0,0 0 0 0 0,-1 1 0 0 0,1-1 0 0 0,-1 1 0 0 0,1-1 0 0 0,0 0 0 0 0,-1 1 0 0 0,1-1 0 0 0,0 1 0 0 0,0-1 0 0 0,0 1 0 0 0,-1-1 0 0 0,1 1 0 0 0,0 0 0 0 0,0-1 0 0 0,0 1 0 0 0,0-1 0 0 0,0 1 0 0 0,0-1 0 0 0,0 1 0 0 0,0-1 0 0 0,0 1 0 0 0,0 0 0 0 0,0-1 0 0 0,0 1 0 0 0,0-1 0 0 0,0 1 0 0 0,1-1 1 0 0,-1 1-1 0 0,0-1 0 0 0,1 2 0 0 0,0-1-4 0 0,0-1 0 0 0,1 1 0 0 0,-1 0 1 0 0,0 0-1 0 0,1-1 0 0 0,-1 1 0 0 0,0 0 0 0 0,1-1 1 0 0,-1 1-1 0 0,1-1 0 0 0,-1 0 0 0 0,2 1 1 0 0,45 0-209 0 0,-47-1 196 0 0,46-1-1145 0 0,0 2-3704 0 0,-11 0-1632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31 822 8609 0 0,'4'53'12114'0'0,"-4"-33"-9628"0"0,2 0 1 0 0,6 33 0 0 0,-8-52-2417 0 0,0 0 0 0 0,0 0-1 0 0,0-1 1 0 0,1 1 0 0 0,-1 0-1 0 0,0 0 1 0 0,0-1 0 0 0,0 1-1 0 0,1 0 1 0 0,-1 0 0 0 0,0-1 0 0 0,1 1-1 0 0,-1 0 1 0 0,1-1 0 0 0,-1 1-1 0 0,1 0 1 0 0,-1-1 0 0 0,1 1-1 0 0,-1-1 1 0 0,1 1 0 0 0,0-1-1 0 0,-1 1 1 0 0,1-1 0 0 0,0 0-1 0 0,-1 1 1 0 0,2-1 0 0 0,-1 0-47 0 0,0 0 1 0 0,-1 0-1 0 0,1-1 1 0 0,0 1 0 0 0,0 0-1 0 0,0-1 1 0 0,-1 1-1 0 0,1-1 1 0 0,0 0-1 0 0,0 1 1 0 0,-1-1-1 0 0,1 1 1 0 0,-1-1 0 0 0,1 0-1 0 0,0 1 1 0 0,-1-1-1 0 0,0 0 1 0 0,2-1-1 0 0,2-7 23 0 0,1 1 1 0 0,6-20-1 0 0,-1-6 31 0 0,-2 0 0 0 0,-1-1-1 0 0,-1 0 1 0 0,-2 0 0 0 0,-2 0 0 0 0,-2-43 0 0 0,-31-215 26 0 0,23 236-87 0 0,1 11 1 0 0,-3 0 1 0 0,-2 0 0 0 0,-27-68-1 0 0,37 111-12 0 0,-2 0-2 0 0,1 7-4 0 0,-1 14 14 0 0,1 1-1 0 0,1-1 1 0 0,0 1 0 0 0,1-1-1 0 0,3 30 1 0 0,15 98 111 0 0,-13-117-103 0 0,47 269 194 0 0,-39-246-184 0 0,3-1 0 0 0,1 0 0 0 0,36 74 1 0 0,-48-117-32 0 0,0 0 0 0 0,1 0-1 0 0,0 0 1 0 0,1-1 0 0 0,-1 1 0 0 0,1-2 0 0 0,13 13 0 0 0,-16-17-6 0 0,-1 0 0 0 0,1 0 0 0 0,0 0 1 0 0,0-1-1 0 0,0 1 0 0 0,0-1 0 0 0,0 1 0 0 0,1-1 0 0 0,-1 0 0 0 0,0 0 0 0 0,1-1 0 0 0,-1 1 0 0 0,0-1 0 0 0,1 1 0 0 0,-1-1 0 0 0,1 0 0 0 0,-1 0 0 0 0,0-1 1 0 0,1 1-1 0 0,-1-1 0 0 0,0 0 0 0 0,1 1 0 0 0,3-3 0 0 0,1-1-12 0 0,-1 1 0 0 0,0-1-1 0 0,0-1 1 0 0,-1 1 0 0 0,1-1 0 0 0,-1-1 0 0 0,0 1-1 0 0,0-1 1 0 0,0 0 0 0 0,-1 0 0 0 0,0-1 0 0 0,-1 1 0 0 0,1-1-1 0 0,-1 0 1 0 0,6-13 0 0 0,-4 3-20 0 0,1 0 0 0 0,-2 0 0 0 0,0-1 0 0 0,-2 1 0 0 0,4-37 0 0 0,-6 36 23 0 0,-1 0 1 0 0,-1-1-1 0 0,0 1 1 0 0,-1 0 0 0 0,-1 0-1 0 0,-1 0 1 0 0,-1 0-1 0 0,0 1 1 0 0,-2 0 0 0 0,0 0-1 0 0,-15-28 1 0 0,21 44 21 0 0,0-1-1 0 0,0 1 1 0 0,0 0 0 0 0,0 0-1 0 0,0 0 1 0 0,-1 0 0 0 0,1 0-1 0 0,0 1 1 0 0,0-1 0 0 0,-1 0 0 0 0,1 0-1 0 0,-1 1 1 0 0,1-1 0 0 0,0 1-1 0 0,-1-1 1 0 0,1 1 0 0 0,-2 0-1 0 0,2-1-5 0 0,-1 1 20 0 0,-1 1 4 0 0,1 1-20 0 0,-1 0-1 0 0,1-1 1 0 0,0 1 0 0 0,0 0-1 0 0,0 0 1 0 0,0 0-1 0 0,0 0 1 0 0,1 0-1 0 0,-1 1 1 0 0,1-1 0 0 0,-1 1-1 0 0,1-1 1 0 0,-2 5-1 0 0,0 0 4 0 0,1 1 0 0 0,1-1-1 0 0,-1 0 1 0 0,0 15 0 0 0,1 3 5 0 0,2-1 0 0 0,4 31 0 0 0,-3-41-11 0 0,0 1 1 0 0,1-1 0 0 0,1 1 0 0 0,0-1 0 0 0,1 0-1 0 0,1-1 1 0 0,0 1 0 0 0,10 16 0 0 0,-15-29-7 0 0,1 1 0 0 0,-1 0 0 0 0,0-1 0 0 0,0 1 0 0 0,1-1 1 0 0,-1 0-1 0 0,1 1 0 0 0,-1-1 0 0 0,1 0 0 0 0,0 0 0 0 0,-1 0 0 0 0,1 0 0 0 0,0 0 0 0 0,0 0 0 0 0,-1 0 1 0 0,1-1-1 0 0,0 1 0 0 0,0-1 0 0 0,0 1 0 0 0,0-1 0 0 0,0 0 0 0 0,0 0 0 0 0,0 0 0 0 0,0 0 1 0 0,0 0-1 0 0,0 0 0 0 0,0 0 0 0 0,0-1 0 0 0,0 1 0 0 0,0-1 0 0 0,0 0 0 0 0,0 1 0 0 0,0-1 1 0 0,-1 0-1 0 0,1 0 0 0 0,0 0 0 0 0,-1 0 0 0 0,1 0 0 0 0,2-2 0 0 0,4-4-23 0 0,0 0-1 0 0,-1 0 0 0 0,1 0 1 0 0,-1-1-1 0 0,-1 0 0 0 0,7-9 1 0 0,-2-1-36 0 0,0-1 1 0 0,-1 0-1 0 0,-1-1 1 0 0,0 1-1 0 0,-2-2 1 0 0,0 1-1 0 0,6-39 1 0 0,-8 26-40 0 0,-2 0 0 0 0,-2-1-1 0 0,-1 1 1 0 0,-5-47 0 0 0,3 64 74 0 0,-7-69-130 0 0,-32-140 0 0 0,24 160 781 0 0,17 63-343 0 0,-2 8-232 0 0,0 0 0 0 0,1 1 0 0 0,-1-1-1 0 0,1 0 1 0 0,1 1 0 0 0,-1-1 0 0 0,2 11-1 0 0,-1-2 28 0 0,0 31 135 0 0,14 86 0 0 0,-4-47-81 0 0,28 230 191 0 0,23 87-51 0 0,35-4-132 0 0,-86-365-204 0 0,1-1 0 0 0,2 0 0 0 0,18 32 0 0 0,-31-63 50 0 0,1 0 0 0 0,-1 0 1 0 0,1 0-1 0 0,-1 0 0 0 0,1-1 1 0 0,-1 1-1 0 0,1 0 1 0 0,0 0-1 0 0,-1 0 0 0 0,1-1 1 0 0,0 1-1 0 0,0 0 0 0 0,0-1 1 0 0,0 1-1 0 0,-1-1 1 0 0,3 1-1 0 0,-2 0-151 0 0,1-5-10 0 0,0-1 137 0 0,0 0 0 0 0,0-1 1 0 0,0 1-1 0 0,-1 0 0 0 0,0-1 0 0 0,0 1 0 0 0,-1-1 1 0 0,1 1-1 0 0,-1-1 0 0 0,0 1 0 0 0,-1-1 0 0 0,-1-9 1 0 0,-3-9-103 0 0,-13-38 0 0 0,9 34 75 0 0,-12-36-19 0 0,-3 2 0 0 0,-3 0 0 0 0,-35-58 0 0 0,59 113 56 0 0,0 0 0 0 0,0 0-1 0 0,0 0 1 0 0,1-1 0 0 0,0 1-1 0 0,0-1 1 0 0,1 1-1 0 0,0-1 1 0 0,0 0 0 0 0,1 1-1 0 0,0-1 1 0 0,0 0 0 0 0,1 0-1 0 0,3-14 1 0 0,2-2-175 0 0,2-1 0 0 0,1 2 0 0 0,15-29 0 0 0,7-20-164 0 0,-21 45 268 0 0,-1 0-1 0 0,-1-1 1 0 0,-2 0 0 0 0,-1 0-1 0 0,-1-1 1 0 0,-1 0-1 0 0,-2 1 1 0 0,0-1 0 0 0,-8-57-1 0 0,-5 18 474 0 0,-3 0-1 0 0,-3 1 1 0 0,-37-92-1 0 0,52 153-165 0 0,1 0 0 0 0,-1 0-1 0 0,0 1 1 0 0,-1-1 0 0 0,1 1-1 0 0,-9-9 1 0 0,11 12 154 0 0,2 4-329 0 0,0 1 0 0 0,-1-1 0 0 0,1 0 0 0 0,0 0 0 0 0,-1 0 0 0 0,1 0 0 0 0,-1 1 0 0 0,0 3 0 0 0,1 6 23 0 0,10 25 116 0 0,2-1-1 0 0,25 53 0 0 0,-10-27-68 0 0,26 66-25 0 0,114 259-1510 0 0,-164-381-206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12 227 5184 0 0,'-5'-5'11426'0'0,"-2"-7"-7118"0"0,16-5-2908 0 0,3 5-284 0 0,8-4-192 0 0,11-6-172 0 0,3-4-172 0 0,1 5-128 0 0,-1-1-176 0 0,-4 4-116 0 0,-3-2-168 0 0,-9 8-160 0 0,-6 0-252 0 0,-9 6-1192 0 0,-1 0-3076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1061 7905 0 0,'0'1'5556'0'0,"0"15"5019"0"0,3-20-8805 0 0,5-15-689 0 0,10-31-734 0 0,-3-5-119 0 0,-2 0 0 0 0,-3-1 0 0 0,-2-1 1 0 0,-2 1-1 0 0,-4-99 0 0 0,-8 51-123 0 0,-5 0 1 0 0,-30-125-1 0 0,22 159 68 0 0,16 62-100 0 0,0 0 1 0 0,0 1-1 0 0,-1-1 0 0 0,0 1 0 0 0,0 0 1 0 0,-9-10-1 0 0,12 16 63 0 0,-2 4-76 0 0,0 1-49 0 0,0 0-1 0 0,0 0 0 0 0,0 0 1 0 0,1 0-1 0 0,0 0 0 0 0,0 1 0 0 0,0-1 1 0 0,0 1-1 0 0,1-1 0 0 0,0 1 0 0 0,0 0 1 0 0,0-1-1 0 0,0 7 0 0 0,-1 11 37 0 0,4 38-1 0 0,0-27-15 0 0,49 421 500 0 0,-43-398-469 0 0,1-2 41 0 0,22 71 1 0 0,-23-98-85 0 0,2 1 0 0 0,1-2 0 0 0,1 0 1 0 0,22 34-1 0 0,-32-57-28 0 0,0 0 1 0 0,0 0-1 0 0,0 0 0 0 0,0 0 1 0 0,1 0-1 0 0,-1-1 0 0 0,1 1 1 0 0,0-1-1 0 0,-1 0 1 0 0,1 1-1 0 0,1-1 0 0 0,-1-1 1 0 0,0 1-1 0 0,0 0 0 0 0,1-1 1 0 0,-1 0-1 0 0,0 0 1 0 0,1 0-1 0 0,0 0 0 0 0,-1 0 1 0 0,1-1-1 0 0,-1 1 0 0 0,1-1 1 0 0,0 0-1 0 0,-1 0 1 0 0,8-2-1 0 0,-5 1-22 0 0,1-1 0 0 0,-1-1 0 0 0,0 1 0 0 0,0-1 0 0 0,0 0 0 0 0,0 0 0 0 0,-1-1 0 0 0,1 0 0 0 0,-1 0 0 0 0,0 0 0 0 0,0-1 0 0 0,0 1 0 0 0,-1-1 0 0 0,5-7 0 0 0,-1 0-39 0 0,0 0 0 0 0,-1-1 0 0 0,0 1-1 0 0,-1-1 1 0 0,-1-1 0 0 0,0 1 0 0 0,-1-1 0 0 0,0 0-1 0 0,-1 0 1 0 0,2-28 0 0 0,-4 17-18 0 0,0 0 1 0 0,-2-1-1 0 0,-1 1 1 0 0,-1 0-1 0 0,-8-33 1 0 0,-3 20 170 0 0,14 38-79 0 0,0-1 0 0 0,0 1 0 0 0,0 0 1 0 0,-1-1-1 0 0,1 1 0 0 0,0 0 0 0 0,0 0 0 0 0,0-1 0 0 0,-1 1 0 0 0,1 0 0 0 0,0 0 0 0 0,0-1 0 0 0,-1 1 0 0 0,1 0 0 0 0,0 0 0 0 0,0 0 0 0 0,-1-1 0 0 0,1 1 0 0 0,0 0 0 0 0,-1 0 0 0 0,1 0 0 0 0,0 0 0 0 0,-1 0 0 0 0,1 0 0 0 0,0 0 0 0 0,-1 0 1 0 0,1 0-1 0 0,0 0 0 0 0,-1 0 0 0 0,1 0 0 0 0,0 0 0 0 0,-1 0 0 0 0,1 0 0 0 0,0 0 0 0 0,-1 0 0 0 0,1 0 0 0 0,0 0 0 0 0,-1 0 0 0 0,1 1 0 0 0,0-1 0 0 0,-1 0 0 0 0,0 1 5 0 0,0-1-1 0 0,0 1 1 0 0,0-1-1 0 0,0 1 1 0 0,0 0-1 0 0,0-1 0 0 0,1 1 1 0 0,-1 0-1 0 0,0 0 1 0 0,0 0-1 0 0,1 0 1 0 0,-1 0-1 0 0,1-1 1 0 0,-2 3-1 0 0,-4 14 92 0 0,1 0-1 0 0,0 0 1 0 0,2 1-1 0 0,-4 32 1 0 0,7-43-76 0 0,-1 0 0 0 0,1 0 1 0 0,0 0-1 0 0,1 0 0 0 0,0 0 1 0 0,0 0-1 0 0,1 0 0 0 0,0 0 1 0 0,0 0-1 0 0,0 0 1 0 0,1-1-1 0 0,0 1 0 0 0,0-1 1 0 0,1 0-1 0 0,6 9 0 0 0,-8-13-20 0 0,-1 0-1 0 0,1-1 1 0 0,0 1-1 0 0,0 0 0 0 0,0-1 1 0 0,0 1-1 0 0,0-1 0 0 0,0 0 1 0 0,1 0-1 0 0,-1 0 0 0 0,0 0 1 0 0,1 0-1 0 0,-1 0 0 0 0,0-1 1 0 0,1 1-1 0 0,-1-1 1 0 0,5 1-1 0 0,-2-1-7 0 0,0-1 1 0 0,0 1 0 0 0,-1-1-1 0 0,1 0 1 0 0,-1 0-1 0 0,1-1 1 0 0,-1 1 0 0 0,9-5-1 0 0,3-3-40 0 0,-1-1 0 0 0,0-1 0 0 0,24-22 0 0 0,-25 21-26 0 0,0-1 0 0 0,-1 0 0 0 0,-1-1 0 0 0,0 0-1 0 0,-1-1 1 0 0,0 0 0 0 0,-2-1 0 0 0,0 0 0 0 0,0-1 0 0 0,-1 0-1 0 0,-1 0 1 0 0,-1-1 0 0 0,-1 0 0 0 0,5-29 0 0 0,-5 5 45 0 0,-2-1 0 0 0,-3 0 0 0 0,-1 0-1 0 0,-2 0 1 0 0,-1 0 0 0 0,-21-80 0 0 0,23 116 320 0 0,-1 0-1 0 0,0-1 0 0 0,0 1 0 0 0,-4-7 1 0 0,1 31-186 0 0,2 0-1 0 0,0 0 1 0 0,1 0 0 0 0,-1 25 0 0 0,1 77 134 0 0,3-76-163 0 0,20 418 371 0 0,-11-311-354 0 0,18 136 54 0 0,-16-196-125 0 0,-6-35-112 0 0,3-1 0 0 0,1-1 1 0 0,23 69-1 0 0,-32-121 80 0 0,10 22-198 0 0,-9-22 172 0 0,-1-1 0 0 0,0 1 1 0 0,0 0-1 0 0,1 0 0 0 0,-1-1 0 0 0,1 1 1 0 0,-1 0-1 0 0,1-1 0 0 0,-1 1 0 0 0,1 0 1 0 0,-1-1-1 0 0,1 1 0 0 0,-1-1 0 0 0,1 1 0 0 0,0-1 1 0 0,-1 1-1 0 0,1-1 0 0 0,0 1 0 0 0,-1-1 1 0 0,1 0-1 0 0,0 0 0 0 0,0 1 0 0 0,-1-1 0 0 0,1 0 1 0 0,0 0-1 0 0,1 1 0 0 0,-2-2-13 0 0,1 0 0 0 0,0 0 1 0 0,0 0-1 0 0,-1 0 0 0 0,1 0 0 0 0,-1 0 0 0 0,1 0 0 0 0,-1 0 1 0 0,1 0-1 0 0,-1 0 0 0 0,1 0 0 0 0,-1 0 0 0 0,0 0 0 0 0,0-1 0 0 0,1-1 1 0 0,-1 2-39 0 0,3-14-171 0 0,-2-1-1 0 0,1 0 1 0 0,-2 1 0 0 0,0-1 0 0 0,-4-28-1 0 0,-19-78-340 0 0,17 97 499 0 0,-9-42 114 0 0,-3 0 0 0 0,-35-84 0 0 0,49 140 26 0 0,-1 1 1 0 0,2-1-1 0 0,0 0 1 0 0,0 0-1 0 0,-1-14 1 0 0,4 22-53 0 0,0 0 1 0 0,0 0-1 0 0,1 0 1 0 0,0 0-1 0 0,-1 0 1 0 0,1 1 0 0 0,0-1-1 0 0,1 0 1 0 0,-1 0-1 0 0,0 1 1 0 0,1-1-1 0 0,-1 1 1 0 0,1-1-1 0 0,0 1 1 0 0,2-3-1 0 0,5-3-103 0 0,0 0 0 0 0,15-11-1 0 0,7-7-154 0 0,3-8-53 0 0,-1-2-1 0 0,27-41 1 0 0,-51 64 273 0 0,0-1 1 0 0,0-1-1 0 0,-2 0 1 0 0,0 0-1 0 0,0 0 1 0 0,-1-1-1 0 0,-1 0 1 0 0,-1 0 0 0 0,4-28-1 0 0,-7 18 133 0 0,0-1 1 0 0,-2 1-1 0 0,-1-1 0 0 0,-1 1 1 0 0,-10-41-1 0 0,-48-124 1563 0 0,57 181-1525 0 0,1 1 134 0 0,-1 1 1 0 0,0-1-1 0 0,0 1 0 0 0,-1-1 1 0 0,0 1-1 0 0,0 1 0 0 0,-11-13 1 0 0,16 20-241 0 0,-1 0 0 0 0,1-1 0 0 0,0 1 0 0 0,0 0 0 0 0,0 0 0 0 0,-1 0 0 0 0,1-1 0 0 0,0 1 0 0 0,0 0-1 0 0,-1 0 1 0 0,1 0 0 0 0,0 0 0 0 0,0 0 0 0 0,-1 0 0 0 0,1-1 0 0 0,0 1 0 0 0,-1 0 0 0 0,1 0 0 0 0,0 0 0 0 0,0 0 0 0 0,-1 0 0 0 0,1 0 0 0 0,0 0 0 0 0,-1 0 0 0 0,1 0 0 0 0,0 0 0 0 0,0 1 0 0 0,-1-1 0 0 0,1 0 0 0 0,0 0 0 0 0,-1 0 0 0 0,1 0 0 0 0,0 0 0 0 0,0 0 0 0 0,0 1 0 0 0,-1-1 0 0 0,1 0 0 0 0,0 0 0 0 0,0 0 0 0 0,-1 0 0 0 0,1 1 0 0 0,0-1 0 0 0,0 0 0 0 0,0 0 0 0 0,0 1 0 0 0,-1-1 0 0 0,1 1 0 0 0,-2 8 41 0 0,1 0 1 0 0,0 0 0 0 0,0 0 0 0 0,0 0 0 0 0,1 0 0 0 0,1 0-1 0 0,0 1 1 0 0,3 15 0 0 0,24 79 167 0 0,-23-87-202 0 0,31 97 51 0 0,102 215 0 0 0,-137-328-87 0 0,6 15-238 0 0,1-1 0 0 0,1 0 0 0 0,0 0 0 0 0,17 20 0 0 0,-10-26-5795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33 138 6017 0 0,'-12'-7'9833'0'0,"11"6"-9241"0"0,-1 0 1 0 0,0 0-1 0 0,1 0 1 0 0,-1 0-1 0 0,1 0 1 0 0,0 0-1 0 0,-1 0 1 0 0,1-1-1 0 0,0 1 1 0 0,0 0 0 0 0,-1-1-1 0 0,1 1 1 0 0,0-1-1 0 0,0-1 1 0 0,0 1 313 0 0,14-9 247 0 0,-8 7-960 0 0,10-5 87 0 0,1 1 1 0 0,1 0-1 0 0,-1 1 1 0 0,35-9-1 0 0,-19 6-219 0 0,-17 5-586 0 0,44-15 755 0 0,-21 10-7818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24 7965 0 0,'0'-3'6093'0'0,"0"1"-4435"0"0,-2-17 13760 0 0,1 21-15368 0 0,-1-1-25 0 0,1 1 1 0 0,1-1-1 0 0,-1 0 0 0 0,0 0 0 0 0,0 0 1 0 0,0 0-1 0 0,1 1 0 0 0,-1-1 0 0 0,0 0 1 0 0,1 1-1 0 0,-1-1 0 0 0,0 3 0 0 0,2-3-22 0 0,-1-1 0 0 0,0 1-1 0 0,1-1 1 0 0,-1 1 0 0 0,1-1-1 0 0,-1 0 1 0 0,0 1 0 0 0,1-1-1 0 0,-1 1 1 0 0,1-1 0 0 0,-1 0-1 0 0,1 0 1 0 0,-1 1 0 0 0,1-1-1 0 0,-1 0 1 0 0,1 0 0 0 0,0 0-1 0 0,-1 1 1 0 0,1-1 0 0 0,0 0-1 0 0,-5-22-8198 0 0,3 16 1794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34 1079 11985 0 0,'-1'9'6282'0'0,"1"-7"-5918"0"0,0-1 1 0 0,-1 1-1 0 0,1-1 1 0 0,0 1-1 0 0,0-1 1 0 0,0 1-1 0 0,0-1 1 0 0,0 0-1 0 0,0 1 1 0 0,0-1-1 0 0,1 1 1 0 0,-1-1-1 0 0,1 1 1 0 0,-1-1-1 0 0,1 0 1 0 0,-1 1-1 0 0,1-1 1 0 0,0 0-1 0 0,-1 0 1 0 0,1 1-1 0 0,0-1 1 0 0,2 2-1 0 0,-2-3 291 0 0,1-4-136 0 0,7-12-365 0 0,-1 0 0 0 0,-1 0 0 0 0,-1-1 1 0 0,0 0-1 0 0,-2 0 0 0 0,4-22 0 0 0,0-10-97 0 0,0-57 0 0 0,-7 47-22 0 0,-12-100 0 0 0,-25-61 24 0 0,27 172 245 0 0,-23-73 1 0 0,25 110 21 0 0,1 15-69 0 0,0 18-107 0 0,6-22-155 0 0,-1 17 70 0 0,-1-1 1 0 0,2 1-1 0 0,0-1 1 0 0,1 1 0 0 0,6 27-1 0 0,0 7 60 0 0,31 281 451 0 0,-25-259-448 0 0,3 0 1 0 0,38 105-1 0 0,-47-158-108 0 0,2 0 1 0 0,16 30 0 0 0,-22-46-27 0 0,-1 0 0 0 0,1 0 0 0 0,0 0 0 0 0,0 0 0 0 0,0 0 0 0 0,0-1 0 0 0,1 1 0 0 0,-1-1 0 0 0,1 0 0 0 0,0 0 0 0 0,0 0 1 0 0,0-1-1 0 0,1 0 0 0 0,-1 1 0 0 0,0-1 0 0 0,1-1 0 0 0,8 4 0 0 0,-9-5-7 0 0,0-1 0 0 0,0 1 1 0 0,0 0-1 0 0,-1-1 0 0 0,1 0 1 0 0,0 0-1 0 0,0 0 0 0 0,-1 0 0 0 0,1 0 1 0 0,-1-1-1 0 0,1 0 0 0 0,-1 0 1 0 0,0 0-1 0 0,1 0 0 0 0,-1 0 0 0 0,0 0 1 0 0,0-1-1 0 0,-1 0 0 0 0,1 1 1 0 0,3-5-1 0 0,4-6-36 0 0,0 0 1 0 0,-1-1-1 0 0,10-18 1 0 0,-11 14 16 0 0,0 1 0 0 0,-2-1 0 0 0,0 0 0 0 0,-1 0 0 0 0,0-1 0 0 0,-2 0 0 0 0,0 1 0 0 0,-2-1 0 0 0,0 0 0 0 0,-1 0 0 0 0,0 0 0 0 0,-2 0 0 0 0,0 0 0 0 0,-8-29 0 0 0,9 44 33 0 0,1 0 0 0 0,-1 1 1 0 0,-1-1-1 0 0,1 0 0 0 0,0 1 1 0 0,-1 0-1 0 0,1-1 0 0 0,-1 1 1 0 0,0 0-1 0 0,-1 0 1 0 0,1 0-1 0 0,0 0 0 0 0,-1 0 1 0 0,1 1-1 0 0,-1-1 0 0 0,0 1 1 0 0,0-1-1 0 0,0 1 0 0 0,0 0 1 0 0,0 0-1 0 0,-5-2 1 0 0,6 4 2 0 0,1 0 1 0 0,0 0 0 0 0,-1 0 0 0 0,1 0-1 0 0,0 0 1 0 0,-1 0 0 0 0,1 1 0 0 0,0-1-1 0 0,0 0 1 0 0,-1 1 0 0 0,1-1 0 0 0,0 1-1 0 0,0-1 1 0 0,-1 1 0 0 0,1 0 0 0 0,0 0-1 0 0,0-1 1 0 0,0 1 0 0 0,0 0 0 0 0,0 0-1 0 0,0 0 1 0 0,0 0 0 0 0,1 0 0 0 0,-1 0-1 0 0,-1 2 1 0 0,-15 27 104 0 0,14-23-90 0 0,0 0 1 0 0,1 0-1 0 0,0 0 1 0 0,0 1 0 0 0,1-1-1 0 0,-1 1 1 0 0,2-1 0 0 0,-1 15-1 0 0,2-16-16 0 0,0 1 1 0 0,0-2-1 0 0,1 1 0 0 0,0 0 0 0 0,0 0 1 0 0,0 0-1 0 0,1-1 0 0 0,-1 1 0 0 0,1-1 0 0 0,1 0 1 0 0,6 9-1 0 0,-7-11-21 0 0,-1-1 1 0 0,1 1-1 0 0,0-1 1 0 0,0 0-1 0 0,0 1 1 0 0,1-2-1 0 0,-1 1 0 0 0,0 0 1 0 0,1 0-1 0 0,-1-1 1 0 0,1 0-1 0 0,0 0 1 0 0,-1 0-1 0 0,1 0 1 0 0,0-1-1 0 0,-1 1 1 0 0,1-1-1 0 0,0 0 0 0 0,0 0 1 0 0,0 0-1 0 0,4-1 1 0 0,1-1-36 0 0,1 1 1 0 0,-1-1-1 0 0,1-1 0 0 0,-1 0 1 0 0,0 0-1 0 0,-1-1 1 0 0,12-5-1 0 0,-8 2-50 0 0,0 0-1 0 0,0-1 1 0 0,-1-1-1 0 0,0 1 1 0 0,-1-2-1 0 0,0 1 1 0 0,0-2-1 0 0,-1 1 1 0 0,0-1-1 0 0,-1 0 1 0 0,0-1-1 0 0,-1 0 1 0 0,-1 0-1 0 0,1-1 1 0 0,-2 0-1 0 0,0 0 1 0 0,0 0-1 0 0,-2-1 1 0 0,1 1-1 0 0,-2-1 1 0 0,2-18-1 0 0,-2-14-224 0 0,-2 0 0 0 0,-11-83 0 0 0,-28-88 738 0 0,21 128 410 0 0,12 74-448 0 0,2 7 71 0 0,4 8-431 0 0,0 0-1 0 0,0 0 0 0 0,0 0 0 0 0,0 0 1 0 0,0 0-1 0 0,0 0 0 0 0,0 0 1 0 0,-1 0-1 0 0,1 0 0 0 0,0 0 0 0 0,0 0 1 0 0,0 0-1 0 0,0-1 0 0 0,0 1 0 0 0,0 0 1 0 0,0 0-1 0 0,0 0 0 0 0,0 0 0 0 0,0 0 1 0 0,0 0-1 0 0,0 0 0 0 0,0 0 1 0 0,-1 0-1 0 0,1 0 0 0 0,0 0 0 0 0,0 0 1 0 0,0 0-1 0 0,0 0 0 0 0,0 0 0 0 0,0 0 1 0 0,0 0-1 0 0,0 0 0 0 0,0 0 0 0 0,0 0 1 0 0,0 0-1 0 0,0 1 0 0 0,-1-1 1 0 0,1 0-1 0 0,0 0 0 0 0,0 0 0 0 0,0 0 1 0 0,0 0-1 0 0,0 0 0 0 0,0 0 0 0 0,0 0 1 0 0,0 0-1 0 0,0 0 0 0 0,0 0 1 0 0,0 0-1 0 0,0 0 0 0 0,0 0 0 0 0,0 0 1 0 0,0 0-1 0 0,0 1 0 0 0,0-1 0 0 0,0 0 1 0 0,0 0-1 0 0,0 0 0 0 0,0 0 0 0 0,0 0 1 0 0,0 0-1 0 0,0 0 0 0 0,0 0 1 0 0,0 0-1 0 0,0 0 0 0 0,-6 27 206 0 0,1 0 1 0 0,2 0-1 0 0,1 0 0 0 0,1 39 1 0 0,16 118 185 0 0,-8-119-251 0 0,52 365 318 0 0,9-143-323 0 0,-49-226-176 0 0,29 60 1 0 0,-45-113 3 0 0,-1-4-4 0 0,-1 1 0 0 0,1-1-1 0 0,0 0 1 0 0,0 0-1 0 0,0 0 1 0 0,1 0-1 0 0,-1-1 1 0 0,1 1-1 0 0,0-1 1 0 0,0 1-1 0 0,1-1 1 0 0,4 4-1 0 0,-8-7-86 0 0,1-4 4 0 0,0-2 81 0 0,-1-1-1 0 0,0 1 0 0 0,0 0 0 0 0,0 0 1 0 0,-1-1-1 0 0,0 1 0 0 0,0 0 1 0 0,-1 0-1 0 0,-3-10 0 0 0,-29-62-144 0 0,17 44 97 0 0,-61-129-255 0 0,12 28 6 0 0,64 132 295 0 0,1 0 0 0 0,-1 0 0 0 0,1 0 0 0 0,0-1 0 0 0,0 1 0 0 0,0-1 0 0 0,1 1 0 0 0,-1-1 0 0 0,1 1-1 0 0,0-1 1 0 0,0 1 0 0 0,0-7 0 0 0,1 7-16 0 0,0 0 0 0 0,1 0 0 0 0,-1 0-1 0 0,1 0 1 0 0,-1 0 0 0 0,1 0 0 0 0,0 0 0 0 0,0 1-1 0 0,0-1 1 0 0,0 1 0 0 0,0 0 0 0 0,1 0-1 0 0,-1-1 1 0 0,4-1 0 0 0,36-27-361 0 0,-8 6-111 0 0,60-57 0 0 0,-84 71 446 0 0,-1 0 0 0 0,0 0 1 0 0,-1-1-1 0 0,0 0 0 0 0,0 0 0 0 0,-2-1 0 0 0,1 0 0 0 0,-2 0 1 0 0,8-23-1 0 0,-9 14 42 0 0,0 1-1 0 0,-1-1 1 0 0,-1 0 0 0 0,-1 0 0 0 0,-1 1-1 0 0,-1-1 1 0 0,-4-23 0 0 0,-7-20 256 0 0,-20-64 0 0 0,20 89 177 0 0,-2 0 0 0 0,-1 1 0 0 0,-28-49-1 0 0,42 85-331 0 0,-2-2 105 0 0,0-1 1 0 0,0 1-1 0 0,0 0 1 0 0,-1-1-1 0 0,0 2 1 0 0,0-1-1 0 0,-6-5 1 0 0,9 9 49 0 0,0 5-15 0 0,-1 4-139 0 0,0 1 0 0 0,1-1 0 0 0,0 1 1 0 0,0-1-1 0 0,1 1 0 0 0,0 0 0 0 0,1-1 0 0 0,0 1 0 0 0,0-1 0 0 0,4 15 0 0 0,-1-1 4 0 0,8 38 147 0 0,30 85-1 0 0,32 55 23 0 0,-38-104-158 0 0,-5-20-31 0 0,29 90-73 0 0,-34-93-950 0 0,-26-71-554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83 9105 0 0,'0'0'5224'0'0,"-8"-5"2877"0"0,32-3-7085 0 0,-5 4-176 0 0,3 1-156 0 0,11-7-132 0 0,0 1-176 0 0,-7 3-168 0 0,-4-1-164 0 0,-2 3-200 0 0,-4 0-224 0 0,-4-3-432 0 0,-7 2-804 0 0,-8-6-8893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28 932 8005 0 0,'4'-14'11291'0'0,"3"-6"-5669"0"0,25-95-4727 0 0,23-226-59 0 0,-50 283-557 0 0,-3 1 0 0 0,-2-1-1 0 0,-15-111 1 0 0,14 161-199 0 0,0-1 76 0 0,0 0 0 0 0,-1 1 0 0 0,0 0 1 0 0,0-1-1 0 0,-1 1 0 0 0,0 0 0 0 0,0 0 1 0 0,-9-14-1 0 0,12 21-142 0 0,-1 1 0 0 0,1 0 0 0 0,-1 0 0 0 0,1 0 0 0 0,-1-1 0 0 0,1 1 0 0 0,-1 0 0 0 0,1 0 0 0 0,-1 0 0 0 0,1 0 0 0 0,-1 0 0 0 0,1 0 0 0 0,-1 0 0 0 0,1 0 0 0 0,-1 0 0 0 0,1 0 0 0 0,-1 0-1 0 0,1 0 1 0 0,-1 0 0 0 0,1 1 0 0 0,-1-1 0 0 0,1 0 0 0 0,0 0 0 0 0,-1 1 0 0 0,1-1 0 0 0,-1 0 0 0 0,1 0 0 0 0,-1 1 0 0 0,1-1 0 0 0,0 0 0 0 0,-1 1 0 0 0,1-1 0 0 0,0 1 0 0 0,0-1 0 0 0,-1 0 0 0 0,1 2 0 0 0,-12 13 120 0 0,12-15-130 0 0,-5 8 44 0 0,0 0 0 0 0,1 0 0 0 0,1 1 0 0 0,-1-1 0 0 0,1 1 0 0 0,1 0 0 0 0,-3 10 0 0 0,-5 64 129 0 0,8-59-129 0 0,-9 106 212 0 0,5 1-1 0 0,18 206 1 0 0,-8-300-205 0 0,14 57 0 0 0,-15-83-57 0 0,0 0 0 0 0,1 1-1 0 0,0-1 1 0 0,1-1 0 0 0,0 1-1 0 0,1-1 1 0 0,0 0-1 0 0,1 0 1 0 0,12 15 0 0 0,-16-23-9 0 0,-1 1 1 0 0,1-1-1 0 0,-1 0 0 0 0,1 0 1 0 0,0 0-1 0 0,0 0 1 0 0,0 0-1 0 0,0 0 1 0 0,1-1-1 0 0,-1 0 1 0 0,0 1-1 0 0,1-1 1 0 0,-1-1-1 0 0,1 1 1 0 0,-1 0-1 0 0,1-1 1 0 0,3 1-1 0 0,-2-2-11 0 0,0 1-1 0 0,0-1 1 0 0,0 0-1 0 0,0 0 1 0 0,-1-1 0 0 0,1 0-1 0 0,0 1 1 0 0,0-2-1 0 0,-1 1 1 0 0,8-5-1 0 0,1-3-59 0 0,0-1 0 0 0,0 0 0 0 0,-1 0 0 0 0,-1-2 0 0 0,0 1 0 0 0,11-17 0 0 0,-13 15-12 0 0,-1 1-1 0 0,0-1 0 0 0,-1-1 0 0 0,-1 1 1 0 0,0-1-1 0 0,-1 0 0 0 0,4-23 0 0 0,-2-2-230 0 0,3-68 0 0 0,-10 100 330 0 0,0-1 1 0 0,0 1-1 0 0,-1 0 0 0 0,0 0 1 0 0,-1 0-1 0 0,0-1 1 0 0,0 1-1 0 0,0 1 1 0 0,-1-1-1 0 0,-4-8 1 0 0,6 16 6 0 0,1-1 0 0 0,-1 1 0 0 0,0-1 1 0 0,1 1-1 0 0,-1-1 0 0 0,0 1 0 0 0,0-1 1 0 0,1 1-1 0 0,-1-1 0 0 0,0 1 0 0 0,0 0 1 0 0,0 0-1 0 0,1-1 0 0 0,-1 1 0 0 0,0 0 1 0 0,0 0-1 0 0,0 0 0 0 0,0 0 0 0 0,1 0 1 0 0,-1 0-1 0 0,0 0 0 0 0,0 0 0 0 0,0 0 1 0 0,0 1-1 0 0,0-1 0 0 0,1 0 0 0 0,-1 0 1 0 0,0 1-1 0 0,0-1 0 0 0,0 0 0 0 0,1 1 1 0 0,-1-1-1 0 0,0 1 0 0 0,1-1 0 0 0,-1 1 1 0 0,0 0-1 0 0,1-1 0 0 0,-1 1 0 0 0,0 0 1 0 0,-4 7 32 0 0,1 0-1 0 0,0 0 1 0 0,1 0 0 0 0,-1 0 0 0 0,2 1 0 0 0,-1-1 0 0 0,1 1 0 0 0,0-1 0 0 0,0 15-1 0 0,0-7 3 0 0,2 0-1 0 0,0-1 0 0 0,0 1 0 0 0,6 27 0 0 0,-5-36-31 0 0,1-1 0 0 0,0 0 0 0 0,0 1 0 0 0,0-1 0 0 0,1 0-1 0 0,-1 0 1 0 0,2-1 0 0 0,5 10 0 0 0,-7-12-11 0 0,0-1 0 0 0,0 0 0 0 0,0 0 0 0 0,1 0 1 0 0,-1 0-1 0 0,1 0 0 0 0,-1-1 0 0 0,1 1 0 0 0,-1-1 0 0 0,1 1 0 0 0,0-1 0 0 0,0 0 0 0 0,-1 0 0 0 0,1 0 0 0 0,0-1 1 0 0,0 1-1 0 0,0-1 0 0 0,0 1 0 0 0,0-1 0 0 0,0 0 0 0 0,4-1 0 0 0,4 0-7 0 0,0-2 0 0 0,-1 1-1 0 0,1-2 1 0 0,-1 1 0 0 0,0-1 0 0 0,0-1 0 0 0,0 0-1 0 0,0 0 1 0 0,-1-1 0 0 0,0 0 0 0 0,0-1 0 0 0,-1 0-1 0 0,0 0 1 0 0,10-11 0 0 0,-4 3-36 0 0,-1-1 0 0 0,0 0 1 0 0,-2-1-1 0 0,1 0 0 0 0,-2-1 0 0 0,14-33 1 0 0,-14 23-2 0 0,-1 0 0 0 0,-2-1 1 0 0,-1 0-1 0 0,-1-1 0 0 0,1-49 1 0 0,-6 23 139 0 0,-2 0 0 0 0,-10-59 0 0 0,11 108 17 0 0,0 0-1 0 0,-1 0 0 0 0,0 0 0 0 0,0 0 1 0 0,-6-13-1 0 0,8 20-105 0 0,0 0-1 0 0,0 0 1 0 0,-1-1 0 0 0,1 1-1 0 0,0 0 1 0 0,0 0 0 0 0,-1-1-1 0 0,1 1 1 0 0,0 0 0 0 0,0 0-1 0 0,-1 0 1 0 0,1-1 0 0 0,0 1 0 0 0,-1 0-1 0 0,1 0 1 0 0,0 0 0 0 0,0 0-1 0 0,-1 0 1 0 0,1 0 0 0 0,0 0-1 0 0,-1-1 1 0 0,1 1 0 0 0,0 0 0 0 0,-1 0-1 0 0,1 0 1 0 0,0 0 0 0 0,-1 1-1 0 0,1-1 1 0 0,0 0 0 0 0,-1 0-1 0 0,1 0 1 0 0,0 0 0 0 0,-1 0 0 0 0,1 0-1 0 0,0 0 1 0 0,-1 1 0 0 0,1-1-1 0 0,0 0 1 0 0,0 0 0 0 0,-1 0-1 0 0,1 1 1 0 0,0-1 0 0 0,0 0-1 0 0,-1 0 1 0 0,1 1 0 0 0,0-1 0 0 0,-10 12 117 0 0,3 2-64 0 0,1 0 0 0 0,0 0 0 0 0,1 0 0 0 0,0 1 0 0 0,1-1-1 0 0,-4 29 1 0 0,6-29-32 0 0,-34 235 225 0 0,21 287 35 0 0,20-423-267 0 0,6-1-1 0 0,40 187 1 0 0,-48-289-34 0 0,-1 2-27 0 0,2 0 0 0 0,-1-1 0 0 0,6 13 1 0 0,-9-24 27 0 0,0 0 0 0 0,1 1 0 0 0,-1-1 0 0 0,0 0 0 0 0,0 1 0 0 0,0-1 0 0 0,0 0 0 0 0,1 1 0 0 0,-1-1 0 0 0,0 0 0 0 0,0 0 0 0 0,1 1 0 0 0,-1-1 0 0 0,0 0 1 0 0,0 0-1 0 0,1 0 0 0 0,-1 1 0 0 0,0-1 0 0 0,1 0 0 0 0,-1 0 0 0 0,0 0 0 0 0,1 0 0 0 0,-1 0 0 0 0,0 1 0 0 0,1-1 0 0 0,-1 0 0 0 0,0 0 0 0 0,1 0 0 0 0,-1 0 0 0 0,0 0 1 0 0,1 0-1 0 0,-1 0 0 0 0,0 0 0 0 0,1 0 0 0 0,-1-1 0 0 0,0 1 0 0 0,1 0 0 0 0,-1 0 0 0 0,0 0 0 0 0,1 0 0 0 0,-1 0 0 0 0,0-1 0 0 0,1 1 0 0 0,-1 0 0 0 0,0 0 0 0 0,0 0 1 0 0,1-1-1 0 0,-1 1 0 0 0,0 0 0 0 0,0 0 0 0 0,1-1 0 0 0,-1 1 0 0 0,0 0 0 0 0,0-1 0 0 0,0 1 0 0 0,0 0 0 0 0,1-1 0 0 0,10-19-222 0 0,-11 19 247 0 0,3-6-62 0 0,-1-1-1 0 0,-1 0 0 0 0,1 0 1 0 0,-1 0-1 0 0,-1 0 1 0 0,1-1-1 0 0,-1 1 1 0 0,-1 0-1 0 0,0 0 0 0 0,0 0 1 0 0,-4-15-1 0 0,0-8-73 0 0,-24-124-327 0 0,17 102 191 0 0,3 0 0 0 0,-6-93 0 0 0,16 138 217 0 0,-1 0 0 0 0,1 0 0 0 0,1 0 0 0 0,-1 0 0 0 0,1 1 1 0 0,1-1-1 0 0,-1 1 0 0 0,1-1 0 0 0,1 1 0 0 0,-1 0 0 0 0,1 0 1 0 0,6-7-1 0 0,6-7-102 0 0,1 1 1 0 0,26-24-1 0 0,-2 1-24 0 0,-23 26 73 0 0,-1-2 0 0 0,-1-1-1 0 0,-1 0 1 0 0,-1-1 0 0 0,-1 0 0 0 0,0-1 0 0 0,13-33 0 0 0,-19 30 84 0 0,0 0 0 0 0,-1-1-1 0 0,-2 1 1 0 0,0-1 0 0 0,-2 0 0 0 0,-1 0 0 0 0,-4-43 0 0 0,-3 11 375 0 0,-3 0 0 0 0,-21-71-1 0 0,24 112-37 0 0,0 0-1 0 0,-10-19 0 0 0,7 15 235 0 0,9 21-549 0 0,-1 0 0 0 0,1-1 0 0 0,0 1 0 0 0,0 0 1 0 0,0 0-1 0 0,0 0 0 0 0,-1 0 0 0 0,1-1 0 0 0,0 1 0 0 0,0 0 0 0 0,0 0 1 0 0,-1 0-1 0 0,1 0 0 0 0,0 0 0 0 0,0 0 0 0 0,-1 0 0 0 0,1-1 1 0 0,0 1-1 0 0,0 0 0 0 0,-1 0 0 0 0,1 0 0 0 0,0 0 0 0 0,0 0 0 0 0,-1 0 1 0 0,1 0-1 0 0,0 0 0 0 0,0 0 0 0 0,-1 0 0 0 0,1 1 0 0 0,0-1 1 0 0,0 0-1 0 0,-1 0 0 0 0,1 0 0 0 0,0 0 0 0 0,0 0 0 0 0,-1 0 0 0 0,1 0 1 0 0,0 1-1 0 0,0-1 0 0 0,0 0 0 0 0,-1 0 0 0 0,1 0 0 0 0,0 1 0 0 0,0-1 1 0 0,0 0-1 0 0,0 0 0 0 0,0 0 0 0 0,-1 1 0 0 0,1-1 0 0 0,0 0 1 0 0,-3 11 50 0 0,1 0 0 0 0,0 0 0 0 0,1 0 1 0 0,0 1-1 0 0,1-1 0 0 0,1 12 0 0 0,9 74 142 0 0,-6-66-166 0 0,39 214 181 0 0,-8-57-162 0 0,-31-157-130 0 0,0 3-299 0 0,2 0 0 0 0,1-1 0 0 0,17 47-1 0 0,-22-74-502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17 134 5184 0 0,'-13'-11'13160'0'0,"10"4"-5981"0"0,8 1-4428 0 0,9-2-3467 0 0,-14 8 714 0 0,25-11 406 0 0,2 1 1 0 0,47-12-1 0 0,-16 5-416 0 0,-47 14-190 0 0,25-10-314 0 0,-18 0-2712 0 0,-13 1-7262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0 5885 0 0,'-2'0'7497'0'0,"-12"2"4184"0"0,6 6-10757 0 0,6-6-152 0 0,-2 8 1789 0 0,4-4-2301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11 696 10797 0 0,'1'9'14444'0'0,"13"-31"-14092"0"0,-1 0 0 0 0,-1 0 1 0 0,-2-1-1 0 0,0-1 0 0 0,-1 0 0 0 0,-1 0 0 0 0,-1 0 1 0 0,-2-1-1 0 0,0 0 0 0 0,1-37 0 0 0,-3 11-226 0 0,-3-1 1 0 0,-3 1-1 0 0,-1-1 0 0 0,-14-63 1 0 0,18 114-122 0 0,-2-10 106 0 0,-1 0 0 0 0,1 0 0 0 0,-2 0 0 0 0,1 0 0 0 0,-7-12-1 0 0,9 21 50 0 0,-3 6-91 0 0,-1 4-40 0 0,0 0 0 0 0,0-1 0 0 0,1 2 0 0 0,0-1 0 0 0,0 0-1 0 0,1 1 1 0 0,0 0 0 0 0,-2 12 0 0 0,-4 26 73 0 0,3 0-1 0 0,2 1 1 0 0,2 62-1 0 0,25 142 119 0 0,-18-218-201 0 0,15 53 0 0 0,-16-74-31 0 0,1 0 0 0 0,0 0 0 0 0,0-1 0 0 0,2 0 0 0 0,-1 0 0 0 0,17 22 0 0 0,-21-31-2 0 0,1-1 0 0 0,-1 1 0 0 0,0 0 0 0 0,1-1 0 0 0,-1 0 0 0 0,1 1 0 0 0,0-1 0 0 0,0 0 0 0 0,0 0 0 0 0,0-1 0 0 0,0 1 0 0 0,0-1 0 0 0,1 1 0 0 0,-1-1 0 0 0,0 0-1 0 0,1 0 1 0 0,-1-1 0 0 0,1 1 0 0 0,-1-1 0 0 0,1 1 0 0 0,-1-1 0 0 0,1 0 0 0 0,-1-1 0 0 0,1 1 0 0 0,-1 0 0 0 0,1-1 0 0 0,-1 0 0 0 0,0 0 0 0 0,1 0 0 0 0,-1 0 0 0 0,0-1 0 0 0,0 1 0 0 0,0-1 0 0 0,1 0 0 0 0,4-4 0 0 0,1 0-49 0 0,-1-1 1 0 0,0-1 0 0 0,0 1 0 0 0,-1-1 0 0 0,0-1 0 0 0,0 1 0 0 0,-1-1 0 0 0,0 0 0 0 0,-1-1 0 0 0,8-17-1 0 0,-7 10 0 0 0,-1 0-1 0 0,0 0 1 0 0,-2-1-1 0 0,0 0 1 0 0,1-22-1 0 0,-4 26 43 0 0,1 0 0 0 0,-2 1 0 0 0,0-1 0 0 0,-1 0-1 0 0,0 0 1 0 0,-1 0 0 0 0,-6-19 0 0 0,8 31 27 0 0,0 0-1 0 0,0 0 1 0 0,0 0 0 0 0,0 0 0 0 0,0 0-1 0 0,0 1 1 0 0,0-1 0 0 0,-1 0 0 0 0,1 1 0 0 0,-1-1-1 0 0,1 1 1 0 0,-1-1 0 0 0,0 1 0 0 0,1 0 0 0 0,-1-1-1 0 0,0 1 1 0 0,0 0 0 0 0,0 0 0 0 0,0 1-1 0 0,0-1 1 0 0,-3-1 0 0 0,4 2 21 0 0,-3 2 9 0 0,0-1-24 0 0,1 1 1 0 0,0 0-1 0 0,-1 0 1 0 0,1 1-1 0 0,0-1 1 0 0,0 0-1 0 0,0 1 1 0 0,0 0-1 0 0,1 0 1 0 0,-1 0-1 0 0,1 0 1 0 0,0 0-1 0 0,0 0 1 0 0,0 1-1 0 0,0-1 1 0 0,0 1-1 0 0,1-1 1 0 0,0 1-1 0 0,0 0 1 0 0,-2 5-1 0 0,2-2-1 0 0,1-1-1 0 0,-1 1 1 0 0,1 0-1 0 0,0 0 0 0 0,1-1 1 0 0,-1 1-1 0 0,1 0 0 0 0,1 0 1 0 0,-1-1-1 0 0,1 1 1 0 0,4 7-1 0 0,-5-11-10 0 0,0 0 0 0 0,1 0 0 0 0,-1-1 0 0 0,1 1 0 0 0,0-1 0 0 0,-1 0 0 0 0,1 1 0 0 0,0-1 0 0 0,1 0 0 0 0,-1 0 0 0 0,0 0-1 0 0,1 0 1 0 0,-1-1 0 0 0,1 1 0 0 0,-1-1 0 0 0,1 1 0 0 0,0-1 0 0 0,0 0 0 0 0,0 0 0 0 0,-1 0 0 0 0,1 0 0 0 0,0-1 0 0 0,0 1 0 0 0,0-1 0 0 0,0 0 0 0 0,0 0 0 0 0,6 0 0 0 0,2-2-9 0 0,-1 0 1 0 0,0 0 0 0 0,1-1 0 0 0,-1-1-1 0 0,0 1 1 0 0,-1-2 0 0 0,1 1-1 0 0,-1-1 1 0 0,0-1 0 0 0,14-10-1 0 0,-11 7-23 0 0,0-1 1 0 0,-1-1-1 0 0,0 0 0 0 0,-1 0 0 0 0,0-1 0 0 0,14-22 0 0 0,-16 18-6 0 0,0-1-1 0 0,0 0 1 0 0,-2-1-1 0 0,0 1 1 0 0,-1-1-1 0 0,-1-1 1 0 0,-1 1-1 0 0,2-26 1 0 0,-2-18 50 0 0,-6-70 0 0 0,3 127-3 0 0,-1-8 123 0 0,1 0 1 0 0,-2 1-1 0 0,1-1 0 0 0,-2 1 1 0 0,0-1-1 0 0,0 1 1 0 0,-6-12-1 0 0,8 22 25 0 0,-9 12 92 0 0,2-5-197 0 0,4 2-6 0 0,-1 1 1 0 0,2-1 0 0 0,-1 1 0 0 0,1 0 0 0 0,0 0 0 0 0,-3 15 0 0 0,2-9-6 0 0,-12 45 92 0 0,4 2 1 0 0,-9 96 0 0 0,8 126 44 0 0,10-180-136 0 0,0-22-31 0 0,4 1 0 0 0,3-1 0 0 0,20 116 0 0 0,-22-188-33 0 0,0 1 1 0 0,0-1 0 0 0,1 0 0 0 0,0 1 0 0 0,0-1 0 0 0,1-1-1 0 0,9 17 1 0 0,-13-25 15 0 0,1 0 0 0 0,-1 1 0 0 0,0-1-1 0 0,1 0 1 0 0,-1 1 0 0 0,0-1 0 0 0,1 0-1 0 0,-1 1 1 0 0,1-1 0 0 0,-1 0 0 0 0,0 1 0 0 0,1-1-1 0 0,-1 0 1 0 0,1 0 0 0 0,-1 0 0 0 0,1 0-1 0 0,-1 1 1 0 0,1-1 0 0 0,-1 0 0 0 0,1 0 0 0 0,-1 0-1 0 0,1 0 1 0 0,-1 0 0 0 0,0 0 0 0 0,1 0-1 0 0,-1 0 1 0 0,1 0 0 0 0,-1 0 0 0 0,1-1 0 0 0,-1 1-1 0 0,1 0 1 0 0,-1 0 0 0 0,1 0 0 0 0,-1-1-1 0 0,1 1 1 0 0,-1 0 0 0 0,0 0 0 0 0,1-1 0 0 0,-1 1-1 0 0,0 0 1 0 0,1-1 0 0 0,-1 1 0 0 0,1-1-1 0 0,0 0-8 0 0,1-1-1 0 0,-1 0 1 0 0,0 0-1 0 0,0 0 1 0 0,0 0 0 0 0,0 0-1 0 0,0 0 1 0 0,0 0-1 0 0,0-2 1 0 0,2-10-30 0 0,-1 0 0 0 0,-1 0 0 0 0,0 0 1 0 0,-1 0-1 0 0,-2-20 0 0 0,-14-74-107 0 0,9 69 82 0 0,-12-40-73 0 0,13 60 18 0 0,1-1 0 0 0,1 1 0 0 0,1-1 0 0 0,0 1 0 0 0,2-1 0 0 0,1-39 0 0 0,2 48 19 0 0,1 0 0 0 0,0 1 0 0 0,0 0 0 0 0,1-1 0 0 0,0 1 0 0 0,1 1 0 0 0,1-1 0 0 0,9-14 0 0 0,9-7-246 0 0,30-30 0 0 0,-5 5 50 0 0,-33 37 272 0 0,-2-1 0 0 0,0 0 0 0 0,-2-1-1 0 0,0 0 1 0 0,-1-1 0 0 0,-1-1 0 0 0,7-24-1 0 0,-13 31 167 0 0,0-1 0 0 0,-1 1-1 0 0,0-1 1 0 0,-1 0-1 0 0,-1 0 1 0 0,-1 0 0 0 0,0 1-1 0 0,-2-1 1 0 0,1 0-1 0 0,-2 0 1 0 0,-5-18 0 0 0,4 22 74 0 0,3 7-48 0 0,0 1-1 0 0,-1 0 1 0 0,1 0-1 0 0,-1-1 1 0 0,0 1-1 0 0,-1 0 1 0 0,1 1-1 0 0,-6-9 1 0 0,7 12 145 0 0,0 3-290 0 0,1-1-1 0 0,0 1 1 0 0,0 0 0 0 0,-1-1 0 0 0,1 1 0 0 0,-1 0 0 0 0,0-1 0 0 0,1 1 0 0 0,-1-1 0 0 0,0 0 0 0 0,-1 3 0 0 0,-3 5 21 0 0,2 7 10 0 0,0 0 1 0 0,1 1 0 0 0,1-1-1 0 0,0 1 1 0 0,2 20-1 0 0,0-14-11 0 0,4 60 59 0 0,32 157 0 0 0,-27-188-137 0 0,-9-45-2 0 0,1 7-175 0 0,1 0 1 0 0,0 1 0 0 0,1-1 0 0 0,1 0 0 0 0,7 16 0 0 0,-6-23-1693 0 0,-2-4-2160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82 10281 0 0,'-8'-5'9113'0'0,"-4"1"-2181"0"0,33-10-6292 0 0,-2 9-183 0 0,3-3-181 0 0,11 0-176 0 0,-9 2-184 0 0,-2-1-188 0 0,4 0-241 0 0,-5 2-1071 0 0,2-2-3148 0 0,-8 2-1541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 72 8205 0 0,'-2'-1'6300'0'0,"1"-1"-5527"0"0,-1 1 1 0 0,1 0-1 0 0,-1 0 1 0 0,1 0-1 0 0,-1 0 1 0 0,0 0-1 0 0,0 0 1 0 0,0 0-1 0 0,1 0 1 0 0,-1 1-1 0 0,0-1 1 0 0,-3 0-1 0 0,-29 4 4373 0 0,32-3-5092 0 0,1 0 20 0 0,1 1-1 0 0,-1-1 1 0 0,0 0 0 0 0,0 0-1 0 0,0 1 1 0 0,0-1 0 0 0,0 1-1 0 0,0-1 1 0 0,1 0 0 0 0,-1 1-1 0 0,0 0 1 0 0,0-1 0 0 0,0 1-1 0 0,1-1 1 0 0,-2 2 0 0 0,2-1 348 0 0,25-2-377 0 0,-23 1-46 0 0,-1 0 1 0 0,0 0 0 0 0,1 0-1 0 0,-1-1 1 0 0,0 1-1 0 0,1 0 1 0 0,-1-1 0 0 0,0 1-1 0 0,0-1 1 0 0,1 0 0 0 0,-1 1-1 0 0,0-1 1 0 0,0 0 0 0 0,0 0-1 0 0,0 1 1 0 0,0-1 0 0 0,0 0-1 0 0,0 0 1 0 0,0 0 0 0 0,0 0-1 0 0,0 0 1 0 0,-1-1 0 0 0,1 1-1 0 0,0 0 1 0 0,-1 0 0 0 0,2-3-1 0 0,-2 2-22 0 0,1-1-1 0 0,0 0 1 0 0,-1 1 0 0 0,1-1-1 0 0,-1 0 1 0 0,0 1-1 0 0,0-6 1 0 0,0 7-22 0 0,0 1 1 0 0,1-1 0 0 0,-2 0-1 0 0,1 0 1 0 0,0 0 0 0 0,0 1-1 0 0,0-1 1 0 0,0 0-1 0 0,0 0 1 0 0,-1 1 0 0 0,1-1-1 0 0,0 0 1 0 0,0 0 0 0 0,-1 1-1 0 0,1-1 1 0 0,-1 0-1 0 0,1 1 1 0 0,-1-1 0 0 0,1 0-1 0 0,-1 1 1 0 0,1-1-1 0 0,-1 1 1 0 0,0-1 0 0 0,1 1-1 0 0,-1-1 1 0 0,0 1 0 0 0,1-1-1 0 0,-1 1 1 0 0,-1-1-1 0 0,1 1-735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1 809 8997 0 0,'0'3'5628'0'0,"0"0"-4023"0"0,0 15 9759 0 0,11-39-11131 0 0,0 0 0 0 0,-2 0 0 0 0,-1-1 0 0 0,-1 0 1 0 0,0-1-1 0 0,3-28 0 0 0,12-147-118 0 0,-18 109 54 0 0,-11-122 0 0 0,4 186 131 0 0,-2 0 0 0 0,-12-40 1 0 0,17 64-287 0 0,0 0 250 0 0,-3 4-190 0 0,0 2-54 0 0,0-1 0 0 0,0 1 0 0 0,0 0-1 0 0,1 0 1 0 0,0 0 0 0 0,0 1 0 0 0,1-1 0 0 0,-3 11-1 0 0,-3 52 106 0 0,5-41-85 0 0,-1 64 145 0 0,4 0 0 0 0,16 113 0 0 0,-15-183-167 0 0,1-1 1 0 0,0 0-1 0 0,2 0 1 0 0,0 0-1 0 0,2 0 1 0 0,13 28-1 0 0,-18-42-20 0 0,1-1 0 0 0,0 0 0 0 0,0 0 0 0 0,1 0 0 0 0,0 0-1 0 0,-1 0 1 0 0,2 0 0 0 0,-1-1 0 0 0,0 0 0 0 0,1 0 0 0 0,0 0 0 0 0,0-1-1 0 0,0 0 1 0 0,0 0 0 0 0,1 0 0 0 0,-1 0 0 0 0,1-1 0 0 0,0 0 0 0 0,-1 0 0 0 0,1 0-1 0 0,0-1 1 0 0,0 0 0 0 0,0 0 0 0 0,0 0 0 0 0,0-1 0 0 0,9-1 0 0 0,-3 0-30 0 0,0-1 0 0 0,0-1 1 0 0,0 0-1 0 0,0-1 0 0 0,0 0 1 0 0,-1-1-1 0 0,0 0 0 0 0,0-1 1 0 0,0 0-1 0 0,0-1 0 0 0,-1 0 1 0 0,-1 0-1 0 0,1-1 0 0 0,-1 0 1 0 0,14-17-1 0 0,-16 17 3 0 0,0 0 0 0 0,-1-1 0 0 0,0 0-1 0 0,0 0 1 0 0,-1-1 0 0 0,0 0 0 0 0,-1 1 0 0 0,0-1 0 0 0,0-1-1 0 0,-1 1 1 0 0,-1-1 0 0 0,0 1 0 0 0,0-1 0 0 0,-1 0 0 0 0,0 1-1 0 0,-1-1 1 0 0,0 0 0 0 0,-3-14 0 0 0,3 20 51 0 0,-1 0 0 0 0,0 0 0 0 0,-1 0 1 0 0,1 0-1 0 0,-1 1 0 0 0,0-1 0 0 0,0 0 0 0 0,0 1 1 0 0,-1-1-1 0 0,0 1 0 0 0,1 0 0 0 0,-2 0 0 0 0,1 0 1 0 0,0 0-1 0 0,-1 1 0 0 0,-5-6 0 0 0,8 9-12 0 0,0-1-1 0 0,0 1 1 0 0,0-1-1 0 0,-1 1 0 0 0,1-1 1 0 0,0 1-1 0 0,0-1 1 0 0,0 1-1 0 0,0 0 1 0 0,0 0-1 0 0,0 0 1 0 0,-1 0-1 0 0,1-1 0 0 0,0 1 1 0 0,0 1-1 0 0,0-1 1 0 0,0 0-1 0 0,-1 0 1 0 0,1 0-1 0 0,0 1 1 0 0,0-1-1 0 0,-1 1 1 0 0,0 0-1 0 0,0 0 1 0 0,0 1 0 0 0,0-1 0 0 0,0 1 0 0 0,0-1-1 0 0,1 1 1 0 0,-1 0 0 0 0,1-1 0 0 0,-1 1 0 0 0,-1 3 0 0 0,0 0 2 0 0,0 1-1 0 0,0-1 1 0 0,1 0 0 0 0,0 1 0 0 0,0 0 0 0 0,0-1 0 0 0,-1 12 0 0 0,2-4 1 0 0,1 0 0 0 0,0 0 1 0 0,1 0-1 0 0,0 0 0 0 0,1 0 0 0 0,4 17 1 0 0,-4-25-18 0 0,-1 0 0 0 0,1 0 1 0 0,0 0-1 0 0,1 0 1 0 0,-1 0-1 0 0,1-1 1 0 0,0 1-1 0 0,0-1 1 0 0,0 0-1 0 0,1 0 1 0 0,-1 0-1 0 0,1 0 1 0 0,0 0-1 0 0,0-1 1 0 0,0 0-1 0 0,1 0 1 0 0,9 5-1 0 0,-9-6-11 0 0,0-1-1 0 0,0 1 0 0 0,0-1 1 0 0,0 0-1 0 0,0-1 0 0 0,1 1 1 0 0,-1-1-1 0 0,0 0 0 0 0,0 0 1 0 0,1-1-1 0 0,-1 1 0 0 0,0-1 1 0 0,0-1-1 0 0,0 1 0 0 0,0-1 1 0 0,7-2-1 0 0,0-2-59 0 0,1 0 0 0 0,-1-1 0 0 0,0 0 0 0 0,19-15 1 0 0,-22 14-5 0 0,0-1 0 0 0,-1 0 1 0 0,0 0-1 0 0,0-1 1 0 0,-1 0-1 0 0,0-1 1 0 0,-1 1-1 0 0,0-1 1 0 0,-1 0-1 0 0,6-16 1 0 0,0-9-273 0 0,14-71-1 0 0,-9-42-225 0 0,-13 106 474 0 0,-2-115 463 0 0,0 157-317 0 0,-1-1 1 0 0,0 1-1 0 0,0 0 1 0 0,0-1-1 0 0,0 1 1 0 0,0-1-1 0 0,0 1 1 0 0,0-1 0 0 0,0 1-1 0 0,0 0 1 0 0,-1-1-1 0 0,1 1 1 0 0,-1 0-1 0 0,1-1 1 0 0,-1 1-1 0 0,1 0 1 0 0,-1 0-1 0 0,0-1 1 0 0,0 1 0 0 0,1 0-1 0 0,-1 0 1 0 0,0 0-1 0 0,0 0 1 0 0,0 0-1 0 0,0 0 1 0 0,-1 0-1 0 0,1 0 1 0 0,-2 0-1 0 0,0 3 157 0 0,-6 15-79 0 0,1-1 0 0 0,1 1 0 0 0,0 1 0 0 0,2-1-1 0 0,0 1 1 0 0,-5 32 0 0 0,5-26-54 0 0,-61 384 567 0 0,55-293-498 0 0,7 181-1 0 0,7-254-122 0 0,1 0 1 0 0,14 55-1 0 0,-18-97-13 0 0,13 41-27 0 0,-12-39 19 0 0,0 0 0 0 0,-1 0-1 0 0,1-1 1 0 0,0 1-1 0 0,0 0 1 0 0,1-1-1 0 0,-1 1 1 0 0,0-1-1 0 0,0 1 1 0 0,1-1-1 0 0,-1 0 1 0 0,1 0-1 0 0,-1 0 1 0 0,1 1-1 0 0,-1-1 1 0 0,1-1 0 0 0,0 1-1 0 0,3 1 1 0 0,-1-4-64 0 0,0-3 43 0 0,0-1 1 0 0,0 1 0 0 0,0-1-1 0 0,-1 0 1 0 0,0 0 0 0 0,0-1 0 0 0,0 1-1 0 0,-1 0 1 0 0,0-1 0 0 0,0 0-1 0 0,-1 1 1 0 0,0-1 0 0 0,0 0-1 0 0,0 0 1 0 0,-1-11 0 0 0,-1-12-54 0 0,0 1 0 0 0,-8-39 1 0 0,-2 14-56 0 0,-27-78 0 0 0,25 93 83 0 0,10 31 38 0 0,1 1 0 0 0,0-1 0 0 0,1 0 0 0 0,-1 1 0 0 0,2-1 0 0 0,-1-12 0 0 0,1 17 6 0 0,1-1 1 0 0,-1 0-1 0 0,1 1 1 0 0,0-1 0 0 0,1 0-1 0 0,-1 1 1 0 0,0-1-1 0 0,1 1 1 0 0,0-1-1 0 0,0 1 1 0 0,0 0-1 0 0,0 0 1 0 0,0 0-1 0 0,1 0 1 0 0,3-3-1 0 0,101-83-343 0 0,-73 63 112 0 0,52-50 0 0 0,-77 66 181 0 0,1-1 0 0 0,-1 0-1 0 0,-1-1 1 0 0,0 0 0 0 0,-1 0-1 0 0,0 0 1 0 0,-1-1 0 0 0,0 0-1 0 0,4-16 1 0 0,-5 10 58 0 0,-1 0 0 0 0,-1-1 1 0 0,0 0-1 0 0,-2 1 0 0 0,-1-39 0 0 0,-1 43 136 0 0,-1 1 0 0 0,0 0 0 0 0,-1 0 0 0 0,0 0 0 0 0,-1 1 0 0 0,-1-1-1 0 0,0 1 1 0 0,-1 0 0 0 0,-9-14 0 0 0,1 9 312 0 0,14 17-429 0 0,-1 1 0 0 0,1-1-1 0 0,0 1 1 0 0,-1-1 0 0 0,1 1 0 0 0,-1-1 0 0 0,1 1-1 0 0,-1-1 1 0 0,1 1 0 0 0,-1 0 0 0 0,1-1 0 0 0,-1 1-1 0 0,1 0 1 0 0,-1-1 0 0 0,1 1 0 0 0,-1 0 0 0 0,0 0-1 0 0,1 0 1 0 0,-1 0 0 0 0,1-1 0 0 0,-1 1 0 0 0,0 0-1 0 0,1 0 1 0 0,-1 0 0 0 0,0 0 0 0 0,1 0 0 0 0,-1 0-1 0 0,1 1 1 0 0,-1-1 0 0 0,0 0 0 0 0,1 0 0 0 0,-1 0-1 0 0,1 0 1 0 0,-1 1 0 0 0,0-1 0 0 0,0 1 0 0 0,-2 3 12 0 0,0 0 0 0 0,1 0 0 0 0,-1 1 0 0 0,1-1 0 0 0,0 1 0 0 0,0 0 0 0 0,0 0 0 0 0,0 0 1 0 0,1 0-1 0 0,0 0 0 0 0,0 0 0 0 0,1 0 0 0 0,-1 9 0 0 0,1 10 42 0 0,4 37-1 0 0,10 34 38 0 0,34 121-1 0 0,24 0-318 0 0,-70-210 179 0 0,-1-3-188 0 0,-1-2 75 0 0,1 1 0 0 0,-1-1 0 0 0,0 1 0 0 0,1-1 0 0 0,-1 0 0 0 0,1 0 0 0 0,0 1 0 0 0,-1-1 0 0 0,1 0 0 0 0,0 0 0 0 0,0 0 0 0 0,0 1 0 0 0,0-1 0 0 0,-1 0 0 0 0,2 0 0 0 0,0 1 0 0 0,0-6-4112 0 0,7-15-2253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10693 0 0,'0'-1'4702'0'0,"2"-9"1985"0"0,13 5-5751 0 0,1 0-1 0 0,1 0 1 0 0,-1 2-1 0 0,30-3 1 0 0,71 1 446 0 0,-99 4-3643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04.8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181 0 3572 0 0,'-12'13'13509'0'0,"0"0"-6590"0"0,11-12-6317 0 0,-21 18 3211 0 0,-9 23-2366 0 0,24-35-1375 0 0,1 0 0 0 0,1 1 1 0 0,-1 0-1 0 0,1 0 0 0 0,-4 10 0 0 0,-23 34 156 0 0,25-34-194 0 0,1 0 0 0 0,0 0 0 0 0,2 0 1 0 0,0 1-1 0 0,-1 20 0 0 0,5-34-29 0 0,3 48 9 0 0,1-15-7 0 0,1-6 2 0 0,-4-22-7 0 0,0 0 1 0 0,1-1-1 0 0,0 1 1 0 0,1-1-1 0 0,0 1 1 0 0,7 14-1 0 0,4 19 0 0 0,-11-31-2 0 0,0-1 0 0 0,1 1 1 0 0,0-1-1 0 0,10 18 0 0 0,35 52-33 0 0,-44-74 21 0 0,4 6-23 0 0,0 0 1 0 0,13 13 0 0 0,6-2 6 0 0,-24-20 27 0 0,8 5-5 0 0,12 1 2 0 0,-23-10 0 0 0,2 3 5 0 0,0 0 0 0 0,0-1 0 0 0,1 0 0 0 0,-1 0 0 0 0,1 0 0 0 0,-1 0 0 0 0,1-1 0 0 0,0 1 0 0 0,0-1 0 0 0,6 2 0 0 0,-2-3-12 0 0,0 0 0 0 0,0 0 0 0 0,0-1 1 0 0,0 0-1 0 0,10-2 0 0 0,-16 3 6 0 0,6 0 2 0 0,5-1-6 0 0,24-14 3 0 0,-24 10 6 0 0,-1-1-1 0 0,0 0 1 0 0,0-1 0 0 0,0-1 0 0 0,20-17 0 0 0,-24 19 1 0 0,2-2-3 0 0,-3-1-5 0 0,27-23-6 0 0,-29 28 15 0 0,0-1 0 0 0,0 0 0 0 0,-1-1 0 0 0,1 1 0 0 0,-1-1 0 0 0,-1 0 0 0 0,4-7 0 0 0,-4 10-2 0 0,-1 1-1 0 0,0-1 1 0 0,-1 0-1 0 0,1 0 0 0 0,0-1 1 0 0,-1 1-1 0 0,2-7 1 0 0,-1 3 1 0 0,25-74 12 0 0,-24 71-14 0 0,2-10-2 0 0,-3 15 1 0 0,2-3 0 0 0,6-24 9 0 0,10-83 5 0 0,-19 111-7 0 0,-1-4 4 0 0,0 1 1 0 0,0 0 0 0 0,-1 0-1 0 0,0 0 1 0 0,0 0 0 0 0,-4-13-1 0 0,-34-117 268 0 0,36 132-255 0 0,1 0 0 0 0,-1 1 0 0 0,0-1 0 0 0,0 1 0 0 0,0 0 1 0 0,-1 0-1 0 0,0 0 0 0 0,1 0 0 0 0,-1 0 0 0 0,-7-4 0 0 0,-9-9 23 0 0,-16-16 88 0 0,35 32-103 0 0,-45-13 91 0 0,29 7-73 0 0,15 6-33 0 0,-2 2 1 0 0,0-1 1 0 0,0 0-1 0 0,0 1 0 0 0,0-2 0 0 0,0 1 0 0 0,0 0 1 0 0,-4-2-1 0 0,-13 0 38 0 0,-24-2 35 0 0,43 3-80 0 0,-37-3 109 0 0,-7-2-45 0 0,44 5-58 0 0,0 1-9 0 0,-31 3 64 0 0,31-3-64 0 0,-20 8 29 0 0,7 1-16 0 0,-27 14 11 0 0,39-22-28 0 0,-1 3-3 0 0,3-3-10 0 0,-7 2-92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05.78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 42 1720 0 0,'8'-28'21032'0'0,"-3"14"-14243"0"0,-5 20-6676 0 0,1 353 1592 0 0,0-350-1662 0 0,-1 0 0 0 0,-1 0-1 0 0,-1 11 1 0 0,2-18-217 0 0,-24-17-13828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06.7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101 55 2780 0 0,'1'-4'285'0'0,"5"-8"12004"0"0,-2 6-5798 0 0,-2-1-5427 0 0,0 4 1932 0 0,4-6 858 0 0,-8 16-2339 0 0,-14 30-1893 0 0,4-8 764 0 0,-21 44-132 0 0,19-46-25 0 0,-17 51 1 0 0,23-65-114 0 0,3-8 208 0 0,10-20-323 0 0,1-1 1 0 0,0 0-1 0 0,1 1 0 0 0,17-27 0 0 0,47-59-10 0 0,-54 78 8 0 0,25-31 21 0 0,-41 53 56 0 0,0 5-65 0 0,8 35 26 0 0,-8-31-31 0 0,0 1 0 0 0,1-1 0 0 0,0 0-1 0 0,0 0 1 0 0,1 0 0 0 0,0-1 0 0 0,4 9 0 0 0,6 6-231 0 0,7 12-205 0 0,-5-15-6514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52.7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8 7485 0 0,'0'0'15354'0'0,"-1"-6"-14379"0"0,0 5-201 0 0,2 5 4013 0 0,2 37-4077 0 0,-2 66 0 0 0,-2-52-568 0 0,23 389 644 0 0,-8-226-551 0 0,12 19-90 0 0,-24-211-114 0 0,-3-20-23 0 0,1 0-1 0 0,1 0 1 0 0,-1 0-1 0 0,1 0 1 0 0,3 11-1 0 0,-4-15-3 0 0,1 0 0 0 0,1 6 0 0 0,-2-1 0 0 0,4 6 5 0 0,-3-12-7 0 0,-10 19-189 0 0,9-19 183 0 0,0 0-50 0 0,0 0 8 0 0,0 0 0 0 0,-1 0 0 0 0,1 0 0 0 0,0 0 0 0 0,0 0 0 0 0,-1 0 0 0 0,1 0 0 0 0,0 0 0 0 0,-1 0 0 0 0,1 0 0 0 0,-1 0 0 0 0,1 0 0 0 0,-1 0 0 0 0,1 0 0 0 0,-1-1 0 0 0,0 1 0 0 0,0 0 0 0 0,1 0 0 0 0,-1-1 0 0 0,0 1 0 0 0,0 0 0 0 0,0-1 0 0 0,0 1 0 0 0,-1 0 0 0 0,0 0-706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53.50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5 171 10405 0 0,'-5'-7'21109'0'0,"172"-38"-20349"0"0,142-31-568 0 0,-219 66-190 0 0,-72 8 7 0 0,-18 2 1 0 0,21 0-256 0 0,-3-4-194 0 0,-17 3 341 0 0,9-5-784 0 0,-10 5 605 0 0,0 0 0 0 0,0 0 0 0 0,1 1 0 0 0,-1-1 0 0 0,0 0 0 0 0,-1 0 0 0 0,1 1 0 0 0,0-1-1 0 0,0 0 1 0 0,0 1 0 0 0,0-1 0 0 0,-1 0 0 0 0,1 0 0 0 0,0 1 0 0 0,-1-1 0 0 0,1 0 0 0 0,0 1 0 0 0,-1-1 0 0 0,1 1 0 0 0,-1-1 0 0 0,1 0 0 0 0,-1 1 0 0 0,1-1 0 0 0,-1 1 0 0 0,1-1 0 0 0,-1 1 0 0 0,0 0 0 0 0,0-1 0 0 0,0 0 226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53.82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9 8245 0 0,'-2'-8'22572'0'0,"10"7"-22471"0"0,-1 1-1 0 0,0 1 1 0 0,0-1 0 0 0,0 1-1 0 0,0 0 1 0 0,1 1 0 0 0,-1-1 0 0 0,-1 2-1 0 0,1-1 1 0 0,7 4 0 0 0,-5-2-54 0 0,1 0 1 0 0,-1 1 0 0 0,0 1-1 0 0,0-1 1 0 0,-1 1 0 0 0,14 13-1 0 0,-20-17-43 0 0,0 0-1 0 0,0 0 1 0 0,-1 1 0 0 0,1-1-1 0 0,-1 0 1 0 0,1 1-1 0 0,-1-1 1 0 0,0 1 0 0 0,0-1-1 0 0,0 1 1 0 0,0-1-1 0 0,-1 1 1 0 0,1 0 0 0 0,-1-1-1 0 0,1 1 1 0 0,-1 0-1 0 0,0 2 1 0 0,-1 0-14 0 0,1 0 0 0 0,-1-1 0 0 0,0 1-1 0 0,-1 0 1 0 0,1-1 0 0 0,-1 1 0 0 0,0-1 0 0 0,0 1 0 0 0,-3 3 0 0 0,-6 8-260 0 0,0 0 1 0 0,-2-1 0 0 0,-25 24 0 0 0,31-31 37 0 0,-40 43-5763 0 0,24-23-505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55.5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 0 8497 0 0,'0'0'20072'0'0,"-4"2"-19814"0"0,-12 4-24 0 0,16-6-215 0 0,-1 1 1 0 0,0-1-1 0 0,0 1 0 0 0,1-1 1 0 0,-1 1-1 0 0,0 0 1 0 0,1 0-1 0 0,-1-1 1 0 0,0 1-1 0 0,1 0 1 0 0,-1 0-1 0 0,1 0 1 0 0,-1-1-1 0 0,1 1 0 0 0,0 0 1 0 0,-1 0-1 0 0,1 0 1 0 0,0 0-1 0 0,0 0 1 0 0,0 0-1 0 0,-1 0 1 0 0,1 1-1 0 0,-1 4 212 0 0,-2 17-54 0 0,0-1 0 0 0,2 0-1 0 0,1 1 1 0 0,3 32-1 0 0,0-2 21 0 0,14 144 320 0 0,-4-71-355 0 0,-10-88-143 0 0,18 182 15 0 0,8-74-34 0 0,-28-135 0 0 0,-2 32 3 0 0,-5 29 97 0 0,-1 19 96 0 0,9-64-116 0 0,-1-25-71 0 0,-1 0 1 0 0,0 0-1 0 0,1 0 0 0 0,-1 0 0 0 0,0 0 0 0 0,0 0 1 0 0,0 0-1 0 0,-1-1 0 0 0,0 5 0 0 0,0-3 1 0 0,-8 41-174 0 0,4-41-215 0 0,1-5-2627 0 0,-6-16-1412 0 0,6 4-2033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56.48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769 15 8889 0 0,'0'0'9549'0'0,"2"-3"-7652"0"0,6-9 8156 0 0,-10 12-10016 0 0,-1 0-1 0 0,1 1 1 0 0,0-1-1 0 0,0 0 1 0 0,-1 1 0 0 0,1-1-1 0 0,0 1 1 0 0,0 0-1 0 0,-3 1 1 0 0,-19 6 193 0 0,-81 9 189 0 0,0-4 1 0 0,-148-1-1 0 0,43-23-221 0 0,165 7-156 0 0,43 4-58 0 0,-7-3 128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4:57.3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164 40 8421 0 0,'0'0'17219'0'0,"0"-1"-17138"0"0,-1 1-1 0 0,1 0 0 0 0,0 0 0 0 0,-1 0 0 0 0,1-1 1 0 0,0 1-1 0 0,0 0 0 0 0,-1 0 0 0 0,1-1 1 0 0,0 1-1 0 0,0 0 0 0 0,-1 0 0 0 0,1-1 0 0 0,0 1 1 0 0,0 0-1 0 0,0-1 0 0 0,0 1 0 0 0,-1 0 1 0 0,1-1-1 0 0,0 1 0 0 0,0 0 0 0 0,0-1 0 0 0,0 1 1 0 0,0 0-1 0 0,0-1 0 0 0,0 1 0 0 0,0-1 1 0 0,0 1-1 0 0,0 0 0 0 0,0-1 0 0 0,1 0-83 0 0,1-2 82 0 0,0 0 0 0 0,0 0 0 0 0,0 1 0 0 0,0-1 0 0 0,1 1 0 0 0,-1-1 0 0 0,1 1 0 0 0,0 0-1 0 0,3-3 1 0 0,-5 5-36 0 0,1-1 62 0 0,-2 1-89 0 0,0 0 0 0 0,0 1-1 0 0,0-1 1 0 0,0 0 0 0 0,0 0-1 0 0,0 0 1 0 0,0 0 0 0 0,0 0-1 0 0,0 1 1 0 0,0-1 0 0 0,0 0-1 0 0,1 0 1 0 0,-1 0-1 0 0,0 0 1 0 0,0 0 0 0 0,0 0-1 0 0,0 1 1 0 0,0-1 0 0 0,0 0-1 0 0,0 0 1 0 0,0 0 0 0 0,0 0-1 0 0,0 0 1 0 0,0 0 0 0 0,0 0-1 0 0,1 0 1 0 0,-1 0 0 0 0,0 1-1 0 0,0-1 1 0 0,0 0 0 0 0,0 0-1 0 0,0 0 1 0 0,0 0 0 0 0,0 0-1 0 0,1 0 1 0 0,-1 0-1 0 0,0 0 1 0 0,0 0 0 0 0,0 0-1 0 0,0 0 1 0 0,0 0 0 0 0,0 0-1 0 0,1 0 1 0 0,-1 0 0 0 0,0 0-1 0 0,0 0 1 0 0,0 0 0 0 0,0 0-1 0 0,0 0 1 0 0,1 0 0 0 0,-1 0-1 0 0,0 0 1 0 0,0 0 0 0 0,0 0-1 0 0,0 0 1 0 0,0-1 0 0 0,0 1-1 0 0,0 0 1 0 0,0 0-1 0 0,1 0 1 0 0,-12 15 139 0 0,0 0-1 0 0,0 0 1 0 0,-2-1-1 0 0,0-1 1 0 0,0 0 0 0 0,-16 10-1 0 0,6-2 350 0 0,-24 25-1 0 0,45-44-463 0 0,-1 1 0 0 0,1-1-1 0 0,0 1 1 0 0,0-1 0 0 0,0 1 0 0 0,0 0 0 0 0,1 0-1 0 0,-1 0 1 0 0,1 0 0 0 0,-1 0 0 0 0,1 0 0 0 0,0 0 0 0 0,0 4-1 0 0,0-6-7 0 0,2 15 38 0 0,1-7-67 0 0,4-2-3 0 0,0 0 0 0 0,-4 3 0 0 0,-1 3 0 0 0,1-3 0 0 0,6-6 0 0 0,8 2 0 0 0,-1 1 0 0 0,0 1 0 0 0,15 9 0 0 0,16 9 0 0 0,-34-20 1 0 0,-2-2-7 0 0,-1 0 0 0 0,0 1-1 0 0,0 0 1 0 0,-1 1 0 0 0,12 9-1 0 0,-19-14-36 0 0,-1-1 0 0 0,0 0 0 0 0,0 1 1 0 0,1-1-1 0 0,-1 1 0 0 0,0-1 0 0 0,0 0 0 0 0,0 1 0 0 0,0-1 0 0 0,0 1 0 0 0,0-1 0 0 0,1 1 0 0 0,-1-1 0 0 0,0 0 0 0 0,0 1 0 0 0,0-1 0 0 0,-1 1 0 0 0,1-1 0 0 0,0 1 0 0 0,0-1 0 0 0,0 1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5:14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39 896 0 0,'0'0'11318'0'0,"6"-26"1629"0"0,-5 14-9645 0 0,1 16-1859 0 0,2 18-1150 0 0,2 56 151 0 0,16 80 0 0 0,-7-65-321 0 0,-2-8-40 0 0,10 96 38 0 0,-19-150-85 0 0,14 55 1 0 0,-2-9 14 0 0,9 27 37 0 0,-15-64-15 0 0,-10-38-48 0 0,13 32 327 0 0,-13-33-305 0 0,1 0-46 0 0,-1-1-1 0 0,0 0 1 0 0,1 1 0 0 0,-1-1-1 0 0,1 1 1 0 0,-1-1 0 0 0,0 1-1 0 0,1-1 1 0 0,-1 1 0 0 0,0-1-1 0 0,0 1 1 0 0,1 0 0 0 0,-1-1-1 0 0,0 1 1 0 0,0-1 0 0 0,0 1-1 0 0,0-1 1 0 0,0 1 0 0 0,0 0-1 0 0,0-1 1 0 0,0 1 0 0 0,0 0-1 0 0,2 23 19 0 0,-2-14-13 0 0,2 3 10 0 0,0 1 0 0 0,-1-1 0 0 0,-1 20 0 0 0,3 31 49 0 0,-3-55-58 0 0,0-1 0 0 0,0 1 1 0 0,1 0-1 0 0,0-1 1 0 0,0 1-1 0 0,1 0 1 0 0,5 15-1 0 0,-3 10-1849 0 0,-10-36 1377 0 0,-4-3-143 0 0,0-3-4440 0 0,2 1-1422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5:1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44 9569 0 0,'-9'-15'21707'0'0,"16"35"-20383"0"0,-3-10-1446 0 0,1-1 1 0 0,0 1-1 0 0,12 15 1 0 0,-8-13 145 0 0,1-1 0 0 0,0-1 0 0 0,0 0 0 0 0,1 0 0 0 0,1-1 0 0 0,0-1 0 0 0,0 0 1 0 0,0 0-1 0 0,1-1 0 0 0,16 6 0 0 0,32 13 36 0 0,-60-26-55 0 0,1 0 1 0 0,-1 1-5 0 0,0-1 0 0 0,0 0 0 0 0,0 0 0 0 0,0 0 1 0 0,0 0-1 0 0,0-1 0 0 0,0 1 0 0 0,-1 0 0 0 0,1 0 1 0 0,0 0-1 0 0,0-1 0 0 0,0 1 0 0 0,0-1 1 0 0,0 1-1 0 0,0-1 0 0 0,-1 1 0 0 0,1-1 0 0 0,0 1 1 0 0,0-1-1 0 0,-1 1 0 0 0,1-1 0 0 0,0 0 0 0 0,-1 0 1 0 0,1 1-1 0 0,-1-1 0 0 0,1 0 0 0 0,-1 0 0 0 0,1 0 1 0 0,-1 1-1 0 0,1-1 0 0 0,-1-2 0 0 0,10-36-32 0 0,-8 24 5 0 0,3-4-8 0 0,0 0 0 0 0,1 0 0 0 0,1 1 0 0 0,0-1-1 0 0,2 2 1 0 0,17-29 0 0 0,-20 38 199 0 0,-4 8-69 0 0,-7 18-41 0 0,-17 29-63 0 0,-1-12-609 0 0,-2-1-1 0 0,-2-2 1 0 0,-31 32-1 0 0,43-47-3570 0 0,5-1-2320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5:33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51 10061 0 0,'-3'0'7764'0'0,"-17"-1"-881"0"0,9-1-296 0 0,183-5-6057 0 0,115-3-351 0 0,145 17-133 0 0,-327-2-144 0 0,-98-4 95 0 0,-5-1 19 0 0,0 0 0 0 0,0 1 0 0 0,0-1-1 0 0,0 0 1 0 0,0 0 0 0 0,0 0 0 0 0,0 0 0 0 0,0 0 0 0 0,0-1 0 0 0,0 1 0 0 0,0-1 0 0 0,0 1-1 0 0,-1-1 1 0 0,1 0 0 0 0,0 1 0 0 0,3-3 0 0 0,-4 2 71 0 0,1 1-146 0 0,3 1 50 0 0,1-1 0 0 0,-1 0 1 0 0,0 0-1 0 0,0 0 0 0 0,8-2 0 0 0,37-3-13 0 0,-41 4 20 0 0,-3 3-1 0 0,12-7-3 0 0,-5 1 0 0 0,-6 3-1 0 0,-4 1 4 0 0,0 0 0 0 0,-1 0 0 0 0,1-1 0 0 0,0 1 0 0 0,0-1 0 0 0,0 0 0 0 0,-1 0 0 0 0,1 0 0 0 0,-1 0 0 0 0,4-2 0 0 0,-5 2-1 0 0,22 1-3 0 0,-20 0 9 0 0,20 3-8 0 0,-21-4 8 0 0,9 0-4 0 0,-2-2 2 0 0,-6 3 2 0 0,5-1 0 0 0,0-2-776 0 0,-14 0-2593 0 0,-9 0-1084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5:34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16 4016 0 0,'0'0'14776'0'0,"-4"-15"-1815"0"0,24 29-12829 0 0,-1-1-1 0 0,2-1 1 0 0,0 0 0 0 0,39 14-1 0 0,12 8 64 0 0,-71-34-190 0 0,1 1 0 0 0,0 0 0 0 0,-1 0-1 0 0,1 0 1 0 0,-1 0 0 0 0,0 0 0 0 0,1 0 0 0 0,-1 0-1 0 0,0 0 1 0 0,0 0 0 0 0,1 1 0 0 0,-1-1-1 0 0,0 0 1 0 0,0 1 0 0 0,-1-1 0 0 0,1 1-1 0 0,0-1 1 0 0,1 4 0 0 0,-4 5 5 0 0,1-7-15 0 0,-1 0 1 0 0,1-1-1 0 0,-1 1 0 0 0,0 0 1 0 0,0-1-1 0 0,0 0 1 0 0,0 1-1 0 0,-1-1 0 0 0,1 0 1 0 0,-1 0-1 0 0,-3 3 0 0 0,-37 18-125 0 0,15-9 34 0 0,-4 4-204 0 0,-39 22-1079 0 0,25-13-3445 0 0,12-6-1684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23 5641 0 0,'-1'-2'795'0'0,"0"1"1"0"0,-1-1-1 0 0,1 0 1 0 0,0 1-1 0 0,-1-1 1 0 0,1 1-1 0 0,-1 0 1 0 0,0-1-1 0 0,1 1 1 0 0,-1 0-1 0 0,0 0 1 0 0,0 0-1 0 0,0 0 1 0 0,1 0-1 0 0,-1 1 1 0 0,0-1 0 0 0,0 0-1 0 0,-4 0 1 0 0,3 1-320 0 0,0 0 0 0 0,-1 0 0 0 0,1 1 0 0 0,0-1 0 0 0,0 1 0 0 0,-1-1 0 0 0,1 1 0 0 0,0 0 1 0 0,0 0-1 0 0,-5 3 0 0 0,-2 2-112 0 0,0 0 1 0 0,0 0 0 0 0,1 1 0 0 0,0 0 0 0 0,-14 15-1 0 0,4 0-77 0 0,1 2 0 0 0,1 0-1 0 0,1 0 1 0 0,1 1-1 0 0,1 1 1 0 0,1 1 0 0 0,1 0-1 0 0,2 1 1 0 0,-9 37 0 0 0,12-37-183 0 0,1-1 1 0 0,1 1-1 0 0,2 0 1 0 0,1 0-1 0 0,1 0 1 0 0,3 29-1 0 0,-1-43-80 0 0,1 0 0 0 0,1 0 0 0 0,0 1 0 0 0,1-2 0 0 0,0 1 0 0 0,1 0 0 0 0,1-1 0 0 0,0 0 0 0 0,0 0 0 0 0,2-1 0 0 0,-1 0 0 0 0,2 0 0 0 0,17 19 0 0 0,-17-22-41 0 0,-1-2 0 0 0,1 1 0 0 0,1-1 0 0 0,-1-1 0 0 0,1 1 0 0 0,0-2 0 0 0,1 1 0 0 0,20 6 0 0 0,-15-7-118 0 0,1-1 1 0 0,-1-1 0 0 0,1 0-1 0 0,-1-1 1 0 0,25-1 0 0 0,-33-1-58 0 0,-1-1 0 0 0,0 0 0 0 0,1 0 1 0 0,-1 0-1 0 0,13-5 0 0 0,16-8-4691 0 0,-31 11 3624 0 0,19-7-5182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42 5725 0 0,'-3'-4'2998'0'0,"0"-1"0"0"0,0 1 0 0 0,-1 0 1 0 0,0 1-1 0 0,-5-6 0 0 0,-11-3 2065 0 0,19 11-3895 0 0,-3 15-389 0 0,-2 6-422 0 0,10 48 78 0 0,3 0 0 0 0,26 108 0 0 0,-11-61-295 0 0,22 86-327 0 0,-40-190-1027 0 0,-6-19-1778 0 0,-3-16-1207 0 0,-1 1-2241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42 448 19234 0 0,'-7'-70'3968'0'0,"-21"-99"0"0"0,25 157-3692 0 0,2 1 0 0 0,0-1 0 0 0,0 0 0 0 0,1 1 1 0 0,0-1-1 0 0,1 0 0 0 0,4-20 0 0 0,-4 27-230 0 0,0 0 1 0 0,1-1-1 0 0,-1 1 0 0 0,1 0 0 0 0,0 0 0 0 0,1 0 1 0 0,-1 1-1 0 0,1-1 0 0 0,0 0 0 0 0,0 1 1 0 0,0 0-1 0 0,0 0 0 0 0,1 0 0 0 0,0 0 1 0 0,0 0-1 0 0,0 1 0 0 0,0-1 0 0 0,10-4 0 0 0,-13 7-43 0 0,1 0-1 0 0,-1 1 1 0 0,1-1-1 0 0,0 1 1 0 0,-1-1-1 0 0,1 1 1 0 0,0-1-1 0 0,-1 1 0 0 0,1 0 1 0 0,0 0-1 0 0,0 0 1 0 0,-1 0-1 0 0,1 0 1 0 0,0 0-1 0 0,0 1 1 0 0,-1-1-1 0 0,1 0 0 0 0,0 1 1 0 0,-1 0-1 0 0,1-1 1 0 0,-1 1-1 0 0,3 1 1 0 0,-2 0-5 0 0,1 0 0 0 0,0 0 1 0 0,-1 1-1 0 0,0-1 0 0 0,1 1 0 0 0,-1 0 1 0 0,0 0-1 0 0,0-1 0 0 0,-1 1 1 0 0,3 5-1 0 0,2 6-16 0 0,-1 1 0 0 0,-1 0-1 0 0,5 26 1 0 0,-6-17 11 0 0,-1 0 0 0 0,-2 0 0 0 0,0-1 0 0 0,-1 1 0 0 0,-2 0 0 0 0,0 0 0 0 0,-2-1 0 0 0,0 1 0 0 0,-2-1 0 0 0,-16 38 0 0 0,19-42-275 0 0,4-19 271 0 0,0 0 0 0 0,1 1 0 0 0,-1-1 0 0 0,0 1 1 0 0,0-1-1 0 0,0 0 0 0 0,1 1 0 0 0,-1-1 0 0 0,0 0 0 0 0,1 1 1 0 0,-1-1-1 0 0,0 0 0 0 0,1 0 0 0 0,-1 1 0 0 0,0-1 0 0 0,1 0 0 0 0,-1 0 1 0 0,1 1-1 0 0,-1-1 0 0 0,0 0 0 0 0,1 0 0 0 0,-1 0 0 0 0,1 0 1 0 0,-1 0-1 0 0,1 0 0 0 0,0 0 0 0 0,1 1 46 0 0,16-1 271 0 0,-5 6-83 0 0,0 1 0 0 0,0 0-1 0 0,-1 1 1 0 0,0 1-1 0 0,16 14 1 0 0,22 15 42 0 0,-32-25-204 0 0,-14-10-81 0 0,1 1 0 0 0,-1-1 0 0 0,0 0 0 0 0,1 0 0 0 0,0-1 0 0 0,0 1 0 0 0,0-1 0 0 0,0 0-1 0 0,0 0 1 0 0,0-1 0 0 0,7 2 0 0 0,-11-3-35 0 0,3 0-101 0 0,0 0 0 0 0,1 0 0 0 0,-1 0 1 0 0,0 0-1 0 0,0-1 0 0 0,0 1 1 0 0,0-1-1 0 0,0 0 0 0 0,0-1 0 0 0,5-1 1 0 0,10-13-5994 0 0,-10 4-256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58 4756 0 0,'-19'-28'13976'0'0,"16"25"-13011"0"0,0 0 1 0 0,0 0 0 0 0,0 0 0 0 0,-1 0 0 0 0,1 1 0 0 0,-5-3 0 0 0,6 4-783 0 0,0 0 1 0 0,-1 0-1 0 0,1 0 0 0 0,0 0 1 0 0,-1 1-1 0 0,1-1 1 0 0,-1 1-1 0 0,1-1 1 0 0,-1 1-1 0 0,1 0 1 0 0,0 0-1 0 0,-1 0 1 0 0,1 0-1 0 0,-1 0 1 0 0,1 1-1 0 0,-1-1 1 0 0,1 1-1 0 0,0 0 1 0 0,-1-1-1 0 0,1 1 1 0 0,0 0-1 0 0,0 0 1 0 0,-1 1-1 0 0,1-1 1 0 0,0 0-1 0 0,-3 3 1 0 0,0 1-103 0 0,1 0 0 0 0,0-1 1 0 0,-1 2-1 0 0,2-1 0 0 0,-1 0 1 0 0,0 1-1 0 0,1-1 0 0 0,0 1 1 0 0,1 0-1 0 0,-1 0 0 0 0,1 1 1 0 0,0-1-1 0 0,1 0 0 0 0,-1 1 1 0 0,1-1-1 0 0,1 1 0 0 0,-1 8 1 0 0,1 1-36 0 0,0-1 0 0 0,2 1 0 0 0,-1-1 0 0 0,2 0 0 0 0,0 0 0 0 0,7 21 0 0 0,-3-21-26 0 0,-1 0 0 0 0,2 0 0 0 0,0-1-1 0 0,0 0 1 0 0,2 0 0 0 0,0-1 0 0 0,0 0 0 0 0,1-1 0 0 0,24 21 0 0 0,-28-26-18 0 0,1-1 0 0 0,0 0 0 0 0,0-1 0 0 0,0 0 0 0 0,1 0 1 0 0,0 0-1 0 0,0-1 0 0 0,0-1 0 0 0,0 1 0 0 0,0-2 0 0 0,1 1 0 0 0,0-1 1 0 0,-1 0-1 0 0,1-1 0 0 0,0-1 0 0 0,0 1 0 0 0,19-3 0 0 0,-25 1-4 0 0,0 1-1 0 0,1-1 0 0 0,-1-1 0 0 0,0 1 0 0 0,0-1 1 0 0,-1 1-1 0 0,1-1 0 0 0,0 0 0 0 0,0-1 1 0 0,-1 1-1 0 0,0-1 0 0 0,1 1 0 0 0,-1-1 0 0 0,0 0 1 0 0,0 0-1 0 0,0 0 0 0 0,-1-1 0 0 0,1 1 1 0 0,-1-1-1 0 0,3-5 0 0 0,-2 2 1 0 0,-1 1 1 0 0,0-1-1 0 0,0 1 1 0 0,-1-1-1 0 0,0 0 1 0 0,0 1-1 0 0,0-1 0 0 0,-1 0 1 0 0,0 0-1 0 0,-1 0 1 0 0,1 1-1 0 0,-3-10 1 0 0,-1 0 6 0 0,0-1 1 0 0,-2 1-1 0 0,0 0 0 0 0,-1 0 1 0 0,0 1-1 0 0,-1 0 1 0 0,-1 0-1 0 0,0 1 1 0 0,-17-19-1 0 0,19 24-3 0 0,0 2 0 0 0,-1-1 1 0 0,0 1-1 0 0,0 0 0 0 0,-1 1 0 0 0,0 0 0 0 0,-11-5 0 0 0,14 8-8 0 0,0 0 1 0 0,0 1-1 0 0,-1 0 0 0 0,1 0 1 0 0,0 1-1 0 0,-1-1 1 0 0,0 1-1 0 0,1 1 0 0 0,-1-1 1 0 0,1 1-1 0 0,-1 1 0 0 0,-8 0 1 0 0,11 0-21 0 0,-1 0-1 0 0,1 1 1 0 0,0-1 0 0 0,0 1 0 0 0,0 0 0 0 0,1 0 0 0 0,-1 0 0 0 0,0 0 0 0 0,1 1 0 0 0,-1-1-1 0 0,1 1 1 0 0,0 0 0 0 0,0 0 0 0 0,-5 5 0 0 0,-11 23-1523 0 0,8 2-3566 0 0,7-10-1389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110 123 7801 0 0,'24'-36'9709'0'0,"6"-20"-3359"0"0,-29 55-6202 0 0,-1 0 0 0 0,1 0 0 0 0,-1 1 0 0 0,1-1 0 0 0,-1 0 0 0 0,0 0 0 0 0,1 0 0 0 0,-1 0 0 0 0,0 0 0 0 0,0 0 0 0 0,0 0 0 0 0,1 0 0 0 0,-1 1 0 0 0,0-1 0 0 0,0 0 0 0 0,0 0 0 0 0,-1 0 0 0 0,1 0 0 0 0,0 0 0 0 0,0 0 0 0 0,0 0 0 0 0,-1 0 0 0 0,1 0 0 0 0,0 0 0 0 0,-1 0 0 0 0,0-1 0 0 0,0 1-50 0 0,-1 1 1 0 0,1-1-1 0 0,0 1 0 0 0,0-1 1 0 0,0 1-1 0 0,-1-1 1 0 0,1 1-1 0 0,0 0 1 0 0,-1 0-1 0 0,1-1 1 0 0,0 1-1 0 0,0 0 0 0 0,-1 0 1 0 0,1 0-1 0 0,0 0 1 0 0,-3 1-1 0 0,-3 1 62 0 0,-1-1-1 0 0,1 1 1 0 0,-1 1 0 0 0,1-1-1 0 0,-11 6 1 0 0,11-3-46 0 0,-5 2 91 0 0,0 0-1 0 0,-15 13 1 0 0,24-18-181 0 0,1 0 0 0 0,0 0-1 0 0,0 0 1 0 0,0 0 0 0 0,0 0 0 0 0,0 0 0 0 0,1 1 0 0 0,-1-1 0 0 0,1 1-1 0 0,-1-1 1 0 0,1 1 0 0 0,0-1 0 0 0,0 1 0 0 0,0 0 0 0 0,1 0 0 0 0,-1 0-1 0 0,0 4 1 0 0,1-4-21 0 0,1 0 0 0 0,0 0 0 0 0,-1 0 0 0 0,1 0 0 0 0,0 0 0 0 0,0 0 0 0 0,1-1 0 0 0,-1 1 0 0 0,1-1 0 0 0,-1 1 0 0 0,1-1 0 0 0,0 1 0 0 0,0-1 0 0 0,0 0 0 0 0,0 0 0 0 0,2 2 0 0 0,40 29-24 0 0,-43-32 21 0 0,131 73-30 0 0,-52-31 87 0 0,-75-41-37 0 0,-1 1-1 0 0,1 0 1 0 0,-1 0 0 0 0,0 0 0 0 0,0 1-1 0 0,0-1 1 0 0,-1 1 0 0 0,1 0-1 0 0,-1 0 1 0 0,0 1 0 0 0,0-1 0 0 0,-1 0-1 0 0,5 10 1 0 0,-6-12-6 0 0,0 1 0 0 0,-1 0 0 0 0,1 0 0 0 0,0 0 0 0 0,-1 0 0 0 0,0 0 0 0 0,0 0 0 0 0,0 0 0 0 0,0 0 0 0 0,0 0 0 0 0,-1 0 0 0 0,1 0 0 0 0,-1 0 0 0 0,0 0 0 0 0,0 0 0 0 0,0 0 0 0 0,0 0 0 0 0,0-1 0 0 0,-1 1 0 0 0,1 0 0 0 0,-1-1 1 0 0,0 1-1 0 0,0-1 0 0 0,0 0 0 0 0,-3 3 0 0 0,-4 3-13 0 0,-2 0 0 0 0,1-1 0 0 0,-1 0 0 0 0,0-1 1 0 0,-1 0-1 0 0,1-1 0 0 0,-1-1 0 0 0,0 1 0 0 0,0-2 1 0 0,0 0-1 0 0,-1 0 0 0 0,1-1 0 0 0,-1-1 0 0 0,-15 0 1 0 0,24-1-29 0 0,0 0 0 0 0,-1 0 1 0 0,1 0-1 0 0,0-1 0 0 0,0 0 1 0 0,0 0-1 0 0,0 0 0 0 0,0-1 1 0 0,0 1-1 0 0,0-1 0 0 0,0 0 1 0 0,0 0-1 0 0,0 0 0 0 0,-5-5 1 0 0,7 5-166 0 0,0 0-1 0 0,0 0 1 0 0,0 0 0 0 0,1-1 0 0 0,-1 1 0 0 0,0 0-1 0 0,1-1 1 0 0,0 1 0 0 0,-2-5 0 0 0,2 4-508 0 0,0-1-1 0 0,0 1 1 0 0,1 0 0 0 0,-1-1 0 0 0,1 1 0 0 0,0-1 0 0 0,0 1 0 0 0,1-7 0 0 0,1-5-5727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57 5004 0 0,'4'-4'2013'0'0,"0"0"-1"0"0,-1-1 0 0 0,0 1 0 0 0,0-1 0 0 0,-1 0 0 0 0,1 0 0 0 0,-1 0 0 0 0,0 0 1 0 0,2-10 2758 0 0,-9 17-4112 0 0,-2 1-479 0 0,1 0 0 0 0,-1 1-1 0 0,1 0 1 0 0,0 0 0 0 0,0 0 0 0 0,1 1 0 0 0,-1-1-1 0 0,1 1 1 0 0,0 1 0 0 0,0-1 0 0 0,-7 12 0 0 0,10-15-159 0 0,0 2 0 0 0,0-1 0 0 0,0 0 0 0 0,1 0 0 0 0,0 0 0 0 0,-1 1 0 0 0,1-1 0 0 0,0 1 1 0 0,0-1-1 0 0,1 1 0 0 0,-1 0 0 0 0,1-1 0 0 0,0 1 0 0 0,0-1 0 0 0,0 1 0 0 0,0 0 1 0 0,1-1-1 0 0,-1 1 0 0 0,1-1 0 0 0,0 1 0 0 0,0-1 0 0 0,0 1 0 0 0,1-1 0 0 0,-1 0 1 0 0,1 0-1 0 0,0 1 0 0 0,3 3 0 0 0,18 20 9 0 0,2-2 0 0 0,0-1 1 0 0,2-1-1 0 0,57 38 0 0 0,25 21 338 0 0,-106-80-345 0 0,-1 1 1 0 0,1 0-1 0 0,-1-1 1 0 0,1 1 0 0 0,-1 0-1 0 0,0 0 1 0 0,0 0-1 0 0,0 1 1 0 0,0-1-1 0 0,-1 0 1 0 0,0 1 0 0 0,1-1-1 0 0,-1 1 1 0 0,0-1-1 0 0,0 6 1 0 0,-1-8-17 0 0,0 1 1 0 0,0 0-1 0 0,0 0 0 0 0,0-1 0 0 0,-1 1 1 0 0,1 0-1 0 0,0-1 0 0 0,-1 1 0 0 0,0-1 1 0 0,1 1-1 0 0,-1 0 0 0 0,0-1 1 0 0,0 0-1 0 0,0 1 0 0 0,0-1 0 0 0,0 1 1 0 0,0-1-1 0 0,0 0 0 0 0,0 0 1 0 0,-1 0-1 0 0,1 1 0 0 0,0-1 0 0 0,-1 0 1 0 0,1-1-1 0 0,-1 1 0 0 0,1 0 1 0 0,-1 0-1 0 0,1-1 0 0 0,-1 1 0 0 0,1-1 1 0 0,-1 1-1 0 0,-2 0 0 0 0,-6 1 2 0 0,0 0 0 0 0,1-1 1 0 0,-21 1-1 0 0,21-2 6 0 0,-1 0 1 0 0,0-1 0 0 0,1-1 0 0 0,-1 1 0 0 0,1-1-1 0 0,0-1 1 0 0,0 0 0 0 0,-1 0 0 0 0,2-1 0 0 0,-16-8-1 0 0,18 8-263 0 0,1 0-1 0 0,-1 0 0 0 0,1 0 0 0 0,0-1 0 0 0,0 0 1 0 0,-8-9-1 0 0,10 9-489 0 0,0 0 1 0 0,0 1-1 0 0,1-1 0 0 0,-1 0 1 0 0,1 0-1 0 0,0 0 0 0 0,1 0 1 0 0,-1-1-1 0 0,0-6 0 0 0,1-3-5669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 8149 0 0,'-3'-17'16741'0'0,"3"17"-16602"0"0,0 0 0 0 0,0 0 0 0 0,0 0 0 0 0,-1 0 0 0 0,1 0 0 0 0,0 0 0 0 0,0 0 0 0 0,0 0 0 0 0,-1 0 0 0 0,1 0-1 0 0,0 0 1 0 0,0 0 0 0 0,0 0 0 0 0,-1 0 0 0 0,1 1 0 0 0,0-1 0 0 0,0 0 0 0 0,0 0 0 0 0,0 0 0 0 0,-1 0 0 0 0,1 0 0 0 0,0 0-1 0 0,0 0 1 0 0,0 1 0 0 0,0-1 0 0 0,-1 0 0 0 0,1 0 0 0 0,0 0 0 0 0,0 0 0 0 0,0 1 0 0 0,0-1 0 0 0,0 0 0 0 0,0 0 0 0 0,0 0-1 0 0,-1 0 1 0 0,1 1 0 0 0,0-1 0 0 0,0 0 0 0 0,0 1 0 0 0,-1 2-82 0 0,0 0 0 0 0,0 0 0 0 0,0 0 0 0 0,0 0 0 0 0,0 0 0 0 0,0 1-1 0 0,1-1 1 0 0,0 0 0 0 0,0 6 0 0 0,8 70 363 0 0,4-1 1 0 0,37 133-1 0 0,-49-207-632 0 0,1 0 0 0 0,1 1 0 0 0,-1-1 0 0 0,1 0 0 0 0,0 0 0 0 0,-1-1 0 0 0,2 1 0 0 0,-1 0 0 0 0,0 0 0 0 0,1-1 0 0 0,0 0 0 0 0,3 4 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26 1488 0 0,'-1'-5'13427'0'0,"-5"-15"-2120"0"0,5 20-11186 0 0,1 0-1 0 0,0 0 1 0 0,-1 0 0 0 0,1 0 0 0 0,-1 0 0 0 0,1 0 0 0 0,-1 0 0 0 0,1 0-1 0 0,-1 0 1 0 0,1 0 0 0 0,-1 0 0 0 0,1 0 0 0 0,-1 0 0 0 0,1 0 0 0 0,-1 0-1 0 0,1 1 1 0 0,-1-1 0 0 0,1 0 0 0 0,-1 0 0 0 0,1 1 0 0 0,0-1 0 0 0,-1 0-1 0 0,1 0 1 0 0,0 1 0 0 0,-1-1 0 0 0,1 1 0 0 0,-1-1 0 0 0,-6 18 1061 0 0,1 27-931 0 0,6-38 113 0 0,-3 37-189 0 0,1 1 0 0 0,3-1 0 0 0,2 1 0 0 0,2-1 0 0 0,1 0 0 0 0,17 59 0 0 0,-3-46-458 0 0,-19-56 90 0 0,-2-9-7167 0 0,-5-32 870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2 136 676 0 0,'1'-34'12374'0'0,"0"-3"-4398"0"0,-3 5-3578 0 0,1 31-4245 0 0,1 0 0 0 0,0-1 0 0 0,0 1 0 0 0,-1 0 0 0 0,1 0 0 0 0,0-1 1 0 0,0 1-1 0 0,0 0 0 0 0,0 0 0 0 0,1-1 0 0 0,-1 1 0 0 0,0 0 0 0 0,0 0 1 0 0,1 0-1 0 0,-1-1 0 0 0,1 1 0 0 0,-1 0 0 0 0,1 0 0 0 0,1-2 0 0 0,-1 2-71 0 0,0 1 0 0 0,-1-1-1 0 0,1 0 1 0 0,0 1 0 0 0,0-1-1 0 0,0 1 1 0 0,0 0 0 0 0,0-1-1 0 0,0 1 1 0 0,0 0 0 0 0,0-1-1 0 0,0 1 1 0 0,0 0 0 0 0,0 0-1 0 0,0 0 1 0 0,0 0 0 0 0,0 0-1 0 0,2 0 1 0 0,1 1 11 0 0,0 0 1 0 0,0 0-1 0 0,0 0 1 0 0,0 0-1 0 0,0 0 1 0 0,-1 1-1 0 0,1 0 1 0 0,-1 0-1 0 0,1 0 1 0 0,5 4-1 0 0,5 9 68 0 0,-1-1-1 0 0,-1 1 1 0 0,0 1-1 0 0,10 19 1 0 0,2 2 16 0 0,4 2-23 0 0,62 88 94 0 0,-62-98-1160 0 0,-27-31 808 0 0,1 0 1 0 0,-1 1 0 0 0,0-1 0 0 0,0 0-1 0 0,0 0 1 0 0,0 0 0 0 0,0 1 0 0 0,0-1 0 0 0,0 0-1 0 0,-1 0 1 0 0,1 0 0 0 0,-1 0 0 0 0,0-1 0 0 0,1 1-1 0 0,-1-3 1 0 0,-4-32-4124 0 0,3 27 2118 0 0,-3-15-4305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41 186 22354 0 0,'-4'-35'866'0'0,"-12"-42"1"0"0,-4 5 3939 0 0,20 70-2615 0 0,3 10-1951 0 0,13 37 9 0 0,-2 2 1 0 0,-2-1 0 0 0,-2 1 0 0 0,7 89-1 0 0,-15-106-223 0 0,0-21-77 0 0,-1 1-1 0 0,-1 0 1 0 0,0 0-1 0 0,0-1 1 0 0,-2 11-1 0 0,-4-14 84 0 0,3-5-1148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18 9313 0 0,'0'-3'5388'0'0,"0"3"-4935"0"0,0-1 1 0 0,0 1 0 0 0,0-1 0 0 0,0 0 0 0 0,0 1 0 0 0,-1-1-1 0 0,1 1 1 0 0,0-1 0 0 0,0 1 0 0 0,0-1 0 0 0,0 0-1 0 0,-1 1 1 0 0,1-1 0 0 0,0 1 0 0 0,-1-1 0 0 0,1 1-1 0 0,0 0 1 0 0,-1-1 0 0 0,1 1 0 0 0,-1-1 0 0 0,1 1 0 0 0,-1 0-1 0 0,1-1 1 0 0,-1 1 0 0 0,0-1 0 0 0,-5 0-562 0 0,3 0 1176 0 0,-1 4-193 0 0,-6 7-548 0 0,0 0 0 0 0,0 1 0 0 0,1 0 0 0 0,1 1 1 0 0,0-1-1 0 0,0 2 0 0 0,1-1 0 0 0,-8 20 0 0 0,5-8-189 0 0,1 1 1 0 0,1 0-1 0 0,1 0 0 0 0,-3 26 0 0 0,7-33-107 0 0,1 0 0 0 0,1 0 0 0 0,1 1 0 0 0,0-1 0 0 0,1 0 0 0 0,1 0 0 0 0,1 0 0 0 0,1 0 0 0 0,0-1 0 0 0,1 1 0 0 0,12 25 0 0 0,-13-37-40 0 0,1 1 0 0 0,0 0 0 0 0,0-1-1 0 0,0 0 1 0 0,1 0 0 0 0,0-1 0 0 0,0 0 0 0 0,0 0-1 0 0,1 0 1 0 0,0-1 0 0 0,0 0 0 0 0,0 0 0 0 0,0 0-1 0 0,1-1 1 0 0,0-1 0 0 0,15 5 0 0 0,-18-6-23 0 0,1 1 0 0 0,-1-1 0 0 0,1 0-1 0 0,-1-1 1 0 0,1 1 0 0 0,0-1 0 0 0,-1 0 0 0 0,1 0 0 0 0,0-1 0 0 0,-1 0 0 0 0,1 0 0 0 0,-1 0 0 0 0,1-1 0 0 0,-1 0-1 0 0,1 0 1 0 0,-1 0 0 0 0,0 0 0 0 0,0-1 0 0 0,0 0 0 0 0,0 0 0 0 0,-1 0 0 0 0,1-1 0 0 0,-1 0 0 0 0,7-7 0 0 0,-9 7 7 0 0,1 0 1 0 0,-1-1-1 0 0,0 1 1 0 0,0-1-1 0 0,0 0 1 0 0,0 1-1 0 0,-1-1 1 0 0,0 0-1 0 0,0 0 1 0 0,0 0-1 0 0,-1 0 1 0 0,0 0-1 0 0,0 0 1 0 0,0 0-1 0 0,0 0 1 0 0,-1 0-1 0 0,0 0 1 0 0,0 0-1 0 0,0 0 1 0 0,-1 0 0 0 0,0 0-1 0 0,-2-4 1 0 0,-5-12-7 0 0,-2 0 1 0 0,0 1 0 0 0,-20-26-1 0 0,30 44 27 0 0,-25-31-19 0 0,17 23-18 0 0,2 0 0 0 0,-14-20-1 0 0,21 29 13 0 0,0 1-1 0 0,-1-1 1 0 0,1 1-1 0 0,0-1 1 0 0,0 1-1 0 0,-1-1 1 0 0,1 0-1 0 0,0 1 1 0 0,0-1-1 0 0,0 1 1 0 0,0-1-1 0 0,0 1 1 0 0,0-1-1 0 0,0 0 1 0 0,0 1-1 0 0,0-1 1 0 0,0 1 0 0 0,0-1-1 0 0,0 1 1 0 0,0-1-1 0 0,0 0 1 0 0,1 1-1 0 0,-1-1 1 0 0,0 1-1 0 0,0-1 1 0 0,1 1-1 0 0,-1-2 1 0 0,1 2-20 0 0,1-1 0 0 0,-1 0 0 0 0,0 0 0 0 0,0 1 0 0 0,0-1 0 0 0,0 0 0 0 0,0 1 0 0 0,1-1 0 0 0,-1 1 0 0 0,0-1 0 0 0,1 1 0 0 0,0 0 0 0 0,44-2-706 0 0,-37 2 645 0 0,51-5 554 0 0,-59 4-106 0 0,0 1-280 0 0,0 0 1 0 0,0 0 0 0 0,-1 0 0 0 0,1 0 0 0 0,0 0-1 0 0,0 0 1 0 0,0 0 0 0 0,-1 0 0 0 0,1 1 0 0 0,0-1-1 0 0,0 0 1 0 0,0 0 0 0 0,-1 1 0 0 0,1-1 0 0 0,0 0-1 0 0,-1 1 1 0 0,1-1 0 0 0,0 1 0 0 0,-1-1 0 0 0,1 1-1 0 0,0-1 1 0 0,-1 1 0 0 0,1 0 0 0 0,-1-1 0 0 0,1 1-1 0 0,-1-1 1 0 0,0 1 0 0 0,1 0 0 0 0,-1 0 0 0 0,1 1-1 0 0,-2 68 214 0 0,0-12 146 0 0,2 1-1 0 0,2-1 1 0 0,13 68-1 0 0,20 58-417 0 0,-35-181-94 0 0,0-1 0 0 0,-1 1-1 0 0,1-1 1 0 0,-1 1 0 0 0,0 0 0 0 0,1-1 0 0 0,-1 1-1 0 0,-1-1 1 0 0,1 1 0 0 0,0 0 0 0 0,0-1 0 0 0,-1 1-1 0 0,0 0 1 0 0,1-1 0 0 0,-1 1 0 0 0,0-1-1 0 0,0 0 1 0 0,-1 1 0 0 0,-1 2 0 0 0,-11-1-10323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30 4692 0 0,'-1'0'10827'0'0,"-12"0"-2522"0"0,12 1-8232 0 0,1-1 0 0 0,-1 0 0 0 0,0 0 1 0 0,0 0-1 0 0,0 0 0 0 0,0 0 0 0 0,1-1 0 0 0,-1 1 0 0 0,0 0 0 0 0,0 0 0 0 0,0 0 0 0 0,1-1 0 0 0,-1 1 0 0 0,0 0 0 0 0,0-1 1 0 0,1 1-1 0 0,-1-1 0 0 0,0 1 0 0 0,1-1 0 0 0,-1 1 0 0 0,0-1 0 0 0,1 1 0 0 0,-1-1 0 0 0,1 0 0 0 0,-1 1 0 0 0,1-1 0 0 0,-1 0 1 0 0,1 1-1 0 0,0-1 0 0 0,-1 0 0 0 0,1 0 0 0 0,0 1 0 0 0,-1-3 0 0 0,-32-9 1469 0 0,32 11-1517 0 0,-1 1 0 0 0,1 0 0 0 0,-1 0 0 0 0,1 0 1 0 0,-1 0-1 0 0,1 1 0 0 0,-1-1 0 0 0,1 0 0 0 0,-1 0 1 0 0,1 1-1 0 0,-1-1 0 0 0,1 1 0 0 0,-1 0 1 0 0,1-1-1 0 0,0 1 0 0 0,-1 0 0 0 0,1 0 0 0 0,0 0 1 0 0,0 0-1 0 0,0 0 0 0 0,-1 0 0 0 0,1 0 0 0 0,0 0 1 0 0,0 0-1 0 0,1 0 0 0 0,-2 2 0 0 0,1-1-2 0 0,-9 11-166 0 0,12-35 192 0 0,-2 21-42 0 0,0 1 1 0 0,0 0-1 0 0,0-1 1 0 0,0 1-1 0 0,0-1 1 0 0,0 1-1 0 0,0-1 1 0 0,0 1-1 0 0,-1-1 0 0 0,1 1 1 0 0,0-1-1 0 0,0 1 1 0 0,0 0-1 0 0,-1-1 1 0 0,1 1-1 0 0,0-1 1 0 0,0 1-1 0 0,-1 0 0 0 0,1-1 1 0 0,0 1-1 0 0,-1 0 1 0 0,1-1-1 0 0,0 1 1 0 0,-1 0-1 0 0,1 0 1 0 0,-1-1-1 0 0,1 1 1 0 0,0 0-1 0 0,-1 0 0 0 0,1 0 1 0 0,-1-1-1 0 0,1 1 1 0 0,-1 0-1 0 0,-15 0 229 0 0,5 2-148 0 0,0 1 1 0 0,1 1-1 0 0,0 0 1 0 0,0 0 0 0 0,0 1-1 0 0,-17 11 1 0 0,2 1 140 0 0,-32 28 0 0 0,48-37-195 0 0,0 0 0 0 0,1 1 0 0 0,0 0 0 0 0,0 1 0 0 0,1 0 0 0 0,0 0 0 0 0,1 0 0 0 0,0 1 0 0 0,1 0 0 0 0,0 0 0 0 0,0 0 0 0 0,2 1 0 0 0,-1 0 0 0 0,1 0 0 0 0,1-1 0 0 0,0 1 0 0 0,1 1 0 0 0,0-1 0 0 0,1 0 0 0 0,0 0 0 0 0,1 0 0 0 0,0 0 0 0 0,6 21 0 0 0,-1-11-51 0 0,0-1 1 0 0,2 1-1 0 0,1-1 1 0 0,0-1-1 0 0,2 1 1 0 0,0-2-1 0 0,1 1 1 0 0,1-2 0 0 0,1 0-1 0 0,1 0 1 0 0,0-1-1 0 0,1-1 1 0 0,27 21-1 0 0,130 73-210 0 0,-130-85 187 0 0,-1 1 0 0 0,75 62-1 0 0,-105-77 42 0 0,0 0 0 0 0,-1 1 1 0 0,0 1-1 0 0,-1 0 0 0 0,-1 0 0 0 0,0 1 0 0 0,0 0 1 0 0,8 21-1 0 0,-12-23 19 0 0,-1 0 0 0 0,0 0 0 0 0,-1 0 0 0 0,0 1 0 0 0,-1 0 0 0 0,-1-1 1 0 0,0 1-1 0 0,0 0 0 0 0,-1 0 0 0 0,-1 0 0 0 0,-3 15 0 0 0,2-17 16 0 0,0 0-1 0 0,-1-1 0 0 0,-1 1 1 0 0,0 0-1 0 0,0-1 0 0 0,-1 0 1 0 0,0 0-1 0 0,-1 0 0 0 0,0-1 1 0 0,0 0-1 0 0,-1 0 1 0 0,-10 9-1 0 0,11-12-13 0 0,0-1 0 0 0,0 1 0 0 0,-1-2 0 0 0,0 1 0 0 0,0-1 0 0 0,-1 0 1 0 0,1 0-1 0 0,-1-1 0 0 0,0 0 0 0 0,0 0 0 0 0,0-1 0 0 0,0 0 0 0 0,0 0 0 0 0,0-1 0 0 0,-1 0 0 0 0,1-1 0 0 0,-11 0 1 0 0,11-1-23 0 0,-1 0 1 0 0,1-1 0 0 0,-1 0 0 0 0,1 0-1 0 0,0-1 1 0 0,0 0 0 0 0,0-1 0 0 0,0 0-1 0 0,1 0 1 0 0,0 0 0 0 0,-1-1 0 0 0,2 0 0 0 0,-1-1-1 0 0,0 1 1 0 0,1-1 0 0 0,0-1 0 0 0,1 1-1 0 0,-1-1 1 0 0,1 0 0 0 0,-5-9 0 0 0,6 9-63 0 0,-1-1 1 0 0,2 0-1 0 0,-1 1 1 0 0,1-1 0 0 0,0-1-1 0 0,1 1 1 0 0,0 0-1 0 0,0 0 1 0 0,0-1-1 0 0,1 0 1 0 0,1 1-1 0 0,0-1 1 0 0,0 1 0 0 0,0-1-1 0 0,1 1 1 0 0,0-1-1 0 0,1 1 1 0 0,0-1-1 0 0,0 1 1 0 0,6-12-1 0 0,-7 17 1 0 0,1-1 1 0 0,0 1-1 0 0,-1 0 0 0 0,1-1 0 0 0,1 1 0 0 0,-1 0 0 0 0,0 1 0 0 0,1-1 0 0 0,-1 0 0 0 0,1 1 0 0 0,0-1 0 0 0,0 1 0 0 0,0 0 0 0 0,0 0 0 0 0,0 0 0 0 0,1 0 0 0 0,-1 1 0 0 0,1-1 0 0 0,-1 1 0 0 0,1 0 0 0 0,-1 0 0 0 0,1 0 0 0 0,0 1 1 0 0,-1-1-1 0 0,1 1 0 0 0,0 0 0 0 0,-1 0 0 0 0,1 0 0 0 0,0 0 0 0 0,0 1 0 0 0,-1-1 0 0 0,1 1 0 0 0,0 0 0 0 0,-1 0 0 0 0,1 0 0 0 0,-1 1 0 0 0,5 2 0 0 0,6 4-478 0 0,11 6-1905 0 0,-10-5-2438 0 0,-2-1-1075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9261 0 0,'1'1'11045'0'0,"0"5"-5596"0"0,7 42-4078 0 0,-7-38-1139 0 0,42 393 3942 0 0,-16-176-3696 0 0,-27-222-928 0 0,3 16 594 0 0,-3-14-6965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10825 0 0,'0'0'8116'0'0,"-5"3"-5518"0"0,0 0-2103 0 0,0 0 1 0 0,0 0-1 0 0,1 1 0 0 0,0-1 0 0 0,-1 1 0 0 0,1 0 1 0 0,1 0-1 0 0,-1 1 0 0 0,-5 9 0 0 0,-5 9 409 0 0,2 1 0 0 0,1 1 0 0 0,-14 48 0 0 0,-9 83 143 0 0,31-142-993 0 0,2 1 0 0 0,-1 0 0 0 0,2 0-1 0 0,0 0 1 0 0,1 0 0 0 0,0 0 0 0 0,6 26 0 0 0,-5-35-72 0 0,-1-1-1 0 0,1 1 0 0 0,1 0 1 0 0,-1 0-1 0 0,1-1 0 0 0,0 0 1 0 0,0 1-1 0 0,0-1 1 0 0,1 0-1 0 0,0-1 0 0 0,0 1 1 0 0,0-1-1 0 0,1 1 0 0 0,-1-1 1 0 0,1 0-1 0 0,0-1 0 0 0,0 1 1 0 0,0-1-1 0 0,1 0 0 0 0,-1-1 1 0 0,9 4-1 0 0,1-2-73 0 0,1-1 1 0 0,0-1-1 0 0,1 0 0 0 0,-1-1 0 0 0,0 0 1 0 0,0-2-1 0 0,0 0 0 0 0,0-1 1 0 0,1 0-1 0 0,-2-1 0 0 0,1-1 1 0 0,0-1-1 0 0,26-11 0 0 0,-36 13 41 0 0,-1 1 0 0 0,0-1 0 0 0,0 0 0 0 0,-1 0 0 0 0,1-1 0 0 0,-1 1 0 0 0,0-1 0 0 0,1 0 0 0 0,-2-1 0 0 0,1 1 0 0 0,5-8 0 0 0,-8 10 37 0 0,0-1 1 0 0,0 0-1 0 0,1 0 1 0 0,-2 0-1 0 0,1 0 1 0 0,0 0-1 0 0,-1 0 1 0 0,1 0-1 0 0,-1 0 1 0 0,0 0-1 0 0,0 0 1 0 0,0 0-1 0 0,0 0 1 0 0,-1 0-1 0 0,1 0 1 0 0,-1 0-1 0 0,0 0 1 0 0,0 1-1 0 0,0-1 1 0 0,0 0-1 0 0,0 0 0 0 0,-3-4 1 0 0,-1 0 55 0 0,0-1 1 0 0,0 1-1 0 0,-1 0 1 0 0,0 1-1 0 0,0-1 1 0 0,-1 1-1 0 0,0 1 1 0 0,0-1-1 0 0,0 1 1 0 0,-1 0-1 0 0,0 1 0 0 0,0-1 1 0 0,0 2-1 0 0,0-1 1 0 0,0 1-1 0 0,-1 0 1 0 0,0 1-1 0 0,-10-2 1 0 0,18 4-121 0 0,9 0-2083 0 0,46-3 1129 0 0,56-10 0 0 0,-109 12 1013 0 0,36-2 634 0 0,-36 3-531 0 0,0 0-1 0 0,1 0 0 0 0,-1 1 1 0 0,0-1-1 0 0,0 0 1 0 0,1 0-1 0 0,-1 1 0 0 0,0-1 1 0 0,0 1-1 0 0,0-1 0 0 0,1 1 1 0 0,-1-1-1 0 0,0 1 0 0 0,0 0 1 0 0,0 0-1 0 0,0-1 1 0 0,0 1-1 0 0,0 0 0 0 0,0 0 1 0 0,-1 0-1 0 0,1 0 0 0 0,0 0 1 0 0,0 0-1 0 0,-1 0 0 0 0,1 0 1 0 0,0 1-1 0 0,-1-1 1 0 0,1 1-1 0 0,4 25 498 0 0,-2 0 0 0 0,-1-1 0 0 0,0 32 0 0 0,1 34-5 0 0,50 298-40 0 0,-53-387-551 0 0,1 1-499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93 9453 0 0,'0'0'7069'0'0,"-2"2"-4829"0"0,0-1-1946 0 0,1 1-1 0 0,-1 0 0 0 0,1 0 1 0 0,-1 0-1 0 0,1 0 0 0 0,0 0 0 0 0,0 0 1 0 0,0 0-1 0 0,0 0 0 0 0,0 0 0 0 0,1 0 1 0 0,-1 1-1 0 0,1-1 0 0 0,-1 0 1 0 0,1 1-1 0 0,0-1 0 0 0,0 0 0 0 0,0 4 1 0 0,3 54 1324 0 0,-2-48-1145 0 0,24 415 3664 0 0,-22-301-3612 0 0,-3-126-544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1 0 0,0 0-1 0 0,0 0 0 0 0,0 0 0 0 0,0 0 0 0 0,0 0 0 0 0,0 0 0 0 0,0 0 0 0 0,0 0 0 0 0,0 0 0 0 0,0 0 0 0 0,0 0 0 0 0,0 0 0 0 0,-1 0 0 0 0,1 0 0 0 0,0 1 0 0 0,0-1 0 0 0,0 0 0 0 0,0 0 0 0 0,0 0 0 0 0,0 0 0 0 0,0 0 0 0 0,0 0 0 0 0,0 0 0 0 0,0 0 0 0 0,0 0 0 0 0,0 0 0 0 0,0 0 0 0 0,0 0 0 0 0,0 1 0 0 0,0-1 0 0 0,0 0 0 0 0,0 0 0 0 0,0 0 1 0 0,0 0-1 0 0,0 0 0 0 0,0 0 0 0 0,-8-10-366 0 0,5 6 294 0 0,0-1 1 0 0,1 1 0 0 0,0-1-1 0 0,0 0 1 0 0,-2-4 0 0 0,-17-118-2315 0 0,15 77 1533 0 0,-1-27-89 0 0,3-108 1 0 0,5 123 1892 0 0,-1 50-128 0 0,1 0 0 0 0,0 1 0 0 0,4-13 0 0 0,-5 22-104 0 0,1 2-356 0 0,1 1-311 0 0,-1-1 0 0 0,0 0 0 0 0,0 0 0 0 0,0 0 1 0 0,0 0-1 0 0,0 1 0 0 0,0-1 0 0 0,0 1 0 0 0,0-1 0 0 0,0 1 1 0 0,0-1-1 0 0,0 1 0 0 0,0-1 0 0 0,0 1 0 0 0,1 1 0 0 0,29 41 455 0 0,-2 2-1 0 0,29 60 1 0 0,23 37-22 0 0,-74-131-431 0 0,54 75 195 0 0,-53-77-202 0 0,0 0 1 0 0,0-1-1 0 0,1 1 1 0 0,1-2-1 0 0,-1 1 1 0 0,18 9-1 0 0,-25-16-24 0 0,-1 0-1 0 0,1 0 0 0 0,0 0 1 0 0,-1 0-1 0 0,1-1 1 0 0,0 1-1 0 0,0 0 0 0 0,0-1 1 0 0,-1 0-1 0 0,1 1 0 0 0,0-1 1 0 0,0 0-1 0 0,0 0 1 0 0,0 0-1 0 0,0 0 0 0 0,-1 0 1 0 0,1-1-1 0 0,0 1 0 0 0,0-1 1 0 0,0 1-1 0 0,-1-1 1 0 0,4-1-1 0 0,-2 0-1 0 0,-1 1 0 0 0,0-1-1 0 0,0-1 1 0 0,1 1 0 0 0,-1 0 0 0 0,-1 0 0 0 0,1-1-1 0 0,0 1 1 0 0,-1-1 0 0 0,1 0 0 0 0,-1 1 0 0 0,2-6-1 0 0,2-6 1 0 0,-1-1-1 0 0,-1 1 0 0 0,-1-1 1 0 0,2-23-1 0 0,-3-5-3 0 0,-2-1-1 0 0,-7-53 0 0 0,-24-84-58 0 0,22 140-133 0 0,-24-60 0 0 0,21 78-128 0 0,13 23 224 0 0,-1-1 0 0 0,1 0-1 0 0,0 1 1 0 0,-1-1 0 0 0,1 1 0 0 0,-1-1 0 0 0,0 1 0 0 0,1-1 0 0 0,-1 1 0 0 0,1-1-1 0 0,-1 1 1 0 0,0-1 0 0 0,1 1 0 0 0,-1 0 0 0 0,0-1 0 0 0,1 1 0 0 0,-1 0 0 0 0,0 0-1 0 0,0 0 1 0 0,1 0 0 0 0,-1-1 0 0 0,0 1 0 0 0,0 0 0 0 0,1 0 0 0 0,-1 0 0 0 0,0 0-1 0 0,0 0 1 0 0,1 1 0 0 0,-1-1 0 0 0,0 0 0 0 0,0 0 0 0 0,1 0 0 0 0,-2 1 0 0 0,-9 8-4372 0 0,5 2-1921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5032 0 0,'0'0'20110'0'0,"2"6"-19333"0"0,8 40 270 0 0,-1 0 1 0 0,2 55-1 0 0,6 38 67 0 0,19 21-116 0 0,-10-54-366 0 0,-26-105-430 0 0,-1-8-187 0 0,-4-29-6 0 0,-22-179-42 0 0,23 162 3 0 0,2 1-1 0 0,7-66 0 0 0,-4 112 29 0 0,-1-3 0 0 0,1 1 1 0 0,0-1-1 0 0,0 0 1 0 0,1 1-1 0 0,0-1 0 0 0,1 1 1 0 0,0 0-1 0 0,0-1 1 0 0,7-10-1 0 0,-8 15-7 0 0,10-9 95 0 0,-11 13-82 0 0,0 1 0 0 0,0-1 0 0 0,-1 0 1 0 0,1 1-1 0 0,0-1 0 0 0,0 1 0 0 0,-1-1 0 0 0,1 1 0 0 0,0-1 0 0 0,-1 1 0 0 0,1-1 0 0 0,-1 1 0 0 0,1-1 0 0 0,-1 1 0 0 0,1 0 0 0 0,-1-1 1 0 0,1 1-1 0 0,-1 0 0 0 0,1 0 0 0 0,-1 0 0 0 0,8 12 28 0 0,-2 1 0 0 0,0-1 1 0 0,0 1-1 0 0,-1 0 0 0 0,4 18 0 0 0,2 7 7 0 0,2 0-3 0 0,123 326 168 0 0,-130-353-283 0 0,-2-4-43 0 0,-1-1-1 0 0,1 1 1 0 0,-1 0-1 0 0,0 1 1 0 0,-1-1-1 0 0,0 0 1 0 0,1 11-1 0 0,-7-23-188 0 0,-21-24-814 0 0,-24-32 1 0 0,-21-26-774 0 0,60 75 1855 0 0,-1 0 0 0 0,0 1 0 0 0,-1 1 1 0 0,0-1-1 0 0,-17-8 0 0 0,7 7 333 0 0,-21-14 795 0 0,42 24-976 0 0,1 1-110 0 0,-1 0 0 0 0,1-1 0 0 0,0 1 1 0 0,0 0-1 0 0,0 0 0 0 0,0-1 1 0 0,-1 1-1 0 0,1 0 0 0 0,0 0 1 0 0,0-1-1 0 0,0 1 0 0 0,0 0 0 0 0,0 0 1 0 0,0-1-1 0 0,0 1 0 0 0,0 0 1 0 0,0-1-1 0 0,0 1 0 0 0,0 0 1 0 0,0 0-1 0 0,0-1 0 0 0,0 1 1 0 0,0 0-1 0 0,0-1 0 0 0,0 1 0 0 0,0 0 1 0 0,0 0-1 0 0,0-1 0 0 0,0 1 1 0 0,0 0-1 0 0,1 0 0 0 0,-1-1 1 0 0,0 1-1 0 0,0 0 0 0 0,0 0 0 0 0,0 0 1 0 0,1-1-1 0 0,-1 1 0 0 0,1 0 1 0 0,106-66-1874 0 0,132-87-1206 0 0,-228 144 3009 0 0,0 1-1 0 0,14-17 1 0 0,-21 21 621 0 0,-1 1-1 0 0,0-2 1 0 0,0 1 0 0 0,0 0 0 0 0,3-9 1581 0 0,-7 11-1669 0 0,-15-13 1128 0 0,15 14-744 0 0,0 5-723 0 0,-2 7-30 0 0,1 1 1 0 0,1-1-1 0 0,0 1 1 0 0,1 0-1 0 0,0-1 1 0 0,1 1-1 0 0,1 12 1 0 0,1 7 26 0 0,23 325 640 0 0,-23-321-710 0 0,2 0 0 0 0,1 0 0 0 0,18 56 0 0 0,-22-86-50 0 0,-1 0 0 0 0,1 0 0 0 0,0-1 0 0 0,1 1 0 0 0,-1-1 0 0 0,1 0 0 0 0,0 1 0 0 0,0-1 1 0 0,0 0-1 0 0,0-1 0 0 0,1 1 0 0 0,-1-1 0 0 0,6 4 0 0 0,0-6 0 0 0,-5-2-13 0 0,-1-1 0 0 0,1 1 0 0 0,-1-1-1 0 0,1 0 1 0 0,-1 0 0 0 0,0 0 0 0 0,0 0 0 0 0,0-1 0 0 0,0 1-1 0 0,-1-1 1 0 0,4-4 0 0 0,29-40-324 0 0,-6 7 53 0 0,-21 32 61 0 0,0 1 0 0 0,0-1 1 0 0,0 2-1 0 0,1-1 0 0 0,0 1 1 0 0,11-6-1 0 0,36-13-6138 0 0,-25 13-93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6045 0 0,'-1'-3'6454'0'0,"0"1"-4933"0"0,-2-8 9137 0 0,1 17-9596 0 0,-1 12-625 0 0,0-1 0 0 0,1 0-1 0 0,1 1 1 0 0,2 25 0 0 0,11 87 648 0 0,-6-76-787 0 0,9 169 642 0 0,-6-70-444 0 0,-1-29-141 0 0,32 261 673 0 0,-38-373-971 0 0,1 0-1 0 0,0-1 0 0 0,1 1 1 0 0,10 22-1 0 0,-13-33-48 0 0,1 1 1 0 0,-1-1-1 0 0,0 0 1 0 0,1 1-1 0 0,-1-1 1 0 0,1 0-1 0 0,0 0 1 0 0,0 0-1 0 0,0 0 1 0 0,0 0-1 0 0,0 0 1 0 0,0-1-1 0 0,0 1 1 0 0,1-1-1 0 0,-1 1 1 0 0,0-1-1 0 0,1 0 1 0 0,0 0-1 0 0,-1 0 1 0 0,1 0-1 0 0,-1-1 1 0 0,1 1-1 0 0,0-1 1 0 0,0 1-1 0 0,-1-1 1 0 0,1 0-1 0 0,0 0 1 0 0,0 0-1 0 0,-1 0 1 0 0,5-2-1 0 0,15-4 12 0 0,1-2 0 0 0,-1 0 0 0 0,22-13 0 0 0,36-12-109 0 0,-55 29-671 0 0,-23 4 569 0 0,0 0 0 0 0,-1 0-1 0 0,1-1 1 0 0,0 1 0 0 0,0 0 0 0 0,-1-1-1 0 0,1 1 1 0 0,0-1 0 0 0,-1 1-1 0 0,1-1 1 0 0,0 0 0 0 0,-1 0 0 0 0,1 0-1 0 0,-1 0 1 0 0,1 0 0 0 0,0-1 0 0 0,9-7-4210 0 0,1-1-2063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18 7441 0 0,'-12'-4'3459'0'0,"-1"1"-1"0"0,0-1 1 0 0,-14 0 0 0 0,16 3-2304 0 0,1 0 0 0 0,0 1 0 0 0,-1 0 0 0 0,-14 2 0 0 0,18-1-979 0 0,1 1 1 0 0,0-1 0 0 0,0 1-1 0 0,0 0 1 0 0,0 0-1 0 0,1 0 1 0 0,-1 1-1 0 0,1 0 1 0 0,-1 0-1 0 0,1 1 1 0 0,0-1-1 0 0,0 1 1 0 0,0 0-1 0 0,1 0 1 0 0,0 1-1 0 0,-1 0 1 0 0,1-1-1 0 0,1 1 1 0 0,-5 8-1 0 0,4-5-112 0 0,0 1-1 0 0,1 0 0 0 0,0 0 1 0 0,0 0-1 0 0,1 1 0 0 0,0-1 0 0 0,1 0 1 0 0,0 1-1 0 0,0-1 0 0 0,1 1 0 0 0,1-1 1 0 0,-1 1-1 0 0,2-1 0 0 0,-1 1 0 0 0,1-1 1 0 0,0 0-1 0 0,1 1 0 0 0,6 13 1 0 0,-3-9-43 0 0,1 0 1 0 0,1 0 0 0 0,0 0 0 0 0,1-1 0 0 0,0 0 0 0 0,1-1 0 0 0,0 0 0 0 0,1 0 0 0 0,0-1 0 0 0,21 15 0 0 0,-22-20-23 0 0,0 1 1 0 0,1-1-1 0 0,0-1 1 0 0,0 0-1 0 0,1-1 1 0 0,-1 0-1 0 0,1-1 0 0 0,0 0 1 0 0,0-1-1 0 0,0 0 1 0 0,22 0-1 0 0,-18-2-6 0 0,0-1 1 0 0,0 0-1 0 0,0-1 1 0 0,0-1-1 0 0,-1 0 1 0 0,1-2-1 0 0,-1 0 0 0 0,20-8 1 0 0,-31 11 4 0 0,-1 0 0 0 0,1 0 1 0 0,0 0-1 0 0,-1 0 0 0 0,1-1 0 0 0,-1 1 0 0 0,0-1 0 0 0,0 0 1 0 0,0 0-1 0 0,0 0 0 0 0,0 0 0 0 0,-1-1 0 0 0,1 1 1 0 0,-1-1-1 0 0,0 0 0 0 0,0 1 0 0 0,2-8 0 0 0,-2 5 5 0 0,-1 1 0 0 0,0-1 0 0 0,-1 1 0 0 0,1-1-1 0 0,-1 1 1 0 0,-1-1 0 0 0,1 1 0 0 0,0-1 0 0 0,-1 1-1 0 0,0-1 1 0 0,-1 1 0 0 0,-2-7 0 0 0,1 2 6 0 0,-2 0 1 0 0,1 0-1 0 0,-1 1 0 0 0,-1-1 1 0 0,0 1-1 0 0,0 0 1 0 0,-1 1-1 0 0,0 0 0 0 0,0 0 1 0 0,-1 0-1 0 0,0 1 0 0 0,-1 0 1 0 0,-12-8-1 0 0,10 10 10 0 0,-1-1-1 0 0,-1 2 0 0 0,1-1 1 0 0,0 2-1 0 0,-1 0 0 0 0,0 0 0 0 0,0 1 1 0 0,0 1-1 0 0,0 0 0 0 0,0 1 1 0 0,0 0-1 0 0,0 1 0 0 0,0 0 1 0 0,0 1-1 0 0,-18 6 0 0 0,12-3-376 0 0,-1 1 0 0 0,1 2-1 0 0,-31 15 1 0 0,32-12-1216 0 0,0 0 0 0 0,1 1 0 0 0,-22 19 0 0 0,15-6-4910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11341 0 0,'-2'1'4470'0'0,"-4"-1"-3185"0"0,0 1 0 0 0,0 1 1 0 0,0-1-1 0 0,0 1 0 0 0,1 0 0 0 0,-11 6 1 0 0,7-3-433 0 0,0 0 0 0 0,0 1 0 0 0,-11 11 0 0 0,5-3-425 0 0,1 1-1 0 0,0 1 1 0 0,-16 24-1 0 0,19-23-272 0 0,1 0 0 0 0,1 1 0 0 0,1 0 0 0 0,1 0 0 0 0,0 1 0 0 0,1 0 0 0 0,1 0 0 0 0,-4 31 1 0 0,8-35-112 0 0,0 0 0 0 0,1-1 0 0 0,0 1 0 0 0,4 21 0 0 0,-3-30-57 0 0,0-1 0 0 0,1 1 0 0 0,-1-1 0 0 0,1 0-1 0 0,0 1 1 0 0,0-1 0 0 0,0 0 0 0 0,1 0 0 0 0,0-1-1 0 0,0 1 1 0 0,0 0 0 0 0,1-1 0 0 0,-1 0-1 0 0,9 7 1 0 0,-7-8-29 0 0,0 0 0 0 0,0 0 0 0 0,1-1 1 0 0,-1 0-1 0 0,1 0 0 0 0,0-1 0 0 0,0 1 0 0 0,-1-1 0 0 0,1 0 0 0 0,0-1 0 0 0,0 1 0 0 0,0-1 0 0 0,0 0 0 0 0,6-2 1 0 0,2 1-86 0 0,0-1 1 0 0,-1-1 0 0 0,1 0-1 0 0,22-9 1 0 0,-29 9 42 0 0,-1 0-1 0 0,1 0 1 0 0,-1 0-1 0 0,0-1 1 0 0,0 1-1 0 0,-1-2 1 0 0,1 1-1 0 0,-1-1 1 0 0,0 1-1 0 0,7-9 1 0 0,-10 10 65 0 0,0 0 0 0 0,-1 0 1 0 0,1 0-1 0 0,-1 0 1 0 0,0 0-1 0 0,1 0 1 0 0,-1 0-1 0 0,-1-1 1 0 0,1 1-1 0 0,0 0 0 0 0,-1-1 1 0 0,0 1-1 0 0,0 0 1 0 0,0-1-1 0 0,0 1 1 0 0,0 0-1 0 0,-1-1 1 0 0,0 1-1 0 0,1 0 1 0 0,-1-1-1 0 0,0 1 0 0 0,0 0 1 0 0,-3-4-1 0 0,1 1 56 0 0,0 0 0 0 0,0 1 0 0 0,-1-1 0 0 0,0 1 0 0 0,0 0 1 0 0,0-1-1 0 0,0 2 0 0 0,-1-1 0 0 0,0 1 0 0 0,-11-8 0 0 0,-1 2 162 0 0,0 0 0 0 0,-24-9-1 0 0,-12-7 340 0 0,51 25-532 0 0,6-1-81 0 0,3-1 25 0 0,1 0-1 0 0,-1 0 1 0 0,1 1-1 0 0,0 0 0 0 0,0 0 1 0 0,0 1-1 0 0,15-1 1 0 0,66 3-424 0 0,-53 0 306 0 0,-30-1 224 0 0,1 0 1 0 0,-1 0-1 0 0,1 1 0 0 0,-1 0 1 0 0,1 0-1 0 0,-1 0 0 0 0,1 1 1 0 0,-1 0-1 0 0,0 0 0 0 0,0 1 1 0 0,9 4-1 0 0,-13-4 16 0 0,0-1 1 0 0,-1 1-1 0 0,0-1 0 0 0,1 1 1 0 0,-1 0-1 0 0,0-1 0 0 0,-1 1 1 0 0,1 0-1 0 0,0 0 0 0 0,-1 0 0 0 0,1-1 1 0 0,-1 1-1 0 0,0 0 0 0 0,0 0 1 0 0,-1 5-1 0 0,2 11 179 0 0,16 140 603 0 0,-5-40-604 0 0,-7-50-157 0 0,5 23-390 0 0,-10-91 85 0 0,0 5 322 0 0,0-4-1494 0 0,8-35-11468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 10513 0 0,'-7'-18'9375'0'0,"0"12"-3466"0"0,7 7-5707 0 0,-1-1 0 0 0,0 1 0 0 0,1-1 0 0 0,-1 1 0 0 0,0-1 0 0 0,1 1 0 0 0,-1 0 0 0 0,1-1 0 0 0,-1 1 0 0 0,1 0 0 0 0,-1-1 0 0 0,1 1 0 0 0,0 0 0 0 0,-1-1 0 0 0,1 1 0 0 0,0 0 0 0 0,-1 0 0 0 0,1 0 0 0 0,0-1 0 0 0,0 1 0 0 0,0 1 0 0 0,-3 10-16 0 0,1 0-1 0 0,-1 21 1 0 0,7 40 429 0 0,20 114 0 0 0,-15-124-627 0 0,-7-51 24 0 0,0 0 1 0 0,8 22-1 0 0,4-8-1501 0 0,-12-24 1004 0 0,-1-1 1 0 0,0 0-1 0 0,1 1 1 0 0,-1-1-1 0 0,1 0 0 0 0,-1 0 1 0 0,1 0-1 0 0,0 0 1 0 0,-1 0-1 0 0,1 0 1 0 0,0 0-1 0 0,2 0 1 0 0,8 2-5979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 9669 0 0,'-2'-2'5768'0'0,"0"0"-5208"0"0,0 1 1 0 0,0-1-1 0 0,1 1 1 0 0,-1-1-1 0 0,0 1 1 0 0,-1 0-1 0 0,1 0 1 0 0,0 0-1 0 0,0 0 0 0 0,0 0 1 0 0,-1 0-1 0 0,1 1 1 0 0,0-1-1 0 0,-1 1 1 0 0,1-1-1 0 0,0 1 1 0 0,-4 0-1 0 0,1 1-126 0 0,0-1-1 0 0,0 1 1 0 0,0 0-1 0 0,0 0 1 0 0,1 1-1 0 0,-1-1 1 0 0,0 1-1 0 0,-4 2 1 0 0,-1 1-177 0 0,1 1 0 0 0,0 0 1 0 0,1 0-1 0 0,-1 0 0 0 0,1 1 1 0 0,0 1-1 0 0,-11 14 1 0 0,14-16-202 0 0,1 1 0 0 0,0 0 0 0 0,0 0 1 0 0,1 0-1 0 0,-1 1 0 0 0,2-1 1 0 0,-1 1-1 0 0,1 0 0 0 0,0 0 0 0 0,1-1 1 0 0,0 1-1 0 0,0 0 0 0 0,1 0 0 0 0,0 1 1 0 0,0-1-1 0 0,1 0 0 0 0,2 13 1 0 0,0-9-43 0 0,1 0 0 0 0,0 1 1 0 0,0-2-1 0 0,1 1 0 0 0,1 0 1 0 0,0-1-1 0 0,0 0 0 0 0,1 0 1 0 0,0-1-1 0 0,14 15 0 0 0,-5-8-62 0 0,-10-9-48 0 0,1 0 1 0 0,0 0-1 0 0,0-1 1 0 0,1 0 0 0 0,0 0-1 0 0,0-1 1 0 0,0 0-1 0 0,1-1 1 0 0,0 1 0 0 0,17 6-1 0 0,-23-11-536 0 0,-1-1-1 0 0,1 0 1 0 0,0 1 0 0 0,-1-1-1 0 0,1 0 1 0 0,-1 0-1 0 0,1-1 1 0 0,2 1-1 0 0,8-3-5871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10389 0 0,'-2'-8'17502'0'0,"0"40"-15068"0"0,1 52-2708 0 0,38 373 2112 0 0,-10-185-1276 0 0,-21-214-466 0 0,15 64 1 0 0,-19-107-107 0 0,-2-13-15 0 0,1 0 0 0 0,-1 0 0 0 0,0 0 0 0 0,0 0 0 0 0,1 0 0 0 0,0 0 0 0 0,-1 0 0 0 0,1 0 0 0 0,0 0 0 0 0,0 0 0 0 0,0 0 0 0 0,1 1 0 0 0,-1-1-178 0 0,-1-4-156 0 0,0 0 290 0 0,1 1-1 0 0,-1-1 1 0 0,1 1-1 0 0,-1-1 1 0 0,1 0-1 0 0,-1 1 1 0 0,1 0-1 0 0,0-1 1 0 0,0 1-1 0 0,2-3 1 0 0,0-2-200 0 0,6-24-3353 0 0,-7 16 1180 0 0,6-18-4042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 8997 0 0,'-2'-6'19070'0'0,"-2"11"-18864"0"0,1 0 1 0 0,1 0 0 0 0,-1 0 0 0 0,1 1 0 0 0,0-1-1 0 0,0 1 1 0 0,0-1 0 0 0,1 1 0 0 0,-1 6 0 0 0,-4 61 720 0 0,3-30-637 0 0,-8 126 405 0 0,5-55-442 0 0,6-59-157 0 0,1-43-113 0 0,-1 0-1 0 0,0 0 1 0 0,0 0 0 0 0,-1 0-1 0 0,-1 0 1 0 0,0-1 0 0 0,-5 17 0 0 0,6-27-142 0 0,0-1 67 0 0,1 0-1 0 0,-1 0 1 0 0,1 0 0 0 0,-1 0-1 0 0,1 0 1 0 0,-1-1-1 0 0,0 1 1 0 0,1 0 0 0 0,-1-1-1 0 0,1 1 1 0 0,-1 0 0 0 0,1-1-1 0 0,-1 1 1 0 0,1 0 0 0 0,0-1-1 0 0,-1 1 1 0 0,1-1 0 0 0,-1 1-1 0 0,1-1 1 0 0,0 1 0 0 0,-1-1-1 0 0,1 1 1 0 0,0-1-1 0 0,0 1 1 0 0,-1-2 0 0 0,-5-19-2281 0 0,3 11-706 0 0,-3-11-3381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4192 0 0,'8'-31'9423'0'0,"6"-15"-1980"0"0,-6 20-3595 0 0,-7 26-3755 0 0,-1-1 1 0 0,0 0 0 0 0,0 1 0 0 0,1-1 0 0 0,-1 0-1 0 0,0 1 1 0 0,1-1 0 0 0,-1 0 0 0 0,0 1-1 0 0,1-1 1 0 0,-1 0 0 0 0,1 1 0 0 0,-1-1 0 0 0,1 1-1 0 0,0-1 1 0 0,-1 1 0 0 0,1 0 0 0 0,-1-1-1 0 0,1 1 1 0 0,0-1 0 0 0,-1 1 0 0 0,1 0 0 0 0,0 0-1 0 0,-1-1 1 0 0,1 1 0 0 0,0 0 0 0 0,0 0-1 0 0,-1 0 1 0 0,1 0 0 0 0,0 0 0 0 0,0 0 0 0 0,-1 0-1 0 0,1 0 1 0 0,0 0 0 0 0,0 0 0 0 0,1 1 0 0 0,0-1 42 0 0,1 1 1 0 0,-1 0-1 0 0,1 0 1 0 0,-1 0-1 0 0,1 1 1 0 0,-1-1 0 0 0,0 0-1 0 0,3 3 1 0 0,11 12 108 0 0,0 1-1 0 0,-2 1 1 0 0,1 0 0 0 0,-2 0 0 0 0,-1 2 0 0 0,11 20 0 0 0,-8-13-106 0 0,2 0 0 0 0,25 32 1 0 0,-15-28-51 0 0,0 2-46 0 0,58 54 1 0 0,-84-87-58 0 0,-1 1-1 0 0,0-1 1 0 0,1 0 0 0 0,-1 0-1 0 0,0 1 1 0 0,1-1 0 0 0,-1 0 0 0 0,0 0-1 0 0,1 0 1 0 0,-1 1 0 0 0,1-1-1 0 0,-1 0 1 0 0,0 0 0 0 0,1 0 0 0 0,-1 0-1 0 0,1 0 1 0 0,-1 0 0 0 0,0 0-1 0 0,1 0 1 0 0,-1 0 0 0 0,1 0-1 0 0,-1 0 1 0 0,1 0 0 0 0,-1 0 0 0 0,0 0-1 0 0,1 0 1 0 0,-1-1 0 0 0,1 1-1 0 0,-1 0 1 0 0,0 0 0 0 0,1 0 0 0 0,-1 0-1 0 0,0-1 1 0 0,1 1 0 0 0,-1 0-1 0 0,0-1 1 0 0,1 1 0 0 0,-1 0 0 0 0,0 0-1 0 0,0-1 1 0 0,1 1 0 0 0,-1-1-1 0 0,0 1 1 0 0,0 0 0 0 0,1-1-1 0 0,4-18-293 0 0,-8-5 159 0 0,0 1-1 0 0,-2 0 0 0 0,0 0 0 0 0,-10-24 0 0 0,-3-15 30 0 0,-47-172 347 0 0,63 226-55 0 0,2 6-194 0 0,0 1 1 0 0,-1 0-1 0 0,1-1 0 0 0,0 1 0 0 0,-1 0 1 0 0,1-1-1 0 0,-1 1 0 0 0,0 0 1 0 0,1-1-1 0 0,-1 1 0 0 0,0 0 0 0 0,-1-2 1 0 0,-6 5-698 0 0,-3 12-439 0 0,3-1-808 0 0,1-1-2504 0 0,1-1-1767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9085 0 0,'0'0'3968'0'0,"18"-32"14416"0"0,-18 37-18288 0 0,1 29 131 0 0,-5 60 1 0 0,-1 12-94 0 0,5-83-118 0 0,0 0-11 0 0,1 1 0 0 0,0-1 1 0 0,10 40-1 0 0,-11-63-12 0 0,0 1-1 0 0,0-1 1 0 0,0 0 0 0 0,0 0 0 0 0,0 1-1 0 0,0-1 1 0 0,0 0 0 0 0,0 1-1 0 0,0-1 1 0 0,0 0 0 0 0,0 0 0 0 0,0 1-1 0 0,0-1 1 0 0,1 0 0 0 0,-1 1-1 0 0,0-1 1 0 0,0 0 0 0 0,0 0 0 0 0,0 0-1 0 0,1 1 1 0 0,-1-1 0 0 0,0 0-1 0 0,0 0 1 0 0,1 0 0 0 0,-1 1-1 0 0,0-1 1 0 0,0 0 0 0 0,1 0 0 0 0,-1 0-1 0 0,0 0 1 0 0,0 0 0 0 0,1 0-1 0 0,-1 0 1 0 0,0 0 0 0 0,1 0 0 0 0,-1 0-1 0 0,0 0 1 0 0,1 0 0 0 0,-1 0-1 0 0,0 0 1 0 0,0 0 0 0 0,1 0 0 0 0,-1 0-1 0 0,0 0 1 0 0,1 0 0 0 0,-1 0-1 0 0,0 0 1 0 0,0 0 0 0 0,1 0 0 0 0,-1-1-1 0 0,0 1 1 0 0,0 0 0 0 0,1 0-1 0 0,-1 0 1 0 0,0 0 0 0 0,0-1 0 0 0,0 1-1 0 0,1-1 1 0 0,11-14-301 0 0,-11 14 345 0 0,12-22-211 0 0,0-1 0 0 0,-2 0 0 0 0,-1 0 0 0 0,-1-1 0 0 0,-1 0 0 0 0,6-32 0 0 0,-1 9-28 0 0,10-57 89 0 0,14-144 0 0 0,-32 207 465 0 0,-5 42-329 0 0,0 0 1 0 0,0 0-1 0 0,0 0 1 0 0,0 0-1 0 0,0 0 0 0 0,0 0 1 0 0,0 0-1 0 0,0 0 1 0 0,0 0-1 0 0,0 0 0 0 0,0 0 1 0 0,0 0-1 0 0,-1 0 1 0 0,1 0-1 0 0,0 0 0 0 0,0 0 1 0 0,0 0-1 0 0,0 0 1 0 0,0 0-1 0 0,0 0 0 0 0,0 0 1 0 0,0 0-1 0 0,0 0 1 0 0,0 0-1 0 0,0 0 0 0 0,0 0 1 0 0,0 0-1 0 0,-1 0 1 0 0,1 0-1 0 0,0 0 0 0 0,0 0 1 0 0,0 0-1 0 0,0-1 1 0 0,0 1-1 0 0,0 0 0 0 0,0 0 1 0 0,0 0-1 0 0,0 0 1 0 0,0 0-1 0 0,0 0 0 0 0,0 0 1 0 0,0 0-1 0 0,0 0 1 0 0,0 0-1 0 0,0 0 0 0 0,0 0 1 0 0,0 0-1 0 0,-8 13 203 0 0,4-5-204 0 0,0 0-1 0 0,1 0 0 0 0,-3 12 1 0 0,-36 262 589 0 0,40-264-589 0 0,-4 35 31 0 0,-21 232 156 0 0,24-217-167 0 0,3 0-1 0 0,10 80 0 0 0,-9-134-54 0 0,1 0 0 0 0,0 0 0 0 0,1 0 0 0 0,1-1 0 0 0,0 1 0 0 0,1-1 0 0 0,0 0-1 0 0,10 16 1 0 0,-15-28 7 0 0,0-1 0 0 0,0 1 0 0 0,0-1 0 0 0,1 1-1 0 0,-1-1 1 0 0,0 0 0 0 0,1 1 0 0 0,-1-1 0 0 0,0 0 0 0 0,0 1 0 0 0,1-1-1 0 0,-1 0 1 0 0,1 1 0 0 0,-1-1 0 0 0,0 0 0 0 0,1 0 0 0 0,-1 1-1 0 0,1-1 1 0 0,-1 0 0 0 0,1 0 0 0 0,-1 0 0 0 0,1 1 0 0 0,-1-1-1 0 0,0 0 1 0 0,1 0 0 0 0,-1 0 0 0 0,1 0 0 0 0,-1 0 0 0 0,1 0-1 0 0,-1 0 1 0 0,1 0 0 0 0,-1 0 0 0 0,1 0 0 0 0,-1-1 0 0 0,1 1-1 0 0,-1 0 1 0 0,1 0 0 0 0,-1 0 0 0 0,0-1 0 0 0,1 1 0 0 0,-1 0-1 0 0,1 0 1 0 0,-1-1 0 0 0,0 1 0 0 0,1 0 0 0 0,-1-1 0 0 0,0 1-1 0 0,1-1 1 0 0,0 0-5 0 0,1-1 0 0 0,-1 0 0 0 0,0 0-1 0 0,0 1 1 0 0,0-1 0 0 0,-1 0 0 0 0,1 0-1 0 0,0 0 1 0 0,-1 0 0 0 0,1 0 0 0 0,0-3 0 0 0,0-47 12 0 0,-2-1 1 0 0,-2 1 0 0 0,-16-87-1 0 0,13 100 35 0 0,4 32-81 0 0,1 1-1 0 0,0-1 0 0 0,1 1 1 0 0,-1-1-1 0 0,1 0 0 0 0,1 1 1 0 0,-1-1-1 0 0,1 0 0 0 0,1 1 1 0 0,-1-1-1 0 0,1 1 1 0 0,0 0-1 0 0,0-1 0 0 0,1 1 1 0 0,0 0-1 0 0,0 0 0 0 0,0 1 1 0 0,1-1-1 0 0,0 1 0 0 0,0-1 1 0 0,0 1-1 0 0,1 0 0 0 0,5-5 1 0 0,-4 5-673 0 0,10-11 474 0 0,-10 3-6686 0 0,-5 1 561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4880 0 0,'0'-1'795'0'0,"4"-42"10572"0"0,-4 40-10767 0 0,0 1 0 0 0,0-1 0 0 0,-1 1-1 0 0,1-1 1 0 0,-1 0 0 0 0,1 1-1 0 0,-1 0 1 0 0,0-1 0 0 0,0 1 0 0 0,0-1-1 0 0,-1 1 1 0 0,1 0 0 0 0,-3-4-1 0 0,3 5-475 0 0,0 0 0 0 0,0 1 0 0 0,1-1 0 0 0,-1 1 0 0 0,0-1 0 0 0,0 1 0 0 0,0 0-1 0 0,0-1 1 0 0,0 1 0 0 0,0 0 0 0 0,0-1 0 0 0,0 1 0 0 0,0 0 0 0 0,0 0 0 0 0,0 0 0 0 0,0 0-1 0 0,0 0 1 0 0,0 0 0 0 0,0 0 0 0 0,0 1 0 0 0,0-1 0 0 0,0 0 0 0 0,0 0 0 0 0,0 1 0 0 0,1-1 0 0 0,-3 1-1 0 0,-22 14 793 0 0,18-9-729 0 0,0 0 0 0 0,0 0 0 0 0,0 0 0 0 0,1 1 0 0 0,0 0 0 0 0,1 0 0 0 0,-8 13 0 0 0,11-17-159 0 0,0 0 0 0 0,0 1 0 0 0,1-1 0 0 0,-1 1 0 0 0,1-1 0 0 0,0 1 0 0 0,0 0 0 0 0,0-1 0 0 0,1 1 0 0 0,-1 0 0 0 0,1 0 0 0 0,0-1 0 0 0,0 1 0 0 0,0 0 0 0 0,1 0 0 0 0,-1-1 0 0 0,1 1 0 0 0,0 0 0 0 0,0-1 0 0 0,0 1 0 0 0,2 3 0 0 0,-2-5-29 0 0,0-1 1 0 0,0 1-1 0 0,0-1 1 0 0,0 1 0 0 0,0-1-1 0 0,0 0 1 0 0,1 1-1 0 0,-1-1 1 0 0,0 0-1 0 0,1 0 1 0 0,-1 0-1 0 0,1 0 1 0 0,-1 0-1 0 0,1 0 1 0 0,-1 0-1 0 0,1 0 1 0 0,0-1-1 0 0,-1 1 1 0 0,4 0-1 0 0,-1-1-8 0 0,0 1 0 0 0,-1-1 0 0 0,1 0 0 0 0,0 0 0 0 0,0-1 0 0 0,0 1 0 0 0,-1-1 0 0 0,8-2 0 0 0,3-2-35 0 0,0-1-1 0 0,0-1 0 0 0,20-12 0 0 0,-33 18 42 0 0,6-2-9 0 0,-1-1-1 0 0,0-1 1 0 0,-1 1 0 0 0,1-1-1 0 0,-1 0 1 0 0,0 0-1 0 0,0 0 1 0 0,0-1 0 0 0,5-9-1 0 0,-10 15 14 0 0,1-1-1 0 0,-1 1 1 0 0,0-1-1 0 0,0 0 1 0 0,0 1-1 0 0,0-1 1 0 0,0 0-1 0 0,0 1 1 0 0,0-1-1 0 0,0 0 1 0 0,0 1-1 0 0,0-1 1 0 0,0 0-1 0 0,0 1 1 0 0,0-1-1 0 0,0 0 1 0 0,-1 1-1 0 0,1-1 1 0 0,0 0-1 0 0,-1 1 1 0 0,1-1-1 0 0,0 1 1 0 0,-1-1-1 0 0,1 1 1 0 0,0-1-1 0 0,-1 1 1 0 0,1-1-1 0 0,-1 1 1 0 0,1-1-1 0 0,-1 1 1 0 0,1 0-1 0 0,-1-1 1 0 0,0 1-1 0 0,1 0 1 0 0,-1-1-1 0 0,0 1 0 0 0,-1-1-15 0 0,0 0-1 0 0,0 0 0 0 0,-1 0 0 0 0,1 0 0 0 0,0 1 0 0 0,0-1 0 0 0,0 1 0 0 0,0-1 0 0 0,-1 1 0 0 0,1 0 0 0 0,-4 0 1 0 0,2 1-63 0 0,0 0 0 0 0,-1 0 0 0 0,1 1 1 0 0,1-1-1 0 0,-1 1 0 0 0,0 0 1 0 0,0 0-1 0 0,0 0 0 0 0,1 0 0 0 0,-6 5 1 0 0,5-3-1050 0 0,0-1 0 0 0,1 1 0 0 0,-1 0 0 0 0,1 0 0 0 0,-5 8 0 0 0,-2 7-5292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6121 0 0,'-39'2'13630'0'0,"-51"9"-4384"0"0,83-8-7911 0 0,8-1-533 0 0,15 5-303 0 0,28 2-418 0 0,27-5 41 0 0,1-3 1 0 0,100-11-1 0 0,-73 2-76 0 0,209 2-177 0 0,-283 7-454 0 0,-30 0-236 0 0,-42 0-142 0 0,10-4-638 0 0,13-2-5302 0 0,14 3 769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 9965 0 0,'-4'-22'17263'0'0,"4"31"-16499"0"0,15 352 2454 0 0,0 18-2622 0 0,-17-347-3389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2.9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351 12 8381 0 0,'0'0'4072'0'0,"-13"-6"4857"0"0,-4 0-3742 0 0,-12 11-3222 0 0,-6-1-402 0 0,26-4-1390 0 0,1 1-1 0 0,-1 0 0 0 0,1 0 1 0 0,-1 1-1 0 0,1 0 1 0 0,0 0-1 0 0,0 1 0 0 0,-14 7 1 0 0,9-5-84 0 0,3 1-63 0 0,-1-1 0 0 0,1 2 1 0 0,1-1-1 0 0,-1 2 1 0 0,1-1-1 0 0,0 1 0 0 0,1 0 1 0 0,0 1-1 0 0,0 0 0 0 0,1 0 1 0 0,-7 13-1 0 0,8-10-15 0 0,1-1 0 0 0,-5 19 0 0 0,6-19-7 0 0,4-7-1 0 0,-11 45 2 0 0,7-15-1 0 0,3 70 0 0 0,1-90-4 0 0,3 22 0 0 0,12 36-13 0 0,-9-19-10 0 0,-6-48 18 0 0,0 1 0 0 0,0-1 0 0 0,1 0-1 0 0,0 0 1 0 0,0 0 0 0 0,0 0 0 0 0,1 0 0 0 0,-1 0 0 0 0,4 5 0 0 0,-2-3-4 0 0,0 0-1 0 0,-1 0 1 0 0,3 13 0 0 0,-3-14 4 0 0,-1 0 0 0 0,1 1 0 0 0,1-1 0 0 0,3 7 0 0 0,-4-8-1 0 0,1 1 0 0 0,-1-1 0 0 0,0 1 0 0 0,2 9 0 0 0,-4-12 3 0 0,1 0 0 0 0,0 0 1 0 0,0 0-1 0 0,0 0 0 0 0,0 0 0 0 0,0 0 0 0 0,1 0 0 0 0,-1 0 1 0 0,1-1-1 0 0,0 1 0 0 0,4 4 0 0 0,-5-5 1 0 0,0-1 0 0 0,1 1 0 0 0,-1-1 0 0 0,0 1 0 0 0,0 0-1 0 0,0 0 1 0 0,0-1 0 0 0,0 1 0 0 0,0 0 0 0 0,0 0 0 0 0,0 3 0 0 0,-1-4 0 0 0,1 1 1 0 0,-1 0-1 0 0,1 0 1 0 0,0-1-1 0 0,-1 1 1 0 0,1 0-1 0 0,0-1 1 0 0,0 1-1 0 0,0-1 1 0 0,1 1-1 0 0,-1-1 1 0 0,0 0-1 0 0,2 2 1 0 0,22 18-72 0 0,36 40 1 0 0,-54-56 57 0 0,0 0 1 0 0,0 0-1 0 0,0-1 1 0 0,0 0-1 0 0,0 0 1 0 0,1-1-1 0 0,0 0 1 0 0,11 3-1 0 0,1 1-17 0 0,46 16-38 0 0,-62-22 67 0 0,-1 0-1 0 0,1 0 1 0 0,0-1-1 0 0,0 1 0 0 0,0-1 1 0 0,0 1-1 0 0,0-1 1 0 0,-1-1-1 0 0,6 1 1 0 0,4-1-13 0 0,-11 1 13 0 0,49-2-64 0 0,-47 1 61 0 0,1 1 0 0 0,-1-1 0 0 0,1 0 0 0 0,-1 0 0 0 0,1-1 0 0 0,-1 1 0 0 0,1-1 0 0 0,7-4 0 0 0,-9 4 3 0 0,3 1 2 0 0,0-1 0 0 0,0 0 0 0 0,0 0 1 0 0,0-1-1 0 0,0 0 0 0 0,0 0 0 0 0,6-5 1 0 0,-7 4-3 0 0,16-10-23 0 0,27-24-1 0 0,26-49-45 0 0,-67 76 69 0 0,0 0 1 0 0,0 0-1 0 0,7-18 0 0 0,-4 7-7 0 0,0-2 0 0 0,8-29 1 0 0,-16 46 12 0 0,7-31 10 0 0,-3-1-11 0 0,-3 21-3 0 0,-2 9 4 0 0,0 0 1 0 0,0 0-1 0 0,-1 0 1 0 0,0 0-1 0 0,-3-15 1 0 0,3 20-1 0 0,-7-29 3 0 0,4 17 17 0 0,0-1 0 0 0,-1 0 0 0 0,-1 1 1 0 0,-1 0-1 0 0,-11-25 0 0 0,16 38-13 0 0,-2-10-2 0 0,2 10-7 0 0,-7-9 14 0 0,-37-73 111 0 0,18 37-71 0 0,24 45-43 0 0,1 0 0 0 0,-1 0 0 0 0,0 0 0 0 0,0 0 0 0 0,0 0 0 0 0,0 1 0 0 0,-1-1 0 0 0,1 1 0 0 0,0 0 0 0 0,-7-3 1 0 0,-29-16 142 0 0,33 17-110 0 0,-1-1-1 0 0,0 2 1 0 0,0-1 0 0 0,-13-4-1 0 0,-53-14 148 0 0,71 22-188 0 0,0 0-1 0 0,1-1 0 0 0,-1 1 1 0 0,0 0-1 0 0,1 0 0 0 0,-1 0 1 0 0,0 1-1 0 0,0-1 0 0 0,1 0 1 0 0,-1 1-1 0 0,0-1 0 0 0,1 1 1 0 0,-3 0-1 0 0,3 0 1 0 0,-1 0 1 0 0,0-1-1 0 0,0 1 1 0 0,0-1 0 0 0,0 0-1 0 0,0 1 1 0 0,1-1-1 0 0,-1 0 1 0 0,-4 0-1 0 0,2-1 0 0 0,-10-1 21 0 0,-1 1 1 0 0,-17 0-1 0 0,29 1-60 0 0,0 0-1 0 0,0 0 1 0 0,0 0 0 0 0,0 0-1 0 0,0 0 1 0 0,0 1-1 0 0,-1 0 1 0 0,1 0-1 0 0,0-1 1 0 0,1 2-1 0 0,-1-1 1 0 0,-4 2 0 0 0,5-2-128 0 0,0 2-253 0 0,0 0 0 0 0,-1 0 0 0 0,1 0 0 0 0,-1-1 0 0 0,0 1 0 0 0,0-1 0 0 0,-4 3 0 0 0,-5 1-4005 0 0,1-3-2031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3.5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 64 9869 0 0,'-7'-2'20979'0'0,"141"-22"-20399"0"0,-33 4-433 0 0,-67 13-107 0 0,-18 4-8 0 0,0 0-1 0 0,0 1 1 0 0,22-1 0 0 0,-36 4-46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4.2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60 5965 0 0,'0'0'12862'0'0,"0"-9"-11317"0"0,2 4 2033 0 0,9-8-2201 0 0,-9 12-987 0 0,-1-1-38 0 0,16-20 901 0 0,-16 21-862 0 0,3-4-231 0 0,-2 4 69 0 0,-4 5 1177 0 0,-101 119-70 0 0,101-120-1286 0 0,0-1-1 0 0,0 1 1 0 0,0 0 0 0 0,0-1-1 0 0,0 1 1 0 0,1 0 0 0 0,-1 0-1 0 0,1 0 1 0 0,0 0-1 0 0,0 0 1 0 0,0 1 0 0 0,0-1-1 0 0,0 6 1 0 0,1-7-29 0 0,1 0 0 0 0,0 0 0 0 0,0-1 0 0 0,0 1 1 0 0,0 0-1 0 0,0 0 0 0 0,0-1 0 0 0,0 1 0 0 0,1-1 0 0 0,-1 1 0 0 0,0-1 0 0 0,1 0 1 0 0,-1 1-1 0 0,1-1 0 0 0,0 0 0 0 0,-1 0 0 0 0,1 0 0 0 0,0 0 0 0 0,3 1 0 0 0,5 4 68 0 0,-5-3-59 0 0,0 1 1 0 0,0-1-1 0 0,1 1 1 0 0,0-2-1 0 0,7 4 0 0 0,-8-4-43 0 0,0 0-1 0 0,0 0 0 0 0,0 1 0 0 0,0 0 0 0 0,-1 0 0 0 0,5 3 1 0 0,15 4-1214 0 0,-14-8-5068 0 0,0 0-189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7.0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339 49 5388 0 0,'-12'-8'10728'0'0,"0"4"-4116"0"0,-10 1-1991 0 0,17 4-4494 0 0,-1 1 1 0 0,1-1-1 0 0,0 1 1 0 0,0 0-1 0 0,-1 0 1 0 0,1 0-1 0 0,-6 4 1 0 0,1 1 6 0 0,0 0 1 0 0,0 0 0 0 0,1 1 0 0 0,0 0-1 0 0,1 1 1 0 0,0 0 0 0 0,0 0-1 0 0,0 0 1 0 0,1 1 0 0 0,1 0 0 0 0,0 1-1 0 0,-7 15 1 0 0,-7 17 33 0 0,-1 2-45 0 0,3 5-30 0 0,11-31-68 0 0,0 0 0 0 0,1 1 0 0 0,-3 20-1 0 0,-17 81 8 0 0,16-78-31 0 0,8-38-7 0 0,1 1 1 0 0,-1 0-1 0 0,1 0 1 0 0,0 0 0 0 0,0 0-1 0 0,0 0 1 0 0,1 0-1 0 0,1 11 1 0 0,3 9-36 0 0,10 37-48 0 0,-8-45 70 0 0,-4-12 6 0 0,-1 1 0 0 0,2-1 0 0 0,-1 0 0 0 0,1 1 0 0 0,0-1 0 0 0,0 0 0 0 0,0-1 0 0 0,1 1 0 0 0,0 0-1 0 0,0-1 1 0 0,1 0 0 0 0,5 5 0 0 0,52 43-118 0 0,-60-50 126 0 0,0-1-1 0 0,1 0 0 0 0,-1 0 1 0 0,1 0-1 0 0,-1-1 0 0 0,1 1 1 0 0,0 0-1 0 0,3 1 0 0 0,9 6-47 0 0,-9-4 26 0 0,1-1 0 0 0,-1 0 1 0 0,1 0-1 0 0,0-1 0 0 0,0 0 0 0 0,0 0 0 0 0,0 0 0 0 0,14 2 0 0 0,50 7-50 0 0,-66-10 74 0 0,0 0-1 0 0,1-1 1 0 0,-1 0 0 0 0,0 0-1 0 0,0-1 1 0 0,1 0-1 0 0,9 0 1 0 0,4 0-14 0 0,-17 0 15 0 0,18 0-18 0 0,35-2-1 0 0,-50 2 20 0 0,10-1 2 0 0,-7 0 4 0 0,16-7-2 0 0,9 0-16 0 0,-23 6 13 0 0,0-1-1 0 0,-1 0 1 0 0,1 0-1 0 0,-1-1 1 0 0,0 0-1 0 0,0 0 1 0 0,0-1-1 0 0,-1-1 1 0 0,1 1-1 0 0,9-10 1 0 0,-4 1 8 0 0,-1-1-1 0 0,0 0 1 0 0,19-31-1 0 0,5-10 7 0 0,-32 48-8 0 0,0-1-1 0 0,-1 0 0 0 0,0 0 0 0 0,0 0 0 0 0,-1 0 0 0 0,0-1 0 0 0,0 1 1 0 0,-1-1-1 0 0,-1 0 0 0 0,1-17 0 0 0,0 1 64 0 0,-2 0 0 0 0,0 1 0 0 0,-2-1 0 0 0,-1 0 0 0 0,-2 1 0 0 0,-13-47 0 0 0,10 48 37 0 0,-1 1-1 0 0,-1 0 0 0 0,-16-27 1 0 0,-7-16 58 0 0,30 58-150 0 0,0 1 1 0 0,-1 0 0 0 0,0 0-1 0 0,-8-11 1 0 0,6 10 9 0 0,-3-3 29 0 0,-1 0 0 0 0,0 0 0 0 0,0 1-1 0 0,-1 0 1 0 0,0 1 0 0 0,-1 0 0 0 0,0 1 0 0 0,0 0-1 0 0,-24-11 1 0 0,14 10 48 0 0,-1 1-1 0 0,0 1 1 0 0,0 1-1 0 0,-37-4 1 0 0,34 6-27 0 0,15 2-78 0 0,0 1 0 0 0,-19-7 0 0 0,28 7-45 0 0,-26 33-1441 0 0,15-14-5622 0 0,8-10 716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7.5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46 6809 0 0,'0'0'19080'0'0,"5"-2"-18297"0"0,23-7-81 0 0,1 2-1 0 0,0 1 0 0 0,45-3 0 0 0,-45 6-569 0 0,23-3 104 0 0,0 3 1 0 0,69 3 0 0 0,-110 1 219 0 0,-2 0-1719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6:57.86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16 8129 0 0,'0'0'5059'0'0,"-3"-15"11106"0"0,18 22-15889 0 0,-2-2-62 0 0,-1 1 0 0 0,0 1-1 0 0,0-1 1 0 0,20 17 0 0 0,-30-21-201 0 0,1 0 1 0 0,-1 1-1 0 0,1-1 0 0 0,-1 1 0 0 0,0-1 1 0 0,0 1-1 0 0,0 0 0 0 0,-1 0 0 0 0,1 0 1 0 0,-1 0-1 0 0,1 0 0 0 0,-1 0 0 0 0,0 0 1 0 0,0 0-1 0 0,-1 1 0 0 0,1-1 0 0 0,0 0 1 0 0,-1 1-1 0 0,0-1 0 0 0,0 0 1 0 0,0 1-1 0 0,0-1 0 0 0,-1 0 0 0 0,1 1 1 0 0,-3 5-1 0 0,1-1-191 0 0,-2-1 1 0 0,1 1-1 0 0,-1 0 0 0 0,0-1 1 0 0,-1 0-1 0 0,1 0 0 0 0,-2 0 1 0 0,-6 7-1 0 0,-27 24-5913 0 0,19-20-308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7:01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18 8305 0 0,'-1'0'7523'0'0,"-10"-2"36"0"0,8 3-7297 0 0,0 1 0 0 0,-1-1 0 0 0,1 1 0 0 0,0 0 0 0 0,0 0 0 0 0,0 0 0 0 0,0 0 0 0 0,0 1 0 0 0,0-1 0 0 0,1 1 0 0 0,-1 0 0 0 0,-2 3 0 0 0,-26 32 1062 0 0,22-27-1090 0 0,-1 0-1 0 0,-9 17 1 0 0,13-17-152 0 0,1 1 0 0 0,0 0 0 0 0,1 0 0 0 0,0 1 0 0 0,-3 20 0 0 0,-2 9-23 0 0,-4-5-28 0 0,9-24-23 0 0,0 0 0 0 0,0 1 0 0 0,1-1-1 0 0,1 1 1 0 0,-2 22 0 0 0,-1 26-2 0 0,4-49-19 0 0,1 1 0 0 0,3 16 1 0 0,-1 0 20 0 0,3 4-9 0 0,0 0 0 0 0,19 60-1 0 0,-14-70-13 0 0,-8-20 13 0 0,0 0-1 0 0,0-1 1 0 0,-1 1 0 0 0,1 0-1 0 0,0 7 1 0 0,-1-6 1 0 0,1 0 1 0 0,-1-1-1 0 0,1 1 0 0 0,0 0 1 0 0,1 0-1 0 0,3 5 0 0 0,5 15-13 0 0,-7-16-12 0 0,0-1 0 0 0,0 0 0 0 0,0 0 0 0 0,1 0 0 0 0,0 0 0 0 0,1-1 0 0 0,7 9 0 0 0,-7-10-25 0 0,1 0 1 0 0,-1 0 0 0 0,13 8-1 0 0,13 11-95 0 0,-28-22 134 0 0,0 0 1 0 0,1 0 0 0 0,-1 0 0 0 0,1 0 0 0 0,0-1 0 0 0,-1 0-1 0 0,1 0 1 0 0,0 0 0 0 0,0 0 0 0 0,6 0 0 0 0,1 1-19 0 0,0-1 1 0 0,1-1 0 0 0,12 0 0 0 0,2-1-3 0 0,18 0-38 0 0,-40 0 56 0 0,-1 0 1 0 0,1 0-1 0 0,-1 0 0 0 0,1-1 1 0 0,-1 0-1 0 0,7-2 1 0 0,8-1-15 0 0,1-1 19 0 0,-1 0 0 0 0,1-2 0 0 0,-2 0 0 0 0,1-1 1 0 0,-1-1-1 0 0,21-14 0 0 0,-22 12 12 0 0,0-2 1 0 0,-1-1-1 0 0,-1 0 0 0 0,0 0 1 0 0,-1-2-1 0 0,0 0 0 0 0,21-35 1 0 0,-21 27 41 0 0,22-50 0 0 0,-24 47-33 0 0,-4 7 52 0 0,10-38 0 0 0,-4 10 6 0 0,-10 30-11 0 0,0-1 0 0 0,-2 0 0 0 0,0 0 0 0 0,-1-31-1 0 0,-2 35 12 0 0,0-1-1 0 0,-1 1 0 0 0,-1 0 0 0 0,0 0 1 0 0,-6-15-1 0 0,-28-65 286 0 0,34 90-325 0 0,0 1 0 0 0,-1-1 0 0 0,1 0 0 0 0,-1 1 0 0 0,0 0 0 0 0,0 0 0 0 0,-1 0 0 0 0,1 0 0 0 0,-7-3 0 0 0,-9-10 145 0 0,3 3 64 0 0,0 1 0 0 0,-1 1 0 0 0,-35-19 0 0 0,35 21-209 0 0,15 9-21 0 0,-13-9 60 0 0,-1 2-1 0 0,-29-12 0 0 0,35 16-21 0 0,-1 1 0 0 0,1 0 0 0 0,-1 1 0 0 0,0 0 0 0 0,1 1 0 0 0,-18 0 0 0 0,-13-3 131 0 0,33 4-163 0 0,0 0 0 0 0,0 1-1 0 0,0 0 1 0 0,0 1 0 0 0,0 0-1 0 0,0 0 1 0 0,0 1 0 0 0,1 0 0 0 0,-1 1-1 0 0,1 0 1 0 0,0 0 0 0 0,0 1-1 0 0,0 0 1 0 0,1 0 0 0 0,0 1 0 0 0,-13 13-1 0 0,1 1-119 0 0,2 1 0 0 0,0 0 1 0 0,-20 36-1 0 0,33-50-28 0 0,-8 16-727 0 0,6-11-1045 0 0,0-2-3470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7:02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5777 0 0,'0'0'23708'0'0,"2"5"-23506"0"0,0 15 12 0 0,0 0 1 0 0,-2-1 0 0 0,0 1 0 0 0,-4 29-1 0 0,1-4-24 0 0,-13 214 514 0 0,18-215-625 0 0,-2-43-98 0 0,-1-7-1326 0 0,1-1 966 0 0,-2-23-410 0 0,-1 9-5040 0 0,1 8-573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7:03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19 4496 0 0,'11'-18'26438'0'0,"-36"52"-26145"0"0,-33 65-1 0 0,0-1 107 0 0,46-79-310 0 0,8-12-36 0 0,0 0 1 0 0,-1 0-1 0 0,0 0 1 0 0,-8 8-1 0 0,12-15 3 0 0,3-10-48 0 0,0-1-1 0 0,1 1 0 0 0,0 0 0 0 0,1 0 0 0 0,0 0 1 0 0,0 0-1 0 0,1 0 0 0 0,8-11 0 0 0,-2 1 1 0 0,0 2 0 0 0,1 1 0 0 0,1 0 0 0 0,24-26 0 0 0,-30 35-4 0 0,-5 5-2 0 0,-1 3-1 0 0,-1-1-1 0 0,0 1 0 0 0,1-1 0 0 0,-1 1 1 0 0,0-1-1 0 0,1 1 0 0 0,-1-1 1 0 0,1 1-1 0 0,-1-1 0 0 0,1 1 0 0 0,-1-1 1 0 0,1 1-1 0 0,-1 0 0 0 0,1-1 1 0 0,-1 1-1 0 0,1 0 0 0 0,-1 0 0 0 0,1-1 1 0 0,-1 1-1 0 0,1 0 0 0 0,0 0 1 0 0,-1 0-1 0 0,1 0 0 0 0,0 0 1 0 0,-1 0-1 0 0,1 0 0 0 0,-1 0 0 0 0,2 0 1 0 0,0 0-3 0 0,1 1 0 0 0,-1-1 0 0 0,1 1 0 0 0,-1 0 0 0 0,0-1 1 0 0,1 1-1 0 0,-1 1 0 0 0,0-1 0 0 0,0 0 0 0 0,0 0 0 0 0,1 1 1 0 0,-2-1-1 0 0,1 1 0 0 0,0 0 0 0 0,0 0 0 0 0,0 0 0 0 0,-1-1 1 0 0,1 1-1 0 0,-1 1 0 0 0,0-1 0 0 0,1 0 0 0 0,1 4 0 0 0,1 2-27 0 0,3 3-317 0 0,36 52-205 0 0,-10-23-5792 0 0,-16-23-161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6549 0 0,'0'0'12871'0'0,"7"-4"-11878"0"0,-6 3-506 0 0,15-15-694 0 0,-2 9 5158 0 0,-15 16-4595 0 0,-8 199 1377 0 0,21 240 0 0 0,-2-2-1007 0 0,-4-201-520 0 0,9 203 2 0 0,8-108-113 0 0,-29-98-57 0 0,1 2-6 0 0,19 142-12 0 0,-13-277-19 0 0,-7 53 2 0 0,1-63 1 0 0,12 155 0 0 0,8 21 4 0 0,-2-25-14 0 0,9 147-15 0 0,-14-130-48 0 0,-1 36-35 0 0,-5-86-13 0 0,-20 151 36 0 0,11-247 69 0 0,3-78-3 0 0,3 84 0 0 0,7 27-58 0 0,-17 179-1 0 0,7-245 50 0 0,4-36 14 0 0,9 74 0 0 0,1 20-11 0 0,7 193-29 0 0,-10-204-38 0 0,2 95-138 0 0,-1-133 154 0 0,5 74 34 0 0,-7-126 18 0 0,0 72 0 0 0,-6-63 14 0 0,4 107-19 0 0,1 41-8 0 0,-7-176 33 0 0,2 0 0 0 0,4 36-1 0 0,1 20 0 0 0,1 190-84 0 0,-2-108 53 0 0,-1-87 36 0 0,-1-74-2 0 0,3 35-7 0 0,16 109 449 0 0,-24-129-745 0 0,3-17-24 0 0,-1-1 0 0 0,1 1 0 0 0,-1-1 0 0 0,1 1 0 0 0,-1-1 0 0 0,0 1 1 0 0,1-1-1 0 0,-1 1 0 0 0,0-1 0 0 0,1 1 0 0 0,-1-1 0 0 0,0 0 0 0 0,0 1 0 0 0,1-1 0 0 0,-1 0 1 0 0,0 0-1 0 0,0 0 0 0 0,1 0 0 0 0,-1 0 0 0 0,0 1 0 0 0,0-1 0 0 0,0-1 0 0 0,0 1 0 0 0,1 0 0 0 0,-2 0 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2596 0 0,'0'0'28405'0'0,"1"5"-28262"0"0,0-2-138 0 0,2 9 160 0 0,-1 0-1 0 0,0 0 1 0 0,1 20-1 0 0,-3-21-129 0 0,1 0 1 0 0,0-1 0 0 0,1 1-1 0 0,0-1 1 0 0,0 1-1 0 0,1-1 1 0 0,6 13 0 0 0,-6-1-5 0 0,-2-5-18 0 0,6 61 24 0 0,-3 89 0 0 0,-3 129-48 0 0,-13-83-18 0 0,1 145-30 0 0,12-195 6 0 0,-2-76 38 0 0,-3 35 11 0 0,3 77-4 0 0,21 183 4 0 0,3-46-23 0 0,-15-164 20 0 0,1 6-2 0 0,-5-122 8 0 0,7 62 4 0 0,-7-86-4 0 0,0 63-1 0 0,3 72-25 0 0,0 0-1 0 0,1 10 12 0 0,1-1-4 0 0,-7 186 19 0 0,-6-211 0 0 0,0 2-3 0 0,3 59-4 0 0,0-68 2 0 0,-1 13 2 0 0,3 153-10 0 0,4-128 3 0 0,6 95-9 0 0,0-64-2 0 0,-6-87 11 0 0,4 146-59 0 0,-6-195 49 0 0,5 223-72 0 0,-8-240 69 0 0,5 187-114 0 0,11 67 53 0 0,-3 12 40 0 0,-5-162-193 0 0,-2-55 96 0 0,13 147-114 0 0,-17-186 244 0 0,2 6 1 0 0,3 37-15 0 0,1-44 32 0 0,-2-14-14 0 0,8 64 14 0 0,-10-66-104 0 0,11 25-70 0 0,-10-58 137 0 0,-1 1 0 0 0,-1-1 0 0 0,1 28 0 0 0,6 103-9 0 0,-1-21 38 0 0,1-23 57 0 0,-1-25-4 0 0,-2 10 76 0 0,1-64 22 0 0,-4-15 21 0 0,-4-11-62 0 0,2 3-119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12 176 6741 0 0,'-11'-7'19749'0'0,"25"6"-14803"0"0,7 0-5085 0 0,-19 1 273 0 0,17 1-38 0 0,12 1-88 0 0,1-2 0 0 0,59-6 1 0 0,-58 3-15 0 0,-9 0-3 0 0,29-5 0 0 0,-26 3 5 0 0,-11 2 0 0 0,3-1 3 0 0,1 0-1 0 0,1 2 1 0 0,22 0-1 0 0,316-2 2 0 0,-35 0 4 0 0,-42 4-10 0 0,95 2-70 0 0,-132 0 25 0 0,0 0 26 0 0,179 13-11 0 0,217-18 45 0 0,-579 2-8 0 0,165-6-2 0 0,260-2-5 0 0,-235 12 5 0 0,38-7-5 0 0,-88-1 4 0 0,505-19 3 0 0,-677 22-1 0 0,162-10-1 0 0,99-3-1 0 0,121 0-1 0 0,-315 10 2 0 0,24-2 1 0 0,75-2 0 0 0,199 0-2 0 0,-244 3 2 0 0,-42 1 4 0 0,363 1-9 0 0,-8 1 12 0 0,-172 8-20 0 0,-93 0 12 0 0,-106-5 3 0 0,430 9 2 0 0,-168-7-9 0 0,-150-4 9 0 0,-133 3 0 0 0,114 1-1 0 0,23-1-6 0 0,-2 0 3 0 0,-187 0 1 0 0,123 3 5 0 0,31 0-4 0 0,-40 2 2 0 0,348 1 8 0 0,-232-10-13 0 0,-139 0 9 0 0,559-11 95 0 0,-415 16-30 0 0,22 0 8 0 0,-22 1 35 0 0,-12 2-907 0 0,-221-7-1530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7333 0 0,'0'0'21720'0'0,"-1"-1"-21670"0"0,1 1-1 0 0,0 0 1 0 0,0-1 0 0 0,0 1-1 0 0,0 0 1 0 0,0-1-1 0 0,-1 1 1 0 0,1 0-1 0 0,0-1 1 0 0,0 1 0 0 0,0 0-1 0 0,0-1 1 0 0,0 1-1 0 0,0-1 1 0 0,0 1-1 0 0,0 0 1 0 0,0-1-1 0 0,0 1 1 0 0,1 0 0 0 0,-1-1-1 0 0,0 1 1 0 0,0-1-1 0 0,0 1 1 0 0,0 0-1 0 0,0-1 1 0 0,1 1 0 0 0,-1 0-1 0 0,0 0 1 0 0,0-1-1 0 0,1 1 1 0 0,-1 0-1 0 0,0-1 1 0 0,0 1 0 0 0,1 0-1 0 0,-1 0 1 0 0,0 0-1 0 0,1-1 1 0 0,-1 1-1 0 0,0 0 1 0 0,1 0 0 0 0,17 3-12 0 0,-13-3 26 0 0,23 3 38 0 0,129-5-136 0 0,-44 0 12 0 0,148 16-8 0 0,-224-12 30 0 0,368 16-22 0 0,-93-20 0 0 0,-183 3 16 0 0,-30 2-12 0 0,26-1-10 0 0,89-2-15 0 0,49-2 10 0 0,-20-1 15 0 0,233-23 0 0 0,28-1 24 0 0,27-5-24 0 0,376-27 1 0 0,-691 46 16 0 0,50-5 4 0 0,122 3-6 0 0,-3 22 1 0 0,-384-7 2 0 0,422 4 6 0 0,8-1 2 0 0,-324 1-9 0 0,200 3 4 0 0,-151-9 0 0 0,410-13 17 0 0,-109-6-23 0 0,-236 13 1 0 0,397-11-16 0 0,-256 20 51 0 0,67-1 12 0 0,399-7 31 0 0,-172 8-42 0 0,-350 2-13 0 0,-109 1-11 0 0,198 14 37 0 0,-139-4-21 0 0,-158-9-12 0 0,194 3 129 0 0,-181-14 151 0 0,-108 6-175 0 0,8 2-677 0 0,-16 0-2075 0 0,-17 2-1768 0 0,17-3-2063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33 10093 0 0,'1'-2'5879'0'0,"-2"-5"-4448"0"0,1 4 1643 0 0,-6-17 7152 0 0,7 29-9906 0 0,25 229 551 0 0,-7 330 0 0 0,-19-541-870 0 0,-10 141-3 0 0,10-165-21 0 0,-8-86-1106 0 0,9 45-606 0 0,-3 13-3084 0 0,1 8-1681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63 328 8977 0 0,'-2'-3'5909'0'0,"-8"-7"-3658"0"0,8 6 1187 0 0,-2-2-2238 0 0,0 0-131 0 0,0 0 0 0 0,0 0 1 0 0,-1 0-1 0 0,0 0 0 0 0,-8-7 0 0 0,12 13-684 0 0,-8-26 901 0 0,10 13-798 0 0,-1 10-320 0 0,0 0 0 0 0,1 0 0 0 0,-1 0 0 0 0,1 0 1 0 0,-1 0-1 0 0,1 0 0 0 0,0 0 0 0 0,0 1 1 0 0,2-5 246 0 0,7-14-318 0 0,-7 14-90 0 0,0 0-1 0 0,1 0 1 0 0,0 0-1 0 0,0 0 1 0 0,0 1-1 0 0,1 0 1 0 0,7-8-1 0 0,4-1-5 0 0,1 1-1 0 0,0 0 1 0 0,22-12-1 0 0,-29 20-3 0 0,0 0 0 0 0,1 1-1 0 0,-1 1 1 0 0,1-1-1 0 0,0 2 1 0 0,1 0 0 0 0,18-4-1 0 0,-27 7 4 0 0,0 0-1 0 0,0 0 0 0 0,-1 1 1 0 0,1-1-1 0 0,0 0 0 0 0,0 1 1 0 0,0 0-1 0 0,-1 0 0 0 0,1-1 1 0 0,0 2-1 0 0,-1-1 1 0 0,1 0-1 0 0,-1 0 0 0 0,1 1 1 0 0,-1 0-1 0 0,1-1 0 0 0,-1 1 1 0 0,0 0-1 0 0,0 0 0 0 0,0 0 1 0 0,0 0-1 0 0,0 0 0 0 0,-1 1 1 0 0,1-1-1 0 0,-1 1 0 0 0,1-1 1 0 0,-1 1-1 0 0,0-1 1 0 0,0 1-1 0 0,1 4 0 0 0,2 5 0 0 0,-1 0 0 0 0,0 0 0 0 0,-1 0 0 0 0,0 1 0 0 0,0 20 0 0 0,-3 3 1 0 0,-1-1 1 0 0,-2 1-1 0 0,-2-1 1 0 0,0 0-1 0 0,-24 66 1 0 0,7-41-1 0 0,-2 0 0 0 0,-47 76 1 0 0,70-132-3 0 0,-10 18-15 0 0,-1-1 1 0 0,0 0-1 0 0,-2-1 0 0 0,-33 36 0 0 0,47-55-11 0 0,2-6-155 0 0,0 0 163 0 0,0 0 0 0 0,0 1 1 0 0,0-1-1 0 0,1 1 1 0 0,0-1-1 0 0,-1 1 0 0 0,2 0 1 0 0,-1-1-1 0 0,0 1 0 0 0,1 0 1 0 0,0 0-1 0 0,0 1 1 0 0,0-1-1 0 0,1 1 0 0 0,4-5 1 0 0,-2 3-14 0 0,1-1 1 0 0,-1 1 0 0 0,1 0-1 0 0,1 1 1 0 0,-1-1 0 0 0,1 1-1 0 0,-1 1 1 0 0,11-4 0 0 0,-16 7 18 0 0,0 0 10 0 0,0 1 7 0 0,-1-1-1 0 0,1 1 0 0 0,0-1 1 0 0,-1 1-1 0 0,1 0 0 0 0,-1-1 1 0 0,0 1-1 0 0,1 0 0 0 0,-1 0 1 0 0,0 0-1 0 0,1 0 0 0 0,-1 0 1 0 0,0 1-1 0 0,0-1 0 0 0,0 0 1 0 0,0 0-1 0 0,0 1 0 0 0,0-1 1 0 0,0 1-1 0 0,-1-1 0 0 0,1 1 1 0 0,0-1-1 0 0,-1 1 1 0 0,1-1-1 0 0,-1 1 0 0 0,1 2 1 0 0,6 21 30 0 0,-4-9-18 0 0,2 0 0 0 0,0-1 1 0 0,0 0-1 0 0,11 19 1 0 0,-14-30-21 0 0,1 0 1 0 0,-1 0-1 0 0,1-1 1 0 0,0 1 0 0 0,0-1-1 0 0,1 1 1 0 0,-1-1-1 0 0,1 0 1 0 0,-1 0-1 0 0,1-1 1 0 0,0 1-1 0 0,0-1 1 0 0,0 0 0 0 0,1 0-1 0 0,-1 0 1 0 0,0 0-1 0 0,1-1 1 0 0,-1 0-1 0 0,8 2 1 0 0,-1-2-24 0 0,1-1 0 0 0,-1 1 1 0 0,0-2-1 0 0,1 0 0 0 0,-1 0 0 0 0,0-1 1 0 0,0 0-1 0 0,0-1 0 0 0,0 0 0 0 0,0-1 1 0 0,0 0-1 0 0,-1-1 0 0 0,0 0 0 0 0,0 0 1 0 0,0-1-1 0 0,-1-1 0 0 0,0 0 0 0 0,0 0 1 0 0,-1 0-1 0 0,1-1 0 0 0,-2-1 1 0 0,1 1-1 0 0,-1-1 0 0 0,0 0 0 0 0,-1-1 1 0 0,0 0-1 0 0,-1 0 0 0 0,0 0 0 0 0,-1 0 1 0 0,5-15-1 0 0,-7 16 67 0 0,0 0 1 0 0,0 1 0 0 0,-1-1-1 0 0,0 0 1 0 0,-1 0 0 0 0,0 0-1 0 0,0 0 1 0 0,-1 0 0 0 0,-2-9-1 0 0,2 15-11 0 0,1 0-1 0 0,-1 0 0 0 0,0 0 1 0 0,0 0-1 0 0,0 0 0 0 0,-1 0 1 0 0,1 0-1 0 0,-1 1 0 0 0,1-1 1 0 0,-1 1-1 0 0,0-1 0 0 0,0 1 1 0 0,0 0-1 0 0,-1-1 0 0 0,1 1 1 0 0,0 0-1 0 0,-1 1 0 0 0,1-1 0 0 0,-1 0 1 0 0,0 1-1 0 0,1-1 0 0 0,-1 1 1 0 0,0 0-1 0 0,0 0 0 0 0,0 0 1 0 0,0 0-1 0 0,0 1 0 0 0,0-1 1 0 0,-5 0-1 0 0,5 1-13 0 0,-1 1-1 0 0,1-1 1 0 0,-1 0 0 0 0,1 1-1 0 0,-1-1 1 0 0,1 1-1 0 0,0 0 1 0 0,-1 0 0 0 0,1 1-1 0 0,0-1 1 0 0,0 1 0 0 0,0-1-1 0 0,0 1 1 0 0,0 0 0 0 0,0 0-1 0 0,1 0 1 0 0,-1 1 0 0 0,1-1-1 0 0,-1 1 1 0 0,1-1-1 0 0,0 1 1 0 0,0 0 0 0 0,0 0-1 0 0,0 0 1 0 0,1 0 0 0 0,-1 0-1 0 0,1 0 1 0 0,-2 4 0 0 0,-1 4-9 0 0,1-1 1 0 0,0 0 0 0 0,1 1-1 0 0,0-1 1 0 0,1 1 0 0 0,0 0 0 0 0,1 18-1 0 0,0-21-11 0 0,1 0 0 0 0,1 0 0 0 0,-1 0-1 0 0,1 0 1 0 0,1 0 0 0 0,-1-1-1 0 0,1 1 1 0 0,1-1 0 0 0,-1 1 0 0 0,1-1-1 0 0,1 0 1 0 0,-1 0 0 0 0,1-1 0 0 0,0 0-1 0 0,12 12 1 0 0,-13-14-1 0 0,1-1-1 0 0,0 1 1 0 0,0-1-1 0 0,0 0 1 0 0,0-1-1 0 0,0 1 1 0 0,1-1-1 0 0,-1 0 1 0 0,1 0-1 0 0,-1 0 1 0 0,1-1-1 0 0,0 0 1 0 0,0 0-1 0 0,0-1 1 0 0,-1 1-1 0 0,1-1 1 0 0,0 0-1 0 0,0-1 1 0 0,0 0-1 0 0,0 0 1 0 0,-1 0-1 0 0,1 0 1 0 0,5-3-1 0 0,-1 0-8 0 0,-1 0 1 0 0,0 0-1 0 0,0-1 0 0 0,0 0 0 0 0,0 0 1 0 0,-1-1-1 0 0,0-1 0 0 0,-1 1 0 0 0,1-1 1 0 0,7-10-1 0 0,-5 6-2 0 0,-1-2 1 0 0,-1 1-1 0 0,0-1 1 0 0,-1-1-1 0 0,0 0 1 0 0,5-17-1 0 0,-2-3 7 0 0,-1-1-1 0 0,-1 0 1 0 0,-2-1-1 0 0,-2 1 1 0 0,0-40 0 0 0,-6-121 115 0 0,-1 56 227 0 0,-11 252-3 0 0,-11 135-199 0 0,-6 36-41 0 0,11-132-69 0 0,-34 350 51 0 0,54-495-70 0 0,-2 16-9 0 0,2 0-1 0 0,0 0 1 0 0,7 40 0 0 0,-7-60 3 0 0,0-1 0 0 0,1 0 1 0 0,-1 0-1 0 0,0 1 0 0 0,1-1 0 0 0,-1 0 1 0 0,1 0-1 0 0,-1 0 0 0 0,1 1 0 0 0,0-1 1 0 0,0 0-1 0 0,-1 0 0 0 0,1 0 1 0 0,0 0-1 0 0,0 0 0 0 0,0 0 0 0 0,0-1 1 0 0,1 2-1 0 0,-1-2-50 0 0,14-18-74 0 0,-13 17 121 0 0,-1-1 0 0 0,1 0 0 0 0,0 0 0 0 0,-1 0-1 0 0,1 0 1 0 0,-1 0 0 0 0,1 0 0 0 0,-1 0 0 0 0,0 0-1 0 0,2-4 1 0 0,4-24-96 0 0,-1 0 0 0 0,-1 0-1 0 0,-1-1 1 0 0,-1-43-1 0 0,-2 38 19 0 0,-3-116-263 0 0,-1 93-7 0 0,7-69-1 0 0,-4 125 323 0 0,1 1 0 0 0,-1-1 0 0 0,1 0 0 0 0,0 1-1 0 0,0-1 1 0 0,0 0 0 0 0,0 1 0 0 0,0-1 0 0 0,1 1-1 0 0,-1 0 1 0 0,1 0 0 0 0,0-1 0 0 0,0 1 0 0 0,0 0-1 0 0,0 0 1 0 0,0 1 0 0 0,0-1 0 0 0,0 0-1 0 0,0 1 1 0 0,5-3 0 0 0,4-2-115 0 0,1 1 1 0 0,-1 1-1 0 0,18-5 0 0 0,-5 2 13 0 0,-13 2 104 0 0,0 1 1 0 0,-1-2-1 0 0,1 1 0 0 0,-1-1 0 0 0,-1-1 1 0 0,1 0-1 0 0,-1 0 0 0 0,-1-1 0 0 0,1 0 1 0 0,-1 0-1 0 0,13-18 0 0 0,-10 9 98 0 0,-1 1-1 0 0,0-2 1 0 0,-1 1-1 0 0,-1-1 1 0 0,-1 0 0 0 0,7-27-1 0 0,-12 40 16 0 0,-1-1 0 0 0,0 0 0 0 0,-1 0 0 0 0,1 0 0 0 0,-1 0 0 0 0,0 0 0 0 0,-1 0 0 0 0,-1-11 0 0 0,1 15-9 0 0,1-1 0 0 0,-1 0-1 0 0,0 0 1 0 0,0 1 0 0 0,0-1 0 0 0,0 0-1 0 0,-1 1 1 0 0,1-1 0 0 0,0 1 0 0 0,-1 0-1 0 0,0-1 1 0 0,0 1 0 0 0,0 0 0 0 0,0 0-1 0 0,0 0 1 0 0,0 0 0 0 0,0 1 0 0 0,-1-1-1 0 0,1 1 1 0 0,-3-2 0 0 0,3 2-49 0 0,0 1 1 0 0,1 0-1 0 0,-1-1 1 0 0,0 1-1 0 0,0 0 0 0 0,1 0 1 0 0,-1 0-1 0 0,0 1 1 0 0,1-1-1 0 0,-1 0 1 0 0,0 1-1 0 0,1-1 0 0 0,-1 1 1 0 0,0-1-1 0 0,1 1 1 0 0,-1 0-1 0 0,1 0 1 0 0,-1 0-1 0 0,1 0 0 0 0,0 0 1 0 0,-1 0-1 0 0,1 0 1 0 0,0 0-1 0 0,-1 0 1 0 0,1 0-1 0 0,0 1 0 0 0,0-1 1 0 0,-1 3-1 0 0,-2 2 5 0 0,0 0 1 0 0,0 0-1 0 0,1 0 0 0 0,-1 1 0 0 0,-1 7 0 0 0,1-3-7 0 0,1 1 1 0 0,0 0-1 0 0,1 0 0 0 0,0 1 0 0 0,1-1 0 0 0,1 0 0 0 0,0 0 0 0 0,0 1 1 0 0,1-1-1 0 0,5 22 0 0 0,-4-26-24 0 0,0 0 0 0 0,1 0 0 0 0,0 0 0 0 0,0-1 0 0 0,0 0 0 0 0,1 0 0 0 0,0 0 0 0 0,1 0 0 0 0,0 0 1 0 0,0-1-1 0 0,0 0 0 0 0,1 0 0 0 0,-1 0 0 0 0,2-1 0 0 0,-1 0 0 0 0,14 9 0 0 0,-15-11-33 0 0,1 0 0 0 0,-1 0 0 0 0,1 0 0 0 0,0-1 0 0 0,0 0 0 0 0,0 0 0 0 0,0-1 0 0 0,0 0 1 0 0,0 0-1 0 0,1 0 0 0 0,-1-1 0 0 0,0 0 0 0 0,0 0 0 0 0,0 0 0 0 0,8-2 0 0 0,-7 0-361 0 0,-1 0 0 0 0,1 0 0 0 0,-1-1 0 0 0,1 0 0 0 0,-1 0-1 0 0,0-1 1 0 0,0 1 0 0 0,9-9 0 0 0,1-2-4039 0 0,-4 1-1995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 66 9085 0 0,'-2'-2'5882'0'0,"-7"-13"-224"0"0,0-1-1551 0 0,6 12 894 0 0,24 43-4742 0 0,29 58 254 0 0,-43-81-399 0 0,0 0-1 0 0,-2 1 1 0 0,0 0-1 0 0,4 22 1 0 0,-9-36-94 0 0,1 1 1 0 0,-1-1-1 0 0,0 1 1 0 0,0-1-1 0 0,-1 1 1 0 0,1-1-1 0 0,-1 0 1 0 0,1 1-1 0 0,-1-1 1 0 0,-2 4-1 0 0,3-6-11 0 0,-1 0 0 0 0,1 1 1 0 0,-1-1-1 0 0,1 0 0 0 0,-1 0 0 0 0,0 0 0 0 0,0 0 1 0 0,0 0-1 0 0,0 0 0 0 0,0 0 0 0 0,0 0 0 0 0,0 0 1 0 0,0 0-1 0 0,0-1 0 0 0,0 1 0 0 0,0 0 0 0 0,0-1 0 0 0,-1 1 1 0 0,1-1-1 0 0,0 1 0 0 0,0-1 0 0 0,-1 0 0 0 0,1 1 1 0 0,0-1-1 0 0,-1 0 0 0 0,-1 0 0 0 0,1 0 25 0 0,-12-14 28 0 0,11 9-56 0 0,0 0-1 0 0,1-1 1 0 0,-1 1-1 0 0,1-1 1 0 0,0 0-1 0 0,0 0 0 0 0,1 0 1 0 0,0 0-1 0 0,0 0 1 0 0,0 0-1 0 0,1 0 1 0 0,0-9-1 0 0,1 0-58 0 0,0 0 0 0 0,1 0-1 0 0,7-27 1 0 0,-3 22-270 0 0,0 1-1 0 0,1 0 0 0 0,13-22 0 0 0,5 5-6697 0 0,-14 25 643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21 186 7377 0 0,'3'-2'4353'0'0,"11"-4"-1516"0"0,-1-1 0 0 0,16-12 0 0 0,-18 11-2047 0 0,-1 0 1 0 0,1-1-1 0 0,-2 0 0 0 0,1-1 0 0 0,13-18 0 0 0,-20 24-498 0 0,-1 0-1 0 0,0 0 0 0 0,0 0 0 0 0,-1 0 1 0 0,1 0-1 0 0,-1-1 0 0 0,1 1 0 0 0,-2 0 1 0 0,1-1-1 0 0,0 1 0 0 0,-1-6 0 0 0,0 9-237 0 0,0 0-1 0 0,0 0 1 0 0,0 0-1 0 0,0 0 1 0 0,0 0-1 0 0,0 0 1 0 0,-1 0-1 0 0,1 0 1 0 0,0 0-1 0 0,-1 0 1 0 0,1 1-1 0 0,-1-1 1 0 0,1 0-1 0 0,-1 0 1 0 0,1 0-1 0 0,-1 0 1 0 0,0 1-1 0 0,1-1 1 0 0,-1 0-1 0 0,0 1 1 0 0,0-1-1 0 0,0 0 1 0 0,1 1-1 0 0,-1-1 1 0 0,0 1-1 0 0,0-1 1 0 0,0 1-1 0 0,0 0 1 0 0,0-1-1 0 0,0 1 1 0 0,0 0-1 0 0,0 0 1 0 0,0 0-1 0 0,0-1 1 0 0,0 1-1 0 0,0 0 1 0 0,0 0-1 0 0,0 1 1 0 0,0-1-1 0 0,-1 0 1 0 0,-3 1 76 0 0,-1-1 0 0 0,1 1 0 0 0,0 0 0 0 0,-9 4 1 0 0,7-2-64 0 0,0 0 1 0 0,0 1-1 0 0,0 0 1 0 0,0 0-1 0 0,1 1 0 0 0,0 0 1 0 0,0 0-1 0 0,0 0 1 0 0,1 1-1 0 0,0 0 1 0 0,0 0-1 0 0,0 0 1 0 0,-5 11-1 0 0,7-13-77 0 0,1 1-1 0 0,-1-1 0 0 0,1 0 0 0 0,1 1 0 0 0,-1-1 0 0 0,1 1 0 0 0,-1 0 0 0 0,1 0 1 0 0,1-1-1 0 0,-1 1 0 0 0,1 0 0 0 0,0 0 0 0 0,0 0 0 0 0,0 0 0 0 0,0 0 0 0 0,1-1 1 0 0,0 1-1 0 0,0 0 0 0 0,1 0 0 0 0,-1-1 0 0 0,1 1 0 0 0,3 5 0 0 0,-2-5-51 0 0,1-1-1 0 0,0 1 1 0 0,0-1-1 0 0,0 1 1 0 0,1-1-1 0 0,0-1 1 0 0,0 1-1 0 0,0-1 1 0 0,0 1-1 0 0,8 3 1 0 0,1-1-317 0 0,1 0 1 0 0,28 8 0 0 0,0-9-1728 0 0,-14-6-2863 0 0,-6 0-1400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75 6473 0 0,'-1'0'4059'0'0,"-7"-3"1861"0"0,4-2-4813 0 0,-3-9 6971 0 0,6 9-8301 0 0,1 3 1293 0 0,0-25 2101 0 0,1 24-2972 0 0,0-9 853 0 0,0 8-345 0 0,-1 6 21 0 0,1 169-432 0 0,-4-72-230 0 0,4-54-26 0 0,-1-44-28 0 0,0-7-9 0 0,4-32 0 0 0,9-72-25 0 0,-10 94 12 0 0,1 1 0 0 0,0 0 0 0 0,1 0 0 0 0,1 0 0 0 0,9-17 0 0 0,-15 31 10 0 0,2-3-4 0 0,0 0 0 0 0,1 0 0 0 0,-1 0 0 0 0,1 0 0 0 0,0 1 0 0 0,0-1 0 0 0,0 1 0 0 0,1 0 1 0 0,5-5-1 0 0,-8 7 5 0 0,0 0-1 0 0,0 0 1 0 0,-1 1 0 0 0,1-1 0 0 0,0 0 0 0 0,0 1 0 0 0,0-1 0 0 0,0 0 0 0 0,1 1-1 0 0,-1-1 1 0 0,0 1 0 0 0,0 0 0 0 0,0-1 0 0 0,0 1 0 0 0,0 0 0 0 0,1 0 0 0 0,-1 0 0 0 0,0 0-1 0 0,0 0 1 0 0,0 0 0 0 0,1 0 0 0 0,-1 0 0 0 0,0 0 0 0 0,0 1 0 0 0,0-1 0 0 0,0 0-1 0 0,0 1 1 0 0,1-1 0 0 0,-1 1 0 0 0,0-1 0 0 0,0 1 0 0 0,0-1 0 0 0,0 1 0 0 0,0 0 0 0 0,0 0-1 0 0,-1-1 1 0 0,1 1 0 0 0,1 2 0 0 0,1 1 3 0 0,-1 0-1 0 0,0 0 1 0 0,0 0 0 0 0,0 1-1 0 0,0-1 1 0 0,1 10 0 0 0,-1-8 2 0 0,2 20-88 0 0,0 0-1 0 0,-2 0 1 0 0,0 0 0 0 0,-2 1 0 0 0,-4 36 0 0 0,4-61-200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 20 4156 0 0,'0'-1'8967'0'0,"-3"-12"3094"0"0,-9 9-10587 0 0,9 3-285 0 0,0 3-248 0 0,-4 5-709 0 0,0-1 0 0 0,1 2 0 0 0,0-1 0 0 0,0 1 0 0 0,0-1 1 0 0,1 2-1 0 0,0-1 0 0 0,1 0 0 0 0,0 1 0 0 0,0 0 0 0 0,1 0 0 0 0,0 0 0 0 0,-2 12 0 0 0,2-4-176 0 0,0 0 0 0 0,1 0 0 0 0,0 0 1 0 0,2 0-1 0 0,0 1 0 0 0,5 31 0 0 0,-5-46-78 0 0,1-1-1 0 0,0 1 1 0 0,0-1 0 0 0,0 1 0 0 0,0-1 0 0 0,0 0 0 0 0,0 1 0 0 0,3 2-1 0 0,-3-4-17 0 0,0 0-1 0 0,-1 0 0 0 0,1-1 1 0 0,0 1-1 0 0,-1 0 0 0 0,1 0 1 0 0,0-1-1 0 0,0 1 1 0 0,-1-1-1 0 0,1 1 0 0 0,0-1 1 0 0,0 1-1 0 0,0-1 0 0 0,0 0 1 0 0,0 1-1 0 0,0-1 0 0 0,0 0 1 0 0,0 0-1 0 0,0 1 0 0 0,0-1 1 0 0,0 0-1 0 0,0 0 0 0 0,0 0 1 0 0,0 0-1 0 0,0 0 0 0 0,0-1 1 0 0,0 1-1 0 0,0 0 0 0 0,1-1 1 0 0,21-10-1751 0 0,-6 1-3283 0 0,-3 0-1382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0 272 12317 0 0,'0'-1'3329'0'0,"1"-11"9533"0"0,0 11-12792 0 0,-1 0 1 0 0,1 0 0 0 0,-1 0-1 0 0,1 0 1 0 0,-1 0-1 0 0,1 0 1 0 0,0 0-1 0 0,-1 0 1 0 0,1 0-1 0 0,0 0 1 0 0,0 0 0 0 0,0 0-1 0 0,0 0 1 0 0,0 0-1 0 0,0 1 1 0 0,0-1-1 0 0,0 0 1 0 0,0 1-1 0 0,2-1 1 0 0,30-13 478 0 0,-15 7-385 0 0,-5 2-84 0 0,1-2 1 0 0,-1 0-1 0 0,0 0 0 0 0,-1-1 0 0 0,0-1 1 0 0,19-17-1 0 0,-27 23-57 0 0,-1-1 1 0 0,1 1 0 0 0,-1-1-1 0 0,0 0 1 0 0,0 0-1 0 0,-1 0 1 0 0,1 0 0 0 0,-1-1-1 0 0,0 1 1 0 0,0-1-1 0 0,0 1 1 0 0,-1-1 0 0 0,1 0-1 0 0,-1 1 1 0 0,-1-1-1 0 0,1 0 1 0 0,0 0 0 0 0,-1 0-1 0 0,0 0 1 0 0,0 0-1 0 0,-1 0 1 0 0,1 0 0 0 0,-4-9-1 0 0,4 12-6 0 0,0 0 1 0 0,-1 1-1 0 0,0-1 0 0 0,1 0 0 0 0,-1 0 0 0 0,0 1 1 0 0,0-1-1 0 0,0 1 0 0 0,0-1 0 0 0,0 1 0 0 0,0-1 1 0 0,0 1-1 0 0,-1-1 0 0 0,1 1 0 0 0,0 0 0 0 0,-1 0 1 0 0,1 0-1 0 0,-1 0 0 0 0,0 0 0 0 0,1 0 0 0 0,-1 0 1 0 0,0 0-1 0 0,1 1 0 0 0,-1-1 0 0 0,0 1 0 0 0,0-1 1 0 0,1 1-1 0 0,-1 0 0 0 0,0-1 0 0 0,0 1 0 0 0,0 0 0 0 0,0 0 1 0 0,0 1-1 0 0,1-1 0 0 0,-1 0 0 0 0,0 0 0 0 0,0 1 1 0 0,0-1-1 0 0,1 1 0 0 0,-3 1 0 0 0,-1 0 2 0 0,0 0 0 0 0,1 0 0 0 0,-1 0 0 0 0,1 1 0 0 0,0 0 0 0 0,0 0 0 0 0,0 0 0 0 0,0 1 0 0 0,1-1 0 0 0,-1 1 0 0 0,1 0-1 0 0,0 0 1 0 0,-6 8 0 0 0,5-1-15 0 0,-1 1 0 0 0,1-1 0 0 0,1 1-1 0 0,0-1 1 0 0,1 1 0 0 0,0 0 0 0 0,1 0-1 0 0,0 0 1 0 0,1 0 0 0 0,1 18 0 0 0,1-16-7 0 0,0 1 1 0 0,1-1-1 0 0,1 1 1 0 0,0-1-1 0 0,0 0 1 0 0,2-1-1 0 0,-1 1 1 0 0,10 13-1 0 0,-13-24-26 0 0,0 0 1 0 0,1 0-1 0 0,-1 0 1 0 0,1-1-1 0 0,0 1 1 0 0,0-1-1 0 0,0 0 1 0 0,0 0-1 0 0,0 0 1 0 0,0 0-1 0 0,0-1 1 0 0,1 1-1 0 0,-1-1 0 0 0,1 0 1 0 0,-1 0-1 0 0,1 0 1 0 0,0 0-1 0 0,-1 0 1 0 0,1-1-1 0 0,0 0 1 0 0,-1 0-1 0 0,1 0 1 0 0,6-1-1 0 0,9-1-1268 0 0,0-1 1 0 0,-1-1-1 0 0,24-7 0 0 0,-36 9 541 0 0,54-15-5747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5 11737 0 0,'-3'-5'17414'0'0,"6"80"-16050"0"0,12 127 117 0 0,-3 30-923 0 0,-11-190-508 0 0,3 89-162 0 0,-2-123 158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55 389 5184 0 0,'-8'-19'9589'0'0,"-4"1"-4365"0"0,9 14-4707 0 0,0 0 1 0 0,1 0 0 0 0,-1-1 0 0 0,1 1-1 0 0,0-1 1 0 0,0 0 0 0 0,0 1 0 0 0,0-1-1 0 0,1 0 1 0 0,0 0 0 0 0,-1-10 0 0 0,-2-27 1126 0 0,2 27-997 0 0,0 1-1 0 0,1-16 0 0 0,1 24-499 0 0,0-8 154 0 0,1 0 0 0 0,0-1 1 0 0,1 1-1 0 0,7-27 0 0 0,-7 36-292 0 0,-1 1 0 0 0,1-1-1 0 0,1 1 1 0 0,-1 0 0 0 0,1 0 0 0 0,0 0 0 0 0,0 0-1 0 0,0 1 1 0 0,0-1 0 0 0,0 1 0 0 0,1 0 0 0 0,0 0 0 0 0,0 0-1 0 0,0 0 1 0 0,0 1 0 0 0,0-1 0 0 0,0 1 0 0 0,9-3 0 0 0,-5 2-15 0 0,0 1 0 0 0,0-1 0 0 0,0 1 0 0 0,0 1 0 0 0,0 0 0 0 0,1 0 0 0 0,-1 1 0 0 0,0 0 0 0 0,1 0 0 0 0,-1 1 0 0 0,1 0 0 0 0,-1 0 0 0 0,0 1 0 0 0,0 0 0 0 0,11 4 0 0 0,-14-3 2 0 0,1-1-1 0 0,-1 1 0 0 0,0 0 1 0 0,0 1-1 0 0,0-1 0 0 0,0 1 0 0 0,0 0 1 0 0,-1 0-1 0 0,0 0 0 0 0,0 1 1 0 0,0 0-1 0 0,0-1 0 0 0,-1 1 1 0 0,1 1-1 0 0,-1-1 0 0 0,-1 0 0 0 0,1 1 1 0 0,-1-1-1 0 0,0 1 0 0 0,0 0 1 0 0,1 11-1 0 0,-1 0 1 0 0,0 1 0 0 0,-2-1 0 0 0,0 1 0 0 0,-1-1 0 0 0,-1 1 1 0 0,-1-1-1 0 0,0 0 0 0 0,-8 24 0 0 0,-1-6-52 0 0,-2 0 0 0 0,-33 62 0 0 0,23-46-849 0 0,23-49 652 0 0,6-4-1822 0 0,14-7 2079 0 0,-14 7 327 0 0,-4 2-301 0 0,-1 0 1 0 0,1 1-1 0 0,0-1 0 0 0,-1 0 1 0 0,1 0-1 0 0,0 1 0 0 0,-1-1 1 0 0,1 0-1 0 0,-1 1 0 0 0,1-1 1 0 0,-1 1-1 0 0,1-1 1 0 0,-1 1-1 0 0,1-1 0 0 0,-1 1 1 0 0,1-1-1 0 0,-1 1 0 0 0,1 0 1 0 0,-1 16 140 0 0,0-1-1 0 0,1 1 1 0 0,1-1 0 0 0,1 0 0 0 0,7 24 0 0 0,-9-35-176 0 0,1 1 0 0 0,1-1 0 0 0,-1 0 0 0 0,1 1 0 0 0,0-1 0 0 0,0-1 0 0 0,0 1 1 0 0,1 0-1 0 0,-1-1 0 0 0,1 0 0 0 0,0 0 0 0 0,1 0 0 0 0,-1 0 0 0 0,1 0 0 0 0,-1-1 0 0 0,1 0 0 0 0,0 0 0 0 0,1-1 0 0 0,8 4 0 0 0,-5-3-24 0 0,0-1 0 0 0,0-1 0 0 0,1 1 0 0 0,-1-1 0 0 0,0-1-1 0 0,1 0 1 0 0,-1-1 0 0 0,1 1 0 0 0,-1-2 0 0 0,0 1 0 0 0,0-1-1 0 0,0-1 1 0 0,0 0 0 0 0,0 0 0 0 0,10-5 0 0 0,-6 1 3 0 0,1 0 0 0 0,-1 0 0 0 0,-1-1 0 0 0,0-1 0 0 0,0 0 0 0 0,-1-1 0 0 0,0 0 0 0 0,18-22 0 0 0,-24 25 78 0 0,1 0 0 0 0,-1-1-1 0 0,-1 0 1 0 0,0 0 0 0 0,0 0-1 0 0,0-1 1 0 0,-1 1-1 0 0,3-12 1 0 0,-5 15 51 0 0,-1 0-1 0 0,1 0 1 0 0,-1 0 0 0 0,1 0-1 0 0,-2 0 1 0 0,1 0 0 0 0,0 0-1 0 0,-1 1 1 0 0,0-1 0 0 0,0 0-1 0 0,0 0 1 0 0,-1 0 0 0 0,0 1-1 0 0,0-1 1 0 0,0 1 0 0 0,-4-7 0 0 0,5 10-77 0 0,0 0 1 0 0,1-1 0 0 0,-1 1 0 0 0,0 0 0 0 0,-1 0 0 0 0,1 0 0 0 0,0 0 0 0 0,0 0 0 0 0,0 0 0 0 0,-1 0 0 0 0,1 1 0 0 0,0-1 0 0 0,-1 0 0 0 0,1 1 0 0 0,0-1-1 0 0,-1 1 1 0 0,1-1 0 0 0,-1 1 0 0 0,1 0 0 0 0,-1-1 0 0 0,1 1 0 0 0,-1 0 0 0 0,1 0 0 0 0,-1 0 0 0 0,1 0 0 0 0,-1 1 0 0 0,1-1 0 0 0,-1 0 0 0 0,1 1 0 0 0,-1-1-1 0 0,1 1 1 0 0,-1-1 0 0 0,1 1 0 0 0,0 0 0 0 0,-1-1 0 0 0,1 1 0 0 0,-2 1 0 0 0,-2 1 0 0 0,1 1 0 0 0,0-1 0 0 0,0 0 1 0 0,0 1-1 0 0,0 0 0 0 0,1 0 0 0 0,-1 0 0 0 0,1 0 0 0 0,-4 7 0 0 0,2-2-13 0 0,1 1-1 0 0,0-1 1 0 0,1 1-1 0 0,0 0 0 0 0,0 0 1 0 0,1 0-1 0 0,0 0 1 0 0,1 1-1 0 0,0 17 1 0 0,1-21-15 0 0,0-1 0 0 0,1 1 1 0 0,1-1-1 0 0,-1 1 1 0 0,1-1-1 0 0,0 0 1 0 0,0 0-1 0 0,1 1 1 0 0,0-2-1 0 0,0 1 0 0 0,0 0 1 0 0,1 0-1 0 0,-1-1 1 0 0,2 0-1 0 0,-1 0 1 0 0,7 6-1 0 0,-6-6-2 0 0,0-1 0 0 0,1 1 0 0 0,0-1 0 0 0,0 0 0 0 0,0-1 0 0 0,1 0 0 0 0,-1 0 0 0 0,1 0 0 0 0,-1 0 0 0 0,1-1 0 0 0,0-1 0 0 0,0 1 0 0 0,0-1 0 0 0,0 0 0 0 0,11 0 0 0 0,-13-1-1 0 0,1-1 0 0 0,-1 1 0 0 0,0-1 1 0 0,0 0-1 0 0,0-1 0 0 0,0 1 0 0 0,0-1 1 0 0,0 0-1 0 0,0 0 0 0 0,0 0 0 0 0,-1-1 0 0 0,1 0 1 0 0,-1 0-1 0 0,0 0 0 0 0,0 0 0 0 0,0-1 1 0 0,0 1-1 0 0,0-1 0 0 0,-1 0 0 0 0,0 0 0 0 0,5-7 1 0 0,-5 5 1 0 0,0-1 0 0 0,-1 1 1 0 0,0 0-1 0 0,0-1 0 0 0,-1 1 0 0 0,1-1 1 0 0,-1 0-1 0 0,-1 1 0 0 0,1-1 1 0 0,-1 0-1 0 0,0 0 0 0 0,-1 1 1 0 0,-2-14-1 0 0,1 8-1 0 0,-1 0 1 0 0,-1 0 0 0 0,1 0-1 0 0,-2 0 1 0 0,0 0-1 0 0,-9-16 1 0 0,10 23-5 0 0,1 0 1 0 0,-1 0-1 0 0,0 0 1 0 0,0 0-1 0 0,-1 1 1 0 0,1 0-1 0 0,-1 0 1 0 0,0 0-1 0 0,0 0 1 0 0,0 1-1 0 0,-1 0 1 0 0,-11-5-1 0 0,16 7-36 0 0,-1 1 0 0 0,1 0 0 0 0,-1 0-1 0 0,1 0 1 0 0,-1 0 0 0 0,0 0 0 0 0,1 0-1 0 0,-1 1 1 0 0,1-1 0 0 0,-1 1 0 0 0,1-1-1 0 0,-1 1 1 0 0,1-1 0 0 0,-1 1 0 0 0,1 0-1 0 0,0-1 1 0 0,-1 1 0 0 0,1 0 0 0 0,0 0-1 0 0,0 0 1 0 0,-1 0 0 0 0,0 2 0 0 0,2-3-49 0 0,-1 1 1 0 0,1 0-1 0 0,0 0 1 0 0,0 0-1 0 0,-1 0 1 0 0,1-1-1 0 0,0 1 1 0 0,0 0-1 0 0,0 0 1 0 0,0 0-1 0 0,0 0 1 0 0,0-1-1 0 0,0 1 1 0 0,0 0-1 0 0,0 1 1 0 0,3 5-5058 0 0,8 7-1348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313 770 2824 0 0,'7'-17'11151'0'0,"-8"-1"-4612"0"0,0 14-5869 0 0,-1 0-1 0 0,1 0 0 0 0,-1 1 0 0 0,0-1 1 0 0,0 0-1 0 0,0 1 0 0 0,-4-6 0 0 0,-2 0-102 0 0,0 1 0 0 0,-1-1-1 0 0,0 1 1 0 0,-16-10-1 0 0,18 13-370 0 0,-1 0 0 0 0,-1 1-1 0 0,1 1 1 0 0,-1-1 0 0 0,1 1-1 0 0,-1 1 1 0 0,0 0 0 0 0,0 0-1 0 0,0 0 1 0 0,0 1 0 0 0,0 1-1 0 0,0 0 1 0 0,-1 0 0 0 0,1 0-1 0 0,-10 3 1 0 0,14-2-176 0 0,1-1 1 0 0,-1 1-1 0 0,1 1 1 0 0,0-1-1 0 0,-1 1 1 0 0,1 0 0 0 0,0-1-1 0 0,0 2 1 0 0,0-1-1 0 0,0 0 1 0 0,1 1-1 0 0,-1 0 1 0 0,1 0-1 0 0,-1 0 1 0 0,1 0-1 0 0,0 1 1 0 0,0-1-1 0 0,1 1 1 0 0,-1-1-1 0 0,1 1 1 0 0,0 0-1 0 0,-1 0 1 0 0,2 0-1 0 0,-1 1 1 0 0,0-1-1 0 0,1 0 1 0 0,0 1-1 0 0,0-1 1 0 0,0 0-1 0 0,1 1 1 0 0,-1 0-1 0 0,1 5 1 0 0,1-3-27 0 0,0-1 0 0 0,0 1 0 0 0,1 0-1 0 0,0 0 1 0 0,0 0 0 0 0,0-1 0 0 0,1 1 0 0 0,0-1 0 0 0,0 0-1 0 0,1 0 1 0 0,0 0 0 0 0,0 0 0 0 0,0-1 0 0 0,1 1 0 0 0,-1-1 0 0 0,1 0-1 0 0,0-1 1 0 0,7 5 0 0 0,-4-2-32 0 0,0-2 0 0 0,0 1 1 0 0,0-1-1 0 0,1 0 0 0 0,0-1 0 0 0,0 1 0 0 0,0-2 0 0 0,1 0 1 0 0,-1 0-1 0 0,1 0 0 0 0,0-1 0 0 0,11 0 0 0 0,-18-1 25 0 0,-1-1-1 0 0,0 0 0 0 0,0-1 0 0 0,1 1 1 0 0,-1 0-1 0 0,0-1 0 0 0,0 1 0 0 0,0-1 1 0 0,1 0-1 0 0,-1 1 0 0 0,0-1 1 0 0,0 0-1 0 0,0 0 0 0 0,0-1 0 0 0,0 1 1 0 0,-1 0-1 0 0,1-1 0 0 0,3-2 0 0 0,-3 1 10 0 0,0 0 0 0 0,0 0 0 0 0,0 0 0 0 0,0-1 0 0 0,0 1 0 0 0,-1 0 0 0 0,0-1 0 0 0,0 1 0 0 0,0-1 0 0 0,1-5 0 0 0,0-8 43 0 0,-1 0 1 0 0,-1 1 0 0 0,0-1 0 0 0,-3-17 0 0 0,2 25-18 0 0,1 4 10 0 0,0-1 0 0 0,-1 1 0 0 0,0 0 1 0 0,0-1-1 0 0,-1 1 0 0 0,1 0 1 0 0,-1 0-1 0 0,-4-9 0 0 0,5 13-9 0 0,0 10-48 0 0,1 1 0 0 0,0-1 0 0 0,1 0 0 0 0,0 1 0 0 0,0-1 0 0 0,1 0 0 0 0,0 0 0 0 0,1 0 0 0 0,0 0 0 0 0,6 12 0 0 0,-3-11-14 0 0,0-1 1 0 0,0-1-1 0 0,1 1 0 0 0,0-1 0 0 0,0 0 1 0 0,1-1-1 0 0,0 1 0 0 0,0-2 0 0 0,1 1 0 0 0,0-1 1 0 0,0 0-1 0 0,1-1 0 0 0,-1 0 0 0 0,1-1 0 0 0,0 0 1 0 0,1-1-1 0 0,-1 0 0 0 0,0 0 0 0 0,1-1 0 0 0,0 0 1 0 0,-1-1-1 0 0,1 0 0 0 0,0-1 0 0 0,0 0 1 0 0,0-1-1 0 0,-1 0 0 0 0,1 0 0 0 0,0-1 0 0 0,-1-1 1 0 0,1 0-1 0 0,-1 0 0 0 0,0-1 0 0 0,16-9 0 0 0,-21 10 20 0 0,0-1 0 0 0,0 1 0 0 0,0-1 0 0 0,-1 0 0 0 0,1-1 0 0 0,-1 1 0 0 0,0-1 0 0 0,0 0 0 0 0,4-7 0 0 0,-7 10 42 0 0,1-1 0 0 0,-1 0 0 0 0,1 1 0 0 0,-1-1 0 0 0,0 0 0 0 0,0 0 0 0 0,0 0 0 0 0,-1 0-1 0 0,1 0 1 0 0,-1 0 0 0 0,0 0 0 0 0,1 0 0 0 0,-1 0 0 0 0,-1 0 0 0 0,1 0 0 0 0,0 0 0 0 0,-1 0 0 0 0,1 0 0 0 0,-1 0 0 0 0,-2-5 0 0 0,0 2 42 0 0,0 1 0 0 0,-1-1 0 0 0,0 1 0 0 0,0 0 0 0 0,0 0 0 0 0,0 0 1 0 0,-1 1-1 0 0,0-1 0 0 0,0 1 0 0 0,0 0 0 0 0,-1 1 0 0 0,1-1 0 0 0,-9-3 0 0 0,5 3 1 0 0,-1 0-1 0 0,0 0 0 0 0,0 1 0 0 0,0 1 1 0 0,0 0-1 0 0,0 0 0 0 0,-21 0 0 0 0,26 1-58 0 0,1 1 0 0 0,-1 0 0 0 0,0 1-1 0 0,0-1 1 0 0,0 1 0 0 0,0 0 0 0 0,1 0 0 0 0,-1 1-1 0 0,0-1 1 0 0,1 1 0 0 0,-1 0 0 0 0,1 1-1 0 0,0-1 1 0 0,0 0 0 0 0,0 1 0 0 0,0 0 0 0 0,0 0-1 0 0,0 1 1 0 0,1-1 0 0 0,-1 1 0 0 0,1-1-1 0 0,0 1 1 0 0,0 0 0 0 0,1 0 0 0 0,-1 0 0 0 0,1 1-1 0 0,0-1 1 0 0,0 1 0 0 0,0-1 0 0 0,1 1 0 0 0,-1 0-1 0 0,1-1 1 0 0,0 1 0 0 0,0 0 0 0 0,1 0-1 0 0,0 0 1 0 0,0 0 0 0 0,0-1 0 0 0,0 1 0 0 0,1 0-1 0 0,0 0 1 0 0,0 0 0 0 0,0 0 0 0 0,0-1-1 0 0,1 1 1 0 0,3 6 0 0 0,1 2-8 0 0,0 0 0 0 0,1-1 0 0 0,1 0 0 0 0,0 0 0 0 0,1-1 0 0 0,12 13 0 0 0,-17-20-3 0 0,0 1 0 0 0,1-1 0 0 0,0 0 0 0 0,0 0 0 0 0,0 0 1 0 0,0-1-1 0 0,0 1 0 0 0,1-1 0 0 0,-1-1 0 0 0,1 1 0 0 0,0-1 1 0 0,0 0-1 0 0,0 0 0 0 0,0-1 0 0 0,0 0 0 0 0,11 1 0 0 0,-14-2 1 0 0,1-1 0 0 0,0 0 0 0 0,-1 0 0 0 0,1 0 0 0 0,-1 0 0 0 0,0-1 0 0 0,1 1 0 0 0,-1-1 0 0 0,0 0 0 0 0,0 0 0 0 0,0 0-1 0 0,0 0 1 0 0,0-1 0 0 0,0 1 0 0 0,-1-1 0 0 0,1 1 0 0 0,-1-1 0 0 0,1 0 0 0 0,-1 0 0 0 0,0 0 0 0 0,-1-1 0 0 0,1 1 0 0 0,0 0 0 0 0,-1-1 0 0 0,2-4-1 0 0,2-5 0 0 0,-1-1-1 0 0,0-1 1 0 0,-1 1-1 0 0,-1 0 1 0 0,1-16-1 0 0,-2-7-1 0 0,-1 0 0 0 0,-7-49 1 0 0,-20-77-2 0 0,23 140 7 0 0,-8-33 2 0 0,-20-60 1 0 0,22 86 10 0 0,-2 0 0 0 0,-1 1 0 0 0,-30-50 0 0 0,28 55 9 0 0,4 5 13 0 0,-25-31 0 0 0,32 47-25 0 0,1-1 0 0 0,0 0 1 0 0,-1 1-1 0 0,0 0 0 0 0,1 0 0 0 0,-1 0 0 0 0,0 0 0 0 0,-1 0 0 0 0,1 1 0 0 0,-1 0 0 0 0,1 0 0 0 0,-1 0 1 0 0,-7-2-1 0 0,11 4-8 0 0,0 0 0 0 0,-1 0 1 0 0,1 0-1 0 0,0 0 0 0 0,0 0 1 0 0,-1 1-1 0 0,1-1 0 0 0,0 0 1 0 0,0 1-1 0 0,0-1 0 0 0,-1 1 1 0 0,1-1-1 0 0,0 1 0 0 0,0-1 0 0 0,0 1 1 0 0,0 0-1 0 0,0-1 0 0 0,0 1 1 0 0,0 0-1 0 0,0 0 0 0 0,0 0 1 0 0,1 0-1 0 0,-1 0 0 0 0,0 0 1 0 0,0 0-1 0 0,1 0 0 0 0,-1 0 1 0 0,1 0-1 0 0,-1 0 0 0 0,1 1 1 0 0,-1-1-1 0 0,1 2 0 0 0,-2 3 3 0 0,0 0-1 0 0,1 1 0 0 0,0-1 1 0 0,-1 13-1 0 0,3 1-3 0 0,0-1-1 0 0,1 1 1 0 0,1-1-1 0 0,1 0 1 0 0,0 0-1 0 0,9 22 1 0 0,49 106-2 0 0,-27-79-69 0 0,3-2 0 0 0,2-2 0 0 0,3-2-1 0 0,61 68 1 0 0,-91-115-2396 0 0,25 19 0 0 0,-19-20-3956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42:21.75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 7 1720,'-15'-5'23992,"38"4"-22821,-16 1-860,99 3 587,-35 0-658,256 6 133,-29-1-320,108-6-64,-347-3-46,80 2-170,-137-1 253,-1 0 63,3 1-79,-6 0 279,-17 5-483,15-4-119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 10125 0 0,'0'0'13665'0'0,"0"-3"-12005"0"0,0 2-1444 0 0,0 1 1 0 0,0-1-1 0 0,0 1 1 0 0,1-1 0 0 0,-1 1-1 0 0,0-1 1 0 0,0 0-1 0 0,0 1 1 0 0,1-1 0 0 0,-1 1-1 0 0,0-1 1 0 0,0 1-1 0 0,1-1 1 0 0,-1 1 0 0 0,0-1-1 0 0,1 1 1 0 0,-1-1-1 0 0,1 1 1 0 0,-1 0 0 0 0,0-1-1 0 0,1 1 1 0 0,-1 0-1 0 0,1-1 1 0 0,-1 1 0 0 0,1 0-1 0 0,0-1 1 0 0,-1 1-1 0 0,1 0 1 0 0,12 4-430 0 0,33 23 569 0 0,-26-16-275 0 0,-1 0 0 0 0,0 1 1 0 0,0 1-1 0 0,28 28 0 0 0,-45-40-88 0 0,-1 1 1 0 0,0-1-1 0 0,0 0 1 0 0,0 1-1 0 0,-1-1 0 0 0,1 1 1 0 0,0-1-1 0 0,0 1 1 0 0,-1-1-1 0 0,1 1 1 0 0,-1-1-1 0 0,0 1 1 0 0,1 0-1 0 0,-1-1 1 0 0,0 1-1 0 0,0 0 1 0 0,0-1-1 0 0,0 1 1 0 0,0 0-1 0 0,0-1 1 0 0,-1 1-1 0 0,1 0 1 0 0,-1-1-1 0 0,1 1 0 0 0,-1 0 1 0 0,1-1-1 0 0,-1 1 1 0 0,0-1-1 0 0,0 1 1 0 0,0-1-1 0 0,1 0 1 0 0,-2 1-1 0 0,1-1 1 0 0,-1 2-1 0 0,-5 4-131 0 0,0 0 1 0 0,0-1-1 0 0,-1 0 0 0 0,-11 8 0 0 0,17-13 108 0 0,-77 45-5762 0 0,22-16-718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4 631 4296 0 0,'-3'-2'24175'0'0,"99"-3"-23619"0"0,105-19 1 0 0,-130 14-451 0 0,282-19 252 0 0,-159 16-167 0 0,-122 6 479 0 0,-70 7-328 0 0,4 1-383 0 0,-6-1 56 0 0,0 0 0 0 0,0 0 1 0 0,0 0-1 0 0,0 0 0 0 0,0 0 0 0 0,0-1 1 0 0,0 1-1 0 0,0 0 0 0 0,-1 0 1 0 0,1 0-1 0 0,0 0 0 0 0,0 0 0 0 0,0 0 1 0 0,0 0-1 0 0,0 0 0 0 0,0 0 0 0 0,0-1 1 0 0,0 1-1 0 0,0 0 0 0 0,0 0 1 0 0,0 0-1 0 0,0 0 0 0 0,0 0 0 0 0,0 0 1 0 0,0 0-1 0 0,0-1 0 0 0,0 1 0 0 0,0 0 1 0 0,0 0-1 0 0,0 0 0 0 0,0 0 1 0 0,0 0-1 0 0,0 0 0 0 0,0 0 0 0 0,0-1 1 0 0,0 1-1 0 0,0 0 0 0 0,0 0 0 0 0,0 0 1 0 0,0 0-1 0 0,0 0 0 0 0,0 0 1 0 0,0 0-1 0 0,0 0 0 0 0,0-1 0 0 0,0 1 1 0 0,0 0-1 0 0,1 0 0 0 0,-1 0 0 0 0,0 0 1 0 0,0 0-1 0 0,0 0 0 0 0,0 0 1 0 0,0 0-1 0 0,0 0 0 0 0,0 0 0 0 0,0 0 1 0 0,1 0-1 0 0,-1 0 0 0 0,0 0 0 0 0,0 0 1 0 0,0 0-1 0 0,0 0 0 0 0,0 0 1 0 0,0 0-1 0 0,1 0 0 0 0,-1 0 0 0 0,0 0 1 0 0,0 0-1 0 0,-5-8-19 0 0,1 0 1 0 0,0 1-1 0 0,1-2 1 0 0,0 1-1 0 0,0 0 0 0 0,0 0 1 0 0,1-1-1 0 0,0 0 0 0 0,0-15 1 0 0,-1-4-50 0 0,4-55-1 0 0,1 55 24 0 0,26-252-225 0 0,-27 264 301 0 0,-3 13-20 0 0,-7 16-18 0 0,7-10-13 0 0,0 1-12 0 0,-2 21-639 0 0,4-25 576 0 0,0 1 0 0 0,0-1-1 0 0,0 1 1 0 0,0-1 0 0 0,0 1 0 0 0,-1-1 0 0 0,1 1 0 0 0,0-1 0 0 0,0 1 0 0 0,0-1-1 0 0,0 1 1 0 0,-1-1 0 0 0,1 0 0 0 0,0 1 0 0 0,0-1 0 0 0,-1 1 0 0 0,1-1 0 0 0,0 0-1 0 0,-1 1 1 0 0,1-1 0 0 0,-1 1 0 0 0,-8 1-6479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172 97 3084 0 0,'0'0'8996'0'0,"14"-27"878"0"0,-10 15-7578 0 0,8-10 131 0 0,-11 21-2033 0 0,1-2-25 0 0,14-21 1223 0 0,-16 23-615 0 0,3-4-724 0 0,-2 3-117 0 0,-6 4 684 0 0,-20 15-681 0 0,0 0 0 0 0,1 2 0 0 0,1 1 0 0 0,1 1 0 0 0,-21 25 0 0 0,22-26-41 0 0,15-15-34 0 0,1 1 0 0 0,-1 0 1 0 0,1 0-1 0 0,-8 12 0 0 0,12-17 19 0 0,37-23-25 0 0,-22 13-35 0 0,22-22 0 0 0,-23 19-7 0 0,1 0 1 0 0,0 1-1 0 0,30-17 0 0 0,-43 27-16 0 0,0 1 0 0 0,0-1 0 0 0,0 1 0 0 0,1 0 1 0 0,-1 0-1 0 0,0-1 0 0 0,0 1 0 0 0,0 0 0 0 0,0 0 0 0 0,0 0 0 0 0,0 0 0 0 0,1 0 0 0 0,-1 1 1 0 0,0-1-1 0 0,0 0 0 0 0,0 0 0 0 0,0 1 0 0 0,0-1 0 0 0,0 1 0 0 0,0-1 0 0 0,0 1 0 0 0,0-1 1 0 0,0 1-1 0 0,0-1 0 0 0,2 3 0 0 0,21 23-55 0 0,-15-16-14 0 0,-3-4-100 0 0,0 0 0 0 0,1 0 0 0 0,-1-1 0 0 0,1 0 0 0 0,14 8 0 0 0,-13-10-1242 0 0,0 1 1 0 0,0-1-1 0 0,12 3 1 0 0,12 0-5098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44 9821 0 0,'-7'-4'3877'0'0,"-10"0"11029"0"0,5 4-11832 0 0,14 0-3054 0 0,-1 0-1 0 0,1 1 1 0 0,0-1-1 0 0,-1 1 1 0 0,1-1-1 0 0,0 1 1 0 0,-1-1-1 0 0,1 1 1 0 0,-1 0-1 0 0,1 0 1 0 0,1 1-1 0 0,4 3 20 0 0,2-3-5 0 0,-1 0 0 0 0,1 0 0 0 0,0-1 0 0 0,-1 0-1 0 0,1-1 1 0 0,0 1 0 0 0,11-3 0 0 0,4 2-3 0 0,317-19 94 0 0,-173 7-109 0 0,-84 6-13 0 0,175-7-18 0 0,7 8-215 0 0,-265 5 222 0 0,0 0 1 0 0,0 0 0 0 0,0 0 0 0 0,0 0 0 0 0,0 0 0 0 0,0 0 0 0 0,0 1-1 0 0,0-1 1 0 0,0 0 0 0 0,0 1 0 0 0,0-1 0 0 0,0 1 0 0 0,0-1 0 0 0,-1 1-1 0 0,1-1 1 0 0,0 1 0 0 0,0 0 0 0 0,0-1 0 0 0,-1 1 0 0 0,1 0 0 0 0,0-1-1 0 0,-1 1 1 0 0,1 0 0 0 0,-1 0 0 0 0,1 0 0 0 0,-1 0 0 0 0,1 0 0 0 0,-1 0-1 0 0,0 0 1 0 0,1-1 0 0 0,-1 1 0 0 0,1 2 0 0 0,-1 4 39 0 0,1 0 0 0 0,-1-1 0 0 0,0 1 0 0 0,-1 9-1 0 0,0 10 2 0 0,2 11 80 0 0,-4 62 1 0 0,-2-19-7 0 0,1 6-25 0 0,2-57-57 0 0,0 1-1 0 0,2 0 0 0 0,1-1 1 0 0,2 1-1 0 0,8 43 0 0 0,-11-72-36 0 0,-1 3-2104 0 0,-4-11 1876 0 0,-4-8-5332 0 0,3 5-916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70 7845 0 0,'0'-3'13126'0'0,"-1"2"-13771"0"0,1 0 1094 0 0,0 1-1 0 0,-1-1 1 0 0,1 0 0 0 0,0 0 0 0 0,0 0-1 0 0,0 1 1 0 0,-1-1 0 0 0,1 0 0 0 0,0 0 0 0 0,0 0-1 0 0,0 0 1 0 0,0 0 0 0 0,1 0 0 0 0,-1 1-1 0 0,0-1 1 0 0,0 0 0 0 0,0 0 0 0 0,1 0-1 0 0,-1 1 1 0 0,0-1 0 0 0,1-1 0 0 0,0 1 263 0 0,4 3-446 0 0,72 34 519 0 0,57 30-459 0 0,-125-60-265 0 0,-6-4-107 0 0,-1 0 0 0 0,1-1 1 0 0,-1 1-1 0 0,1-1 0 0 0,0 0 0 0 0,-1 0 0 0 0,7 2 1 0 0,-8-3 29 0 0,-1 0-1 0 0,1-1 1 0 0,0 1 0 0 0,0 0 0 0 0,0 0 0 0 0,-1 0 0 0 0,1-1 0 0 0,0 1 0 0 0,0 0 0 0 0,0-1-1 0 0,-1 1 1 0 0,1 0 0 0 0,0-1 0 0 0,-1 1 0 0 0,1-1 0 0 0,0 0 0 0 0,-1 1 0 0 0,1-1 0 0 0,-1 1-1 0 0,1-1 1 0 0,-1 0 0 0 0,1 1 0 0 0,-1-1 0 0 0,0 0 0 0 0,1 0 0 0 0,-1 1 0 0 0,0-1 0 0 0,1 0 0 0 0,-1 0-1 0 0,0 1 1 0 0,0-1 0 0 0,0 0 0 0 0,0 0 0 0 0,0-1 0 0 0,3-9-54 0 0,0 0 0 0 0,0 0 0 0 0,1 0 0 0 0,1 0 0 0 0,-1 1 0 0 0,2 0 0 0 0,-1 0 0 0 0,1 0 0 0 0,1 1 0 0 0,0 0 0 0 0,15-15 0 0 0,-22 23 106 0 0,1 0 1 0 0,0 0-1 0 0,0 0 1 0 0,0 0-1 0 0,-1 1 1 0 0,1-1-1 0 0,0 0 1 0 0,0 1-1 0 0,0-1 1 0 0,0 0-1 0 0,1 1 1 0 0,-1-1-1 0 0,0 1 0 0 0,0 0 1 0 0,0-1-1 0 0,2 1 1 0 0,-3 1-21 0 0,0 0 1 0 0,0 0 0 0 0,1 1-1 0 0,-1-1 1 0 0,0 0-1 0 0,0 1 1 0 0,0-1-1 0 0,-1 0 1 0 0,1 0 0 0 0,0 1-1 0 0,0-1 1 0 0,-1 0-1 0 0,0 2 1 0 0,0 2-19 0 0,-1-1 1 0 0,1 1-1 0 0,-1 0 0 0 0,-1-1 1 0 0,1 1-1 0 0,0-1 0 0 0,-1 0 1 0 0,0 0-1 0 0,-4 5 0 0 0,-34 32-287 0 0,27-29 109 0 0,-33 31-1590 0 0,15-18-3202 0 0,11-9-1489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6 2204 0 0,'-7'-5'24115'0'0,"3"15"-23900"0"0,1 1 1 0 0,0-1-1 0 0,0 1 0 0 0,2 0 1 0 0,-2 21-1 0 0,3 65 455 0 0,1-31-326 0 0,-15 239 832 0 0,17-215-823 0 0,0-24-72 0 0,4-42-150 0 0,-2-17-352 0 0,-3-5-225 0 0,7-1-1240 0 0,-8 9-1879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 4940 0 0,'0'0'22256'0'0,"6"2"-21875"0"0,7 4-213 0 0,0-1-1 0 0,1-1 1 0 0,-1 0 0 0 0,1-1-1 0 0,0 0 1 0 0,16 0 0 0 0,95 2 293 0 0,-81-5-318 0 0,-21 1-108 0 0,15 1-54 0 0,0-2 0 0 0,0-2 1 0 0,-1-1-1 0 0,47-10 0 0 0,-83 13-62 0 0,1-1 1 0 0,-1 1-1 0 0,1 0 1 0 0,-1-1-1 0 0,0 0 0 0 0,1 1 1 0 0,-1-1-1 0 0,1 0 1 0 0,-1 0-1 0 0,0 0 1 0 0,0 0-1 0 0,0 0 0 0 0,1 0 1 0 0,0-2-1 0 0,-1 2-245 0 0,-19-13-13930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 7 4192 0 0,'-5'-7'21937'0'0,"14"10"-21774"0"0,20 4 611 0 0,42 18 0 0 0,-62-21-626 0 0,-1 0 0 0 0,0 0 0 0 0,1 1 0 0 0,-1 0 0 0 0,-1 1 0 0 0,1-1 0 0 0,-1 2 0 0 0,0-1-1 0 0,10 12 1 0 0,-15-14-119 0 0,1 0 0 0 0,-1 1 0 0 0,0-1 0 0 0,-1 0 0 0 0,1 1 0 0 0,-1 0 0 0 0,1-1 0 0 0,-1 1 0 0 0,-1-1 0 0 0,1 1 0 0 0,-1 0 0 0 0,0 0 0 0 0,0-1 0 0 0,0 1 0 0 0,0 0 0 0 0,-1 0 0 0 0,0-1 0 0 0,0 1 0 0 0,-2 5 0 0 0,-2 6-88 0 0,-1 0-1 0 0,-1-1 1 0 0,0 0-1 0 0,-11 18 0 0 0,5-13-377 0 0,-1 0 0 0 0,-1-1 0 0 0,-19 20 0 0 0,-29 21-5469 0 0,15-21-340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10985 0 0,'-2'-4'19049'0'0,"23"8"-18880"0"0,-1-1 0 0 0,1-1 0 0 0,34 0 0 0 0,72-8-48 0 0,-61 1-70 0 0,120-6 28 0 0,112-5 18 0 0,-124 23-29 0 0,-131-4-115 0 0,-41-3 37 0 0,-7 2-987 0 0,-16 4-506 0 0,6-3-4782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53 3212 0 0,'-4'-7'21164'0'0,"55"-34"-18375"0"0,-49 41-2523 0 0,1-4 1339 0 0,-4 4-1566 0 0,1 0 1 0 0,-38 19 360 0 0,-77 25 0 0 0,-50 4 123 0 0,65-28 181 0 0,67-15-285 0 0,31-5 100 0 0,7-1-468 0 0,19-5 0 0 0,-23 6-46 0 0,0 0 0 0 0,-1 0 0 0 0,1 0-1 0 0,0 0 1 0 0,0 0 0 0 0,0 0 0 0 0,0 0 0 0 0,0 0 0 0 0,0 0 0 0 0,0 0 0 0 0,-1 0 0 0 0,1 1 0 0 0,0-1 0 0 0,0 0 0 0 0,0 1 0 0 0,-1-1 0 0 0,1 1 0 0 0,0-1 0 0 0,0 1 0 0 0,-1-1 0 0 0,1 1 0 0 0,0-1 0 0 0,-1 1 0 0 0,1 0 0 0 0,0 0 0 0 0,10 19 70 0 0,-9-17-55 0 0,11 19-10 0 0,1-1 0 0 0,1-1 0 0 0,0 0 0 0 0,2-1 1 0 0,0 0-1 0 0,1-2 0 0 0,1 0 0 0 0,1-1 0 0 0,0-1 0 0 0,29 16 1 0 0,-39-25-227 0 0,1-1 0 0 0,0 0-1 0 0,20 7 1 0 0,-6-8-5905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8 12269 0 0,'-1'0'4787'0'0,"-14"0"2270"0"0,3 4-3284 0 0,10 1-1591 0 0,19 3-1076 0 0,39 1-1284 0 0,283-13 744 0 0,-95 1-416 0 0,36-3-37 0 0,-23-10-643 0 0,-249 13 1211 0 0,-7 1-2295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45 112 8129 0 0,'-1'-30'10004'0'0,"2"-3"-4517"0"0,0 2-3493 0 0,-1 29-1654 0 0,2-10 742 0 0,1 8 1489 0 0,-3 82-2116 0 0,-4 1 1 0 0,-14 80-1 0 0,17-147-414 0 0,-5 32 88 0 0,-5 54 146 0 0,10-74-186 0 0,-1-1 0 0 0,-4 23 1 0 0,4-78-1358 0 0,3 0-414 0 0,0 2-3456 0 0,1 5-1278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175 108 1104 0 0,'1'-3'6965'0'0,"21"-62"6409"0"0,-21 62-12756 0 0,-1 0 1 0 0,1 0 0 0 0,-1-1 0 0 0,1 1 0 0 0,-1 0-1 0 0,0-1 1 0 0,0 1 0 0 0,-1 0 0 0 0,1-1-1 0 0,-2-3 1 0 0,-13 24-290 0 0,1 0 1 0 0,0 0-1 0 0,1 1 0 0 0,-13 27 0 0 0,-4 2 81 0 0,-1-4-50 0 0,19-26-93 0 0,0 0 0 0 0,-18 35 0 0 0,29-51-135 0 0,3-6-100 0 0,24-53 114 0 0,57-91 0 0 0,-82 147-141 0 0,-1 1-1 0 0,1 0 0 0 0,0-1 1 0 0,0 1-1 0 0,0 0 1 0 0,0 0-1 0 0,0 0 0 0 0,0 0 1 0 0,0-1-1 0 0,0 1 1 0 0,0 1-1 0 0,0-1 0 0 0,0 0 1 0 0,1 0-1 0 0,-1 0 1 0 0,0 1-1 0 0,1-1 0 0 0,-1 0 1 0 0,1 1-1 0 0,-1-1 0 0 0,1 1 1 0 0,-1 0-1 0 0,3-1 1 0 0,-1 2-13 0 0,-1 0 1 0 0,1 0 0 0 0,-1-1 0 0 0,1 2 0 0 0,-1-1 0 0 0,0 0 0 0 0,1 0-1 0 0,-1 1 1 0 0,0-1 0 0 0,0 1 0 0 0,0 0 0 0 0,0 0 0 0 0,3 3 0 0 0,11 10-666 0 0,29 22 0 0 0,-2-10-5117 0 0,-17-15-700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78 0 2956 0 0,'-10'3'10158'0'0,"-1"2"-4267"0"0,-23 13 4239 0 0,21-11-7836 0 0,13-7-2250 0 0,-1 0 0 0 0,1 0 1 0 0,-1 1-1 0 0,1-1 0 0 0,-1 0 0 0 0,1 0 1 0 0,-1 1-1 0 0,1-1 0 0 0,-1 0 0 0 0,1 1 0 0 0,0-1 1 0 0,-1 1-1 0 0,1-1 0 0 0,-1 1 0 0 0,1-1 1 0 0,0 0-1 0 0,0 1 0 0 0,-1-1 0 0 0,1 1 0 0 0,0 0 1 0 0,0-1-1 0 0,-1 1 0 0 0,1-1 0 0 0,0 1 1 0 0,0-1-1 0 0,0 2 0 0 0,2 0-40 0 0,0 0-1 0 0,0 1 1 0 0,0-1-1 0 0,0 0 1 0 0,0 0 0 0 0,1 0-1 0 0,-1 0 1 0 0,1-1-1 0 0,-1 1 1 0 0,1-1 0 0 0,0 1-1 0 0,-1-1 1 0 0,1 0-1 0 0,0 0 1 0 0,0 0 0 0 0,0-1-1 0 0,0 1 1 0 0,0-1-1 0 0,0 1 1 0 0,0-1 0 0 0,4 0-1 0 0,40 1-3 0 0,78-8-1 0 0,-41 1-2 0 0,286-23-11 0 0,72-2 9 0 0,-281 30-28 0 0,-160 1 32 0 0,-1 0 0 0 0,0 0 0 0 0,1 0 0 0 0,-1 0 0 0 0,1 0 0 0 0,-1 0 0 0 0,1 0-1 0 0,-1 0 1 0 0,0 1 0 0 0,1-1 0 0 0,-1 0 0 0 0,1 0 0 0 0,-1 0 0 0 0,0 1 0 0 0,1-1 0 0 0,-1 0 0 0 0,1 0-1 0 0,-1 1 1 0 0,0-1 0 0 0,1 0 0 0 0,-1 1 0 0 0,0-1 0 0 0,0 0 0 0 0,1 1 0 0 0,-1-1 0 0 0,0 0-1 0 0,0 1 1 0 0,0-1 0 0 0,1 1 0 0 0,-1-1 0 0 0,0 0 0 0 0,0 1 0 0 0,0-1 0 0 0,0 1 0 0 0,0-1 0 0 0,0 1-1 0 0,0-1 1 0 0,0 0 0 0 0,0 1 0 0 0,0-1 0 0 0,0 1 0 0 0,0-1 0 0 0,0 1 0 0 0,0 0-8 0 0,-1 0 0 0 0,1 0 0 0 0,0 0 0 0 0,-1-1 0 0 0,1 1 1 0 0,0 0-1 0 0,-1 0 0 0 0,1-1 0 0 0,-1 1 0 0 0,1 0 0 0 0,-1-1 0 0 0,1 1 1 0 0,-1 0-1 0 0,0-1 0 0 0,1 1 0 0 0,-1-1 0 0 0,0 1 0 0 0,1-1 0 0 0,-1 1 1 0 0,0-1-1 0 0,0 0 0 0 0,1 1 0 0 0,-1-1 0 0 0,-2 1 0 0 0,-8 2-176 0 0,-6 2-1117 0 0,6-3-4195 0 0,5-2-1009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5 6097 0 0,'-3'-4'23468'0'0,"3"38"-23126"0"0,-3 0 1 0 0,0 0-1 0 0,-11 43 1 0 0,-2 11 19 0 0,5-9-119 0 0,-19 189 367 0 0,29-237-553 0 0,0-8 11 0 0,-3 28-1 0 0,4-48-68 0 0,0-1 1 0 0,0 1-1 0 0,0-1 0 0 0,0 1 1 0 0,1 0-1 0 0,-1-1 1 0 0,1 0-1 0 0,0 1 1 0 0,0-1-1 0 0,0 1 1 0 0,2 3-1 0 0,-3-5-21 0 0,-1-24-2582 0 0,-3 7-2883 0 0,2 6-977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 61 5993 0 0,'0'0'4503'0'0,"-6"-9"2327"0"0,-1-32 1762 0 0,6 40-8070 0 0,-2-5 228 0 0,2 2 2458 0 0,15 12-2779 0 0,-1 1 0 0 0,0 0-1 0 0,19 20 1 0 0,-9-8-331 0 0,29 20 0 0 0,-31-25-73 0 0,-20-16-29 0 0,-1 1 0 0 0,1-1-1 0 0,0 0 1 0 0,0 0-1 0 0,0 0 1 0 0,0 0 0 0 0,-1 0-1 0 0,1 0 1 0 0,0 0 0 0 0,0-1-1 0 0,0 1 1 0 0,0 0 0 0 0,-1 0-1 0 0,1-1 1 0 0,0 1-1 0 0,0 0 1 0 0,0-1 0 0 0,-1 1-1 0 0,1-1 1 0 0,0 1 0 0 0,-1-1-1 0 0,1 1 1 0 0,0-1-1 0 0,-1 1 1 0 0,1-1 0 0 0,-1 0-1 0 0,1 1 1 0 0,-1-1 0 0 0,1-1-1 0 0,0 1 12 0 0,3-4-70 0 0,1-1 0 0 0,-1 0 1 0 0,6-12-1 0 0,4-4-89 0 0,15-20-223 0 0,-28 41 349 0 0,-5 6-226 0 0,-86 91-3150 0 0,67-73-1743 0 0,9-7-1181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31 6949 0 0,'6'-30'23686'0'0,"-6"43"-23617"0"0,-1 21 300 0 0,8 63 1 0 0,16 53-123 0 0,-11-59-157 0 0,17 148 67 0 0,-19-142-110 0 0,-4-51-27 0 0,0 1 64 0 0,-6-45 47 0 0,6 20-39 0 0,-3-5-86 0 0,-3-19-7 0 0,4 54 21 0 0,-3 6-2 0 0,-1-17-9 0 0,0-26-5 0 0,2 0-1 0 0,-3 0-2 0 0,3 17 0 0 0,-2-30 2 0 0,1-1 0 0 0,2 5-1 0 0,-2-5 9 0 0,-1 1-7 0 0,-1 8 0 0 0,2-6-1 0 0,0 2-1 0 0,0-5 4 0 0,-1 1-6 0 0,1 6 2 0 0,-1-6 85 0 0,0-2-85 0 0,0 0-1 0 0,0 1 1 0 0,-1-1 0 0 0,1 0-1 0 0,0 0 1 0 0,0 1 0 0 0,0-1-1 0 0,0 0 1 0 0,-1 1-1 0 0,1-1 1 0 0,0 0 0 0 0,0 0-1 0 0,-1 1 1 0 0,1-1 0 0 0,0 0-1 0 0,0 0 1 0 0,-1 0 0 0 0,1 1-1 0 0,0-1 1 0 0,-1 0 0 0 0,1 0-1 0 0,0 0 1 0 0,-1 0 0 0 0,1 0-1 0 0,0 0 1 0 0,-1 0 0 0 0,1 0-1 0 0,0 0 1 0 0,-1 0 0 0 0,1 0-1 0 0,0 0 1 0 0,-1 0 0 0 0,1 0-1 0 0,-1 0 1 0 0,-16 0 28 0 0,15-1-26 0 0,-91-8 47 0 0,-87-6 2 0 0,167 15-49 0 0,1-1-1 0 0,2 1-3 0 0,8 1-3 0 0,-2 0-542 0 0,-1 0-420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41 8381 0 0,'0'0'13971'0'0,"2"-3"-13248"0"0,24-35 3774 0 0,-34 55-1462 0 0,-45 57-2240 0 0,-77 73 365 0 0,129-146-1155 0 0,1-1 0 0 0,0 0 0 0 0,-1 1 0 0 0,1-1 0 0 0,-1 1 0 0 0,1-1 0 0 0,0 0 0 0 0,-1 1 0 0 0,1-1 0 0 0,0 1 0 0 0,0-1 0 0 0,0 1 0 0 0,-1-1 0 0 0,1 1 0 0 0,0 0 0 0 0,0-1 0 0 0,0 1 0 0 0,0-1 0 0 0,0 1 0 0 0,0-1 0 0 0,0 1 0 0 0,0-1 0 0 0,0 1 0 0 0,0 0 0 0 0,0-1 0 0 0,0 1 0 0 0,0-1 0 0 0,0 1 0 0 0,1-1 1 0 0,-1 1-1 0 0,0-1 0 0 0,1 2 0 0 0,0-1-4 0 0,0-1 0 0 0,1 1 0 0 0,-1 0 1 0 0,0 0-1 0 0,1-1 0 0 0,-1 1 0 0 0,0 0 0 0 0,1-1 1 0 0,-1 1-1 0 0,1-1 0 0 0,-1 0 0 0 0,2 1 1 0 0,45 0-209 0 0,-47-1 196 0 0,46-1-1145 0 0,0 2-3704 0 0,-11 0-1632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31 822 8609 0 0,'4'53'12114'0'0,"-4"-33"-9628"0"0,2 0 1 0 0,6 33 0 0 0,-8-52-2417 0 0,0 0 0 0 0,0 0-1 0 0,0-1 1 0 0,1 1 0 0 0,-1 0-1 0 0,0 0 1 0 0,0-1 0 0 0,0 1-1 0 0,1 0 1 0 0,-1 0 0 0 0,0-1 0 0 0,1 1-1 0 0,-1 0 1 0 0,1-1 0 0 0,-1 1-1 0 0,1 0 1 0 0,-1-1 0 0 0,1 1-1 0 0,-1-1 1 0 0,1 1 0 0 0,0-1-1 0 0,-1 1 1 0 0,1-1 0 0 0,0 0-1 0 0,-1 1 1 0 0,2-1 0 0 0,-1 0-47 0 0,0 0 1 0 0,-1 0-1 0 0,1-1 1 0 0,0 1 0 0 0,0 0-1 0 0,0-1 1 0 0,-1 1-1 0 0,1-1 1 0 0,0 0-1 0 0,0 1 1 0 0,-1-1-1 0 0,1 1 1 0 0,-1-1 0 0 0,1 0-1 0 0,0 1 1 0 0,-1-1-1 0 0,0 0 1 0 0,2-1-1 0 0,2-7 23 0 0,1 1 1 0 0,6-20-1 0 0,-1-6 31 0 0,-2 0 0 0 0,-1-1-1 0 0,-1 0 1 0 0,-2 0 0 0 0,-2 0 0 0 0,-2-43 0 0 0,-31-215 26 0 0,23 236-87 0 0,1 11 1 0 0,-3 0 1 0 0,-2 0 0 0 0,-27-68-1 0 0,37 111-12 0 0,-2 0-2 0 0,1 7-4 0 0,-1 14 14 0 0,1 1-1 0 0,1-1 1 0 0,0 1 0 0 0,1-1-1 0 0,3 30 1 0 0,15 98 111 0 0,-13-117-103 0 0,47 269 194 0 0,-39-246-184 0 0,3-1 0 0 0,1 0 0 0 0,36 74 1 0 0,-48-117-32 0 0,0 0 0 0 0,1 0-1 0 0,0 0 1 0 0,1-1 0 0 0,-1 1 0 0 0,1-2 0 0 0,13 13 0 0 0,-16-17-6 0 0,-1 0 0 0 0,1 0 0 0 0,0 0 1 0 0,0-1-1 0 0,0 1 0 0 0,0-1 0 0 0,0 1 0 0 0,1-1 0 0 0,-1 0 0 0 0,0 0 0 0 0,1-1 0 0 0,-1 1 0 0 0,0-1 0 0 0,1 1 0 0 0,-1-1 0 0 0,1 0 0 0 0,-1 0 0 0 0,0-1 1 0 0,1 1-1 0 0,-1-1 0 0 0,0 0 0 0 0,1 1 0 0 0,3-3 0 0 0,1-1-12 0 0,-1 1 0 0 0,0-1-1 0 0,0-1 1 0 0,-1 1 0 0 0,1-1 0 0 0,-1-1 0 0 0,0 1-1 0 0,0-1 1 0 0,0 0 0 0 0,-1 0 0 0 0,0-1 0 0 0,-1 1 0 0 0,1-1-1 0 0,-1 0 1 0 0,6-13 0 0 0,-4 3-20 0 0,1 0 0 0 0,-2 0 0 0 0,0-1 0 0 0,-2 1 0 0 0,4-37 0 0 0,-6 36 23 0 0,-1 0 1 0 0,-1-1-1 0 0,0 1 1 0 0,-1 0 0 0 0,-1 0-1 0 0,-1 0 1 0 0,-1 0-1 0 0,0 1 1 0 0,-2 0 0 0 0,0 0-1 0 0,-15-28 1 0 0,21 44 21 0 0,0-1-1 0 0,0 1 1 0 0,0 0 0 0 0,0 0-1 0 0,0 0 1 0 0,-1 0 0 0 0,1 0-1 0 0,0 1 1 0 0,0-1 0 0 0,-1 0 0 0 0,1 0-1 0 0,-1 1 1 0 0,1-1 0 0 0,0 1-1 0 0,-1-1 1 0 0,1 1 0 0 0,-2 0-1 0 0,2-1-5 0 0,-1 1 20 0 0,-1 1 4 0 0,1 1-20 0 0,-1 0-1 0 0,1-1 1 0 0,0 1 0 0 0,0 0-1 0 0,0 0 1 0 0,0 0-1 0 0,0 0 1 0 0,1 0-1 0 0,-1 1 1 0 0,1-1 0 0 0,-1 1-1 0 0,1-1 1 0 0,-2 5-1 0 0,0 0 4 0 0,1 1 0 0 0,1-1-1 0 0,-1 0 1 0 0,0 15 0 0 0,1 3 5 0 0,2-1 0 0 0,4 31 0 0 0,-3-41-11 0 0,0 1 1 0 0,1-1 0 0 0,1 1 0 0 0,0-1 0 0 0,1 0-1 0 0,1-1 1 0 0,0 1 0 0 0,10 16 0 0 0,-15-29-7 0 0,1 1 0 0 0,-1 0 0 0 0,0-1 0 0 0,0 1 0 0 0,1-1 1 0 0,-1 0-1 0 0,1 1 0 0 0,-1-1 0 0 0,1 0 0 0 0,0 0 0 0 0,-1 0 0 0 0,1 0 0 0 0,0 0 0 0 0,0 0 0 0 0,-1 0 1 0 0,1-1-1 0 0,0 1 0 0 0,0-1 0 0 0,0 1 0 0 0,0-1 0 0 0,0 0 0 0 0,0 0 0 0 0,0 0 0 0 0,0 0 1 0 0,0 0-1 0 0,0 0 0 0 0,0 0 0 0 0,0-1 0 0 0,0 1 0 0 0,0-1 0 0 0,0 0 0 0 0,0 1 0 0 0,0-1 1 0 0,-1 0-1 0 0,1 0 0 0 0,0 0 0 0 0,-1 0 0 0 0,1 0 0 0 0,2-2 0 0 0,4-4-23 0 0,0 0-1 0 0,-1 0 0 0 0,1 0 1 0 0,-1-1-1 0 0,-1 0 0 0 0,7-9 1 0 0,-2-1-36 0 0,0-1 1 0 0,-1 0-1 0 0,-1-1 1 0 0,0 1-1 0 0,-2-2 1 0 0,0 1-1 0 0,6-39 1 0 0,-8 26-40 0 0,-2 0 0 0 0,-2-1-1 0 0,-1 1 1 0 0,-5-47 0 0 0,3 64 74 0 0,-7-69-130 0 0,-32-140 0 0 0,24 160 781 0 0,17 63-343 0 0,-2 8-232 0 0,0 0 0 0 0,1 1 0 0 0,-1-1-1 0 0,1 0 1 0 0,1 1 0 0 0,-1-1 0 0 0,2 11-1 0 0,-1-2 28 0 0,0 31 135 0 0,14 86 0 0 0,-4-47-81 0 0,28 230 191 0 0,23 87-51 0 0,35-4-132 0 0,-86-365-204 0 0,1-1 0 0 0,2 0 0 0 0,18 32 0 0 0,-31-63 50 0 0,1 0 0 0 0,-1 0 1 0 0,1 0-1 0 0,-1 0 0 0 0,1-1 1 0 0,-1 1-1 0 0,1 0 1 0 0,0 0-1 0 0,-1 0 0 0 0,1-1 1 0 0,0 1-1 0 0,0 0 0 0 0,0-1 1 0 0,0 1-1 0 0,-1-1 1 0 0,3 1-1 0 0,-2 0-151 0 0,1-5-10 0 0,0-1 137 0 0,0 0 0 0 0,0-1 1 0 0,0 1-1 0 0,-1 0 0 0 0,0-1 0 0 0,0 1 0 0 0,-1-1 1 0 0,1 1-1 0 0,-1-1 0 0 0,0 1 0 0 0,-1-1 0 0 0,-1-9 1 0 0,-3-9-103 0 0,-13-38 0 0 0,9 34 75 0 0,-12-36-19 0 0,-3 2 0 0 0,-3 0 0 0 0,-35-58 0 0 0,59 113 56 0 0,0 0 0 0 0,0 0-1 0 0,0 0 1 0 0,1-1 0 0 0,0 1-1 0 0,0-1 1 0 0,1 1-1 0 0,0-1 1 0 0,0 0 0 0 0,1 1-1 0 0,0-1 1 0 0,0 0 0 0 0,1 0-1 0 0,3-14 1 0 0,2-2-175 0 0,2-1 0 0 0,1 2 0 0 0,15-29 0 0 0,7-20-164 0 0,-21 45 268 0 0,-1 0-1 0 0,-1-1 1 0 0,-2 0 0 0 0,-1 0-1 0 0,-1-1 1 0 0,-1 0-1 0 0,-2 1 1 0 0,0-1 0 0 0,-8-57-1 0 0,-5 18 474 0 0,-3 0-1 0 0,-3 1 1 0 0,-37-92-1 0 0,52 153-165 0 0,1 0 0 0 0,-1 0-1 0 0,0 1 1 0 0,-1-1 0 0 0,1 1-1 0 0,-9-9 1 0 0,11 12 154 0 0,2 4-329 0 0,0 1 0 0 0,-1-1 0 0 0,1 0 0 0 0,0 0 0 0 0,-1 0 0 0 0,1 0 0 0 0,-1 1 0 0 0,0 3 0 0 0,1 6 23 0 0,10 25 116 0 0,2-1-1 0 0,25 53 0 0 0,-10-27-68 0 0,26 66-25 0 0,114 259-1510 0 0,-164-381-206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12 227 5184 0 0,'-5'-5'11426'0'0,"-2"-7"-7118"0"0,16-5-2908 0 0,3 5-284 0 0,8-4-192 0 0,11-6-172 0 0,3-4-172 0 0,1 5-128 0 0,-1-1-176 0 0,-4 4-116 0 0,-3-2-168 0 0,-9 8-160 0 0,-6 0-252 0 0,-9 6-1192 0 0,-1 0-3076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1061 7905 0 0,'0'1'5556'0'0,"0"15"5019"0"0,3-20-8805 0 0,5-15-689 0 0,10-31-734 0 0,-3-5-119 0 0,-2 0 0 0 0,-3-1 0 0 0,-2-1 1 0 0,-2 1-1 0 0,-4-99 0 0 0,-8 51-123 0 0,-5 0 1 0 0,-30-125-1 0 0,22 159 68 0 0,16 62-100 0 0,0 0 1 0 0,0 1-1 0 0,-1-1 0 0 0,0 1 0 0 0,0 0 1 0 0,-9-10-1 0 0,12 16 63 0 0,-2 4-76 0 0,0 1-49 0 0,0 0-1 0 0,0 0 0 0 0,0 0 1 0 0,1 0-1 0 0,0 0 0 0 0,0 1 0 0 0,0-1 1 0 0,0 1-1 0 0,1-1 0 0 0,0 1 0 0 0,0 0 1 0 0,0-1-1 0 0,0 7 0 0 0,-1 11 37 0 0,4 38-1 0 0,0-27-15 0 0,49 421 500 0 0,-43-398-469 0 0,1-2 41 0 0,22 71 1 0 0,-23-98-85 0 0,2 1 0 0 0,1-2 0 0 0,1 0 1 0 0,22 34-1 0 0,-32-57-28 0 0,0 0 1 0 0,0 0-1 0 0,0 0 0 0 0,0 0 1 0 0,1 0-1 0 0,-1-1 0 0 0,1 1 1 0 0,0-1-1 0 0,-1 0 1 0 0,1 1-1 0 0,1-1 0 0 0,-1-1 1 0 0,0 1-1 0 0,0 0 0 0 0,1-1 1 0 0,-1 0-1 0 0,0 0 1 0 0,1 0-1 0 0,0 0 0 0 0,-1 0 1 0 0,1-1-1 0 0,-1 1 0 0 0,1-1 1 0 0,0 0-1 0 0,-1 0 1 0 0,8-2-1 0 0,-5 1-22 0 0,1-1 0 0 0,-1-1 0 0 0,0 1 0 0 0,0-1 0 0 0,0 0 0 0 0,0 0 0 0 0,-1-1 0 0 0,1 0 0 0 0,-1 0 0 0 0,0 0 0 0 0,0-1 0 0 0,0 1 0 0 0,-1-1 0 0 0,5-7 0 0 0,-1 0-39 0 0,0 0 0 0 0,-1-1 0 0 0,0 1-1 0 0,-1-1 1 0 0,-1-1 0 0 0,0 1 0 0 0,-1-1 0 0 0,0 0-1 0 0,-1 0 1 0 0,2-28 0 0 0,-4 17-18 0 0,0 0 1 0 0,-2-1-1 0 0,-1 1 1 0 0,-1 0-1 0 0,-8-33 1 0 0,-3 20 170 0 0,14 38-79 0 0,0-1 0 0 0,0 1 0 0 0,0 0 1 0 0,-1-1-1 0 0,1 1 0 0 0,0 0 0 0 0,0 0 0 0 0,0-1 0 0 0,-1 1 0 0 0,1 0 0 0 0,0 0 0 0 0,0-1 0 0 0,-1 1 0 0 0,1 0 0 0 0,0 0 0 0 0,0 0 0 0 0,-1-1 0 0 0,1 1 0 0 0,0 0 0 0 0,-1 0 0 0 0,1 0 0 0 0,0 0 0 0 0,-1 0 0 0 0,1 0 0 0 0,0 0 0 0 0,-1 0 1 0 0,1 0-1 0 0,0 0 0 0 0,-1 0 0 0 0,1 0 0 0 0,0 0 0 0 0,-1 0 0 0 0,1 0 0 0 0,0 0 0 0 0,-1 0 0 0 0,1 0 0 0 0,0 0 0 0 0,-1 0 0 0 0,1 1 0 0 0,0-1 0 0 0,-1 0 0 0 0,0 1 5 0 0,0-1-1 0 0,0 1 1 0 0,0-1-1 0 0,0 1 1 0 0,0 0-1 0 0,0-1 0 0 0,1 1 1 0 0,-1 0-1 0 0,0 0 1 0 0,0 0-1 0 0,1 0 1 0 0,-1 0-1 0 0,1-1 1 0 0,-2 3-1 0 0,-4 14 92 0 0,1 0-1 0 0,0 0 1 0 0,2 1-1 0 0,-4 32 1 0 0,7-43-76 0 0,-1 0 0 0 0,1 0 1 0 0,0 0-1 0 0,1 0 0 0 0,0 0 1 0 0,0 0-1 0 0,1 0 0 0 0,0 0 1 0 0,0 0-1 0 0,0 0 1 0 0,1-1-1 0 0,0 1 0 0 0,0-1 1 0 0,1 0-1 0 0,6 9 0 0 0,-8-13-20 0 0,-1 0-1 0 0,1-1 1 0 0,0 1-1 0 0,0 0 0 0 0,0-1 1 0 0,0 1-1 0 0,0-1 0 0 0,0 0 1 0 0,1 0-1 0 0,-1 0 0 0 0,0 0 1 0 0,1 0-1 0 0,-1 0 0 0 0,0-1 1 0 0,1 1-1 0 0,-1-1 1 0 0,5 1-1 0 0,-2-1-7 0 0,0-1 1 0 0,0 1 0 0 0,-1-1-1 0 0,1 0 1 0 0,-1 0-1 0 0,1-1 1 0 0,-1 1 0 0 0,9-5-1 0 0,3-3-40 0 0,-1-1 0 0 0,0-1 0 0 0,24-22 0 0 0,-25 21-26 0 0,0-1 0 0 0,-1 0 0 0 0,-1-1 0 0 0,0 0-1 0 0,-1-1 1 0 0,0 0 0 0 0,-2-1 0 0 0,0 0 0 0 0,0-1 0 0 0,-1 0-1 0 0,-1 0 1 0 0,-1-1 0 0 0,-1 0 0 0 0,5-29 0 0 0,-5 5 45 0 0,-2-1 0 0 0,-3 0 0 0 0,-1 0-1 0 0,-2 0 1 0 0,-1 0 0 0 0,-21-80 0 0 0,23 116 320 0 0,-1 0-1 0 0,0-1 0 0 0,0 1 0 0 0,-4-7 1 0 0,1 31-186 0 0,2 0-1 0 0,0 0 1 0 0,1 0 0 0 0,-1 25 0 0 0,1 77 134 0 0,3-76-163 0 0,20 418 371 0 0,-11-311-354 0 0,18 136 54 0 0,-16-196-125 0 0,-6-35-112 0 0,3-1 0 0 0,1-1 1 0 0,23 69-1 0 0,-32-121 80 0 0,10 22-198 0 0,-9-22 172 0 0,-1-1 0 0 0,0 1 1 0 0,0 0-1 0 0,1 0 0 0 0,-1-1 0 0 0,1 1 1 0 0,-1 0-1 0 0,1-1 0 0 0,-1 1 0 0 0,1 0 1 0 0,-1-1-1 0 0,1 1 0 0 0,-1-1 0 0 0,1 1 0 0 0,0-1 1 0 0,-1 1-1 0 0,1-1 0 0 0,0 1 0 0 0,-1-1 1 0 0,1 0-1 0 0,0 0 0 0 0,0 1 0 0 0,-1-1 0 0 0,1 0 1 0 0,0 0-1 0 0,1 1 0 0 0,-2-2-13 0 0,1 0 0 0 0,0 0 1 0 0,0 0-1 0 0,-1 0 0 0 0,1 0 0 0 0,-1 0 0 0 0,1 0 0 0 0,-1 0 1 0 0,1 0-1 0 0,-1 0 0 0 0,1 0 0 0 0,-1 0 0 0 0,0 0 0 0 0,0-1 0 0 0,1-1 1 0 0,-1 2-39 0 0,3-14-171 0 0,-2-1-1 0 0,1 0 1 0 0,-2 1 0 0 0,0-1 0 0 0,-4-28-1 0 0,-19-78-340 0 0,17 97 499 0 0,-9-42 114 0 0,-3 0 0 0 0,-35-84 0 0 0,49 140 26 0 0,-1 1 1 0 0,2-1-1 0 0,0 0 1 0 0,0 0-1 0 0,-1-14 1 0 0,4 22-53 0 0,0 0 1 0 0,0 0-1 0 0,1 0 1 0 0,0 0-1 0 0,-1 0 1 0 0,1 1 0 0 0,0-1-1 0 0,1 0 1 0 0,-1 0-1 0 0,0 1 1 0 0,1-1-1 0 0,-1 1 1 0 0,1-1-1 0 0,0 1 1 0 0,2-3-1 0 0,5-3-103 0 0,0 0 0 0 0,15-11-1 0 0,7-7-154 0 0,3-8-53 0 0,-1-2-1 0 0,27-41 1 0 0,-51 64 273 0 0,0-1 1 0 0,0-1-1 0 0,-2 0 1 0 0,0 0-1 0 0,0 0 1 0 0,-1-1-1 0 0,-1 0 1 0 0,-1 0 0 0 0,4-28-1 0 0,-7 18 133 0 0,0-1 1 0 0,-2 1-1 0 0,-1-1 0 0 0,-1 1 1 0 0,-10-41-1 0 0,-48-124 1563 0 0,57 181-1525 0 0,1 1 134 0 0,-1 1 1 0 0,0-1-1 0 0,0 1 0 0 0,-1-1 1 0 0,0 1-1 0 0,0 1 0 0 0,-11-13 1 0 0,16 20-241 0 0,-1 0 0 0 0,1-1 0 0 0,0 1 0 0 0,0 0 0 0 0,0 0 0 0 0,-1 0 0 0 0,1-1 0 0 0,0 1 0 0 0,0 0-1 0 0,-1 0 1 0 0,1 0 0 0 0,0 0 0 0 0,0 0 0 0 0,-1 0 0 0 0,1-1 0 0 0,0 1 0 0 0,-1 0 0 0 0,1 0 0 0 0,0 0 0 0 0,0 0 0 0 0,-1 0 0 0 0,1 0 0 0 0,0 0 0 0 0,-1 0 0 0 0,1 0 0 0 0,0 0 0 0 0,0 1 0 0 0,-1-1 0 0 0,1 0 0 0 0,0 0 0 0 0,-1 0 0 0 0,1 0 0 0 0,0 0 0 0 0,0 0 0 0 0,0 1 0 0 0,-1-1 0 0 0,1 0 0 0 0,0 0 0 0 0,0 0 0 0 0,-1 0 0 0 0,1 1 0 0 0,0-1 0 0 0,0 0 0 0 0,0 0 0 0 0,0 1 0 0 0,-1-1 0 0 0,1 1 0 0 0,-2 8 41 0 0,1 0 1 0 0,0 0 0 0 0,0 0 0 0 0,0 0 0 0 0,1 0 0 0 0,1 0-1 0 0,0 1 1 0 0,3 15 0 0 0,24 79 167 0 0,-23-87-202 0 0,31 97 51 0 0,102 215 0 0 0,-137-328-87 0 0,6 15-238 0 0,1-1 0 0 0,1 0 0 0 0,0 0 0 0 0,17 20 0 0 0,-10-26-5795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33 138 6017 0 0,'-12'-7'9833'0'0,"11"6"-9241"0"0,-1 0 1 0 0,0 0-1 0 0,1 0 1 0 0,-1 0-1 0 0,1 0 1 0 0,0 0-1 0 0,-1 0 1 0 0,1-1-1 0 0,0 1 1 0 0,0 0 0 0 0,-1-1-1 0 0,1 1 1 0 0,0-1-1 0 0,0-1 1 0 0,0 1 313 0 0,14-9 247 0 0,-8 7-960 0 0,10-5 87 0 0,1 1 1 0 0,1 0-1 0 0,-1 1 1 0 0,35-9-1 0 0,-19 6-219 0 0,-17 5-586 0 0,44-15 755 0 0,-21 10-7818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24 7965 0 0,'0'-3'6093'0'0,"0"1"-4435"0"0,-2-17 13760 0 0,1 21-15368 0 0,-1-1-25 0 0,1 1 1 0 0,1-1-1 0 0,-1 0 0 0 0,0 0 0 0 0,0 0 1 0 0,0 0-1 0 0,1 1 0 0 0,-1-1 0 0 0,0 0 1 0 0,1 1-1 0 0,-1-1 0 0 0,0 3 0 0 0,2-3-22 0 0,-1-1 0 0 0,0 1-1 0 0,1-1 1 0 0,-1 1 0 0 0,1-1-1 0 0,-1 0 1 0 0,0 1 0 0 0,1-1-1 0 0,-1 1 1 0 0,1-1 0 0 0,-1 0-1 0 0,1 0 1 0 0,-1 1 0 0 0,1-1-1 0 0,-1 0 1 0 0,1 0 0 0 0,0 0-1 0 0,-1 1 1 0 0,1-1 0 0 0,0 0-1 0 0,-5-22-8198 0 0,3 16 1794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34 1079 11985 0 0,'-1'9'6282'0'0,"1"-7"-5918"0"0,0-1 1 0 0,-1 1-1 0 0,1-1 1 0 0,0 1-1 0 0,0-1 1 0 0,0 1-1 0 0,0-1 1 0 0,0 0-1 0 0,0 1 1 0 0,0-1-1 0 0,1 1 1 0 0,-1-1-1 0 0,1 1 1 0 0,-1-1-1 0 0,1 0 1 0 0,-1 1-1 0 0,1-1 1 0 0,0 0-1 0 0,-1 0 1 0 0,1 1-1 0 0,0-1 1 0 0,2 2-1 0 0,-2-3 291 0 0,1-4-136 0 0,7-12-365 0 0,-1 0 0 0 0,-1 0 0 0 0,-1-1 1 0 0,0 0-1 0 0,-2 0 0 0 0,4-22 0 0 0,0-10-97 0 0,0-57 0 0 0,-7 47-22 0 0,-12-100 0 0 0,-25-61 24 0 0,27 172 245 0 0,-23-73 1 0 0,25 110 21 0 0,1 15-69 0 0,0 18-107 0 0,6-22-155 0 0,-1 17 70 0 0,-1-1 1 0 0,2 1-1 0 0,0-1 1 0 0,1 1 0 0 0,6 27-1 0 0,0 7 60 0 0,31 281 451 0 0,-25-259-448 0 0,3 0 1 0 0,38 105-1 0 0,-47-158-108 0 0,2 0 1 0 0,16 30 0 0 0,-22-46-27 0 0,-1 0 0 0 0,1 0 0 0 0,0 0 0 0 0,0 0 0 0 0,0 0 0 0 0,0-1 0 0 0,1 1 0 0 0,-1-1 0 0 0,1 0 0 0 0,0 0 0 0 0,0 0 1 0 0,0-1-1 0 0,1 0 0 0 0,-1 1 0 0 0,0-1 0 0 0,1-1 0 0 0,8 4 0 0 0,-9-5-7 0 0,0-1 0 0 0,0 1 1 0 0,0 0-1 0 0,-1-1 0 0 0,1 0 1 0 0,0 0-1 0 0,0 0 0 0 0,-1 0 0 0 0,1 0 1 0 0,-1-1-1 0 0,1 0 0 0 0,-1 0 1 0 0,0 0-1 0 0,1 0 0 0 0,-1 0 0 0 0,0 0 1 0 0,0-1-1 0 0,-1 0 0 0 0,1 1 1 0 0,3-5-1 0 0,4-6-36 0 0,0 0 1 0 0,-1-1-1 0 0,10-18 1 0 0,-11 14 16 0 0,0 1 0 0 0,-2-1 0 0 0,0 0 0 0 0,-1 0 0 0 0,0-1 0 0 0,-2 0 0 0 0,0 1 0 0 0,-2-1 0 0 0,0 0 0 0 0,-1 0 0 0 0,0 0 0 0 0,-2 0 0 0 0,0 0 0 0 0,-8-29 0 0 0,9 44 33 0 0,1 0 0 0 0,-1 1 1 0 0,-1-1-1 0 0,1 0 0 0 0,0 1 1 0 0,-1 0-1 0 0,1-1 0 0 0,-1 1 1 0 0,0 0-1 0 0,-1 0 1 0 0,1 0-1 0 0,0 0 0 0 0,-1 0 1 0 0,1 1-1 0 0,-1-1 0 0 0,0 1 1 0 0,0-1-1 0 0,0 1 0 0 0,0 0 1 0 0,0 0-1 0 0,-5-2 1 0 0,6 4 2 0 0,1 0 1 0 0,0 0 0 0 0,-1 0 0 0 0,1 0-1 0 0,0 0 1 0 0,-1 0 0 0 0,1 1 0 0 0,0-1-1 0 0,0 0 1 0 0,-1 1 0 0 0,1-1 0 0 0,0 1-1 0 0,0-1 1 0 0,-1 1 0 0 0,1 0 0 0 0,0 0-1 0 0,0-1 1 0 0,0 1 0 0 0,0 0 0 0 0,0 0-1 0 0,0 0 1 0 0,0 0 0 0 0,1 0 0 0 0,-1 0-1 0 0,-1 2 1 0 0,-15 27 104 0 0,14-23-90 0 0,0 0 1 0 0,1 0-1 0 0,0 0 1 0 0,0 1 0 0 0,1-1-1 0 0,-1 1 1 0 0,2-1 0 0 0,-1 15-1 0 0,2-16-16 0 0,0 1 1 0 0,0-2-1 0 0,1 1 0 0 0,0 0 0 0 0,0 0 1 0 0,0 0-1 0 0,1-1 0 0 0,-1 1 0 0 0,1-1 0 0 0,1 0 1 0 0,6 9-1 0 0,-7-11-21 0 0,-1-1 1 0 0,1 1-1 0 0,0-1 1 0 0,0 0-1 0 0,0 1 1 0 0,1-2-1 0 0,-1 1 0 0 0,0 0 1 0 0,1 0-1 0 0,-1-1 1 0 0,1 0-1 0 0,0 0 1 0 0,-1 0-1 0 0,1 0 1 0 0,0-1-1 0 0,-1 1 1 0 0,1-1-1 0 0,0 0 0 0 0,0 0 1 0 0,0 0-1 0 0,4-1 1 0 0,1-1-36 0 0,1 1 1 0 0,-1-1-1 0 0,1-1 0 0 0,-1 0 1 0 0,0 0-1 0 0,-1-1 1 0 0,12-5-1 0 0,-8 2-50 0 0,0 0-1 0 0,0-1 1 0 0,-1-1-1 0 0,0 1 1 0 0,-1-2-1 0 0,0 1 1 0 0,0-2-1 0 0,-1 1 1 0 0,0-1-1 0 0,-1 0 1 0 0,0-1-1 0 0,-1 0 1 0 0,-1 0-1 0 0,1-1 1 0 0,-2 0-1 0 0,0 0 1 0 0,0 0-1 0 0,-2-1 1 0 0,1 1-1 0 0,-2-1 1 0 0,2-18-1 0 0,-2-14-224 0 0,-2 0 0 0 0,-11-83 0 0 0,-28-88 738 0 0,21 128 410 0 0,12 74-448 0 0,2 7 71 0 0,4 8-431 0 0,0 0-1 0 0,0 0 0 0 0,0 0 0 0 0,0 0 1 0 0,0 0-1 0 0,0 0 0 0 0,0 0 1 0 0,-1 0-1 0 0,1 0 0 0 0,0 0 0 0 0,0 0 1 0 0,0 0-1 0 0,0-1 0 0 0,0 1 0 0 0,0 0 1 0 0,0 0-1 0 0,0 0 0 0 0,0 0 0 0 0,0 0 1 0 0,0 0-1 0 0,0 0 0 0 0,0 0 1 0 0,-1 0-1 0 0,1 0 0 0 0,0 0 0 0 0,0 0 1 0 0,0 0-1 0 0,0 0 0 0 0,0 0 0 0 0,0 0 1 0 0,0 0-1 0 0,0 0 0 0 0,0 0 0 0 0,0 0 1 0 0,0 0-1 0 0,0 1 0 0 0,-1-1 1 0 0,1 0-1 0 0,0 0 0 0 0,0 0 0 0 0,0 0 1 0 0,0 0-1 0 0,0 0 0 0 0,0 0 0 0 0,0 0 1 0 0,0 0-1 0 0,0 0 0 0 0,0 0 1 0 0,0 0-1 0 0,0 0 0 0 0,0 0 0 0 0,0 0 1 0 0,0 0-1 0 0,0 1 0 0 0,0-1 0 0 0,0 0 1 0 0,0 0-1 0 0,0 0 0 0 0,0 0 0 0 0,0 0 1 0 0,0 0-1 0 0,0 0 0 0 0,0 0 1 0 0,0 0-1 0 0,0 0 0 0 0,-6 27 206 0 0,1 0 1 0 0,2 0-1 0 0,1 0 0 0 0,1 39 1 0 0,16 118 185 0 0,-8-119-251 0 0,52 365 318 0 0,9-143-323 0 0,-49-226-176 0 0,29 60 1 0 0,-45-113 3 0 0,-1-4-4 0 0,-1 1 0 0 0,1-1-1 0 0,0 0 1 0 0,0 0-1 0 0,0 0 1 0 0,1 0-1 0 0,-1-1 1 0 0,1 1-1 0 0,0-1 1 0 0,0 1-1 0 0,1-1 1 0 0,4 4-1 0 0,-8-7-86 0 0,1-4 4 0 0,0-2 81 0 0,-1-1-1 0 0,0 1 0 0 0,0 0 0 0 0,0 0 1 0 0,-1-1-1 0 0,0 1 0 0 0,0 0 1 0 0,-1 0-1 0 0,-3-10 0 0 0,-29-62-144 0 0,17 44 97 0 0,-61-129-255 0 0,12 28 6 0 0,64 132 295 0 0,1 0 0 0 0,-1 0 0 0 0,1 0 0 0 0,0-1 0 0 0,0 1 0 0 0,0-1 0 0 0,1 1 0 0 0,-1-1 0 0 0,1 1-1 0 0,0-1 1 0 0,0 1 0 0 0,0-7 0 0 0,1 7-16 0 0,0 0 0 0 0,1 0 0 0 0,-1 0-1 0 0,1 0 1 0 0,-1 0 0 0 0,1 0 0 0 0,0 0 0 0 0,0 1-1 0 0,0-1 1 0 0,0 1 0 0 0,0 0 0 0 0,1 0-1 0 0,-1-1 1 0 0,4-1 0 0 0,36-27-361 0 0,-8 6-111 0 0,60-57 0 0 0,-84 71 446 0 0,-1 0 0 0 0,0 0 1 0 0,-1-1-1 0 0,0 0 0 0 0,0 0 0 0 0,-2-1 0 0 0,1 0 0 0 0,-2 0 1 0 0,8-23-1 0 0,-9 14 42 0 0,0 1-1 0 0,-1-1 1 0 0,-1 0 0 0 0,-1 0 0 0 0,-1 1-1 0 0,-1-1 1 0 0,-4-23 0 0 0,-7-20 256 0 0,-20-64 0 0 0,20 89 177 0 0,-2 0 0 0 0,-1 1 0 0 0,-28-49-1 0 0,42 85-331 0 0,-2-2 105 0 0,0-1 1 0 0,0 1-1 0 0,0 0 1 0 0,-1-1-1 0 0,0 2 1 0 0,0-1-1 0 0,-6-5 1 0 0,9 9 49 0 0,0 5-15 0 0,-1 4-139 0 0,0 1 0 0 0,1-1 0 0 0,0 1 1 0 0,0-1-1 0 0,1 1 0 0 0,0 0 0 0 0,1-1 0 0 0,0 1 0 0 0,0-1 0 0 0,4 15 0 0 0,-1-1 4 0 0,8 38 147 0 0,30 85-1 0 0,32 55 23 0 0,-38-104-158 0 0,-5-20-31 0 0,29 90-73 0 0,-34-93-950 0 0,-26-71-554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83 9105 0 0,'0'0'5224'0'0,"-8"-5"2877"0"0,32-3-7085 0 0,-5 4-176 0 0,3 1-156 0 0,11-7-132 0 0,0 1-176 0 0,-7 3-168 0 0,-4-1-164 0 0,-2 3-200 0 0,-4 0-224 0 0,-4-3-432 0 0,-7 2-804 0 0,-8-6-8893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28 932 8005 0 0,'4'-14'11291'0'0,"3"-6"-5669"0"0,25-95-4727 0 0,23-226-59 0 0,-50 283-557 0 0,-3 1 0 0 0,-2-1-1 0 0,-15-111 1 0 0,14 161-199 0 0,0-1 76 0 0,0 0 0 0 0,-1 1 0 0 0,0 0 1 0 0,0-1-1 0 0,-1 1 0 0 0,0 0 0 0 0,0 0 1 0 0,-9-14-1 0 0,12 21-142 0 0,-1 1 0 0 0,1 0 0 0 0,-1 0 0 0 0,1 0 0 0 0,-1-1 0 0 0,1 1 0 0 0,-1 0 0 0 0,1 0 0 0 0,-1 0 0 0 0,1 0 0 0 0,-1 0 0 0 0,1 0 0 0 0,-1 0 0 0 0,1 0 0 0 0,-1 0 0 0 0,1 0 0 0 0,-1 0-1 0 0,1 0 1 0 0,-1 0 0 0 0,1 1 0 0 0,-1-1 0 0 0,1 0 0 0 0,0 0 0 0 0,-1 1 0 0 0,1-1 0 0 0,-1 0 0 0 0,1 0 0 0 0,-1 1 0 0 0,1-1 0 0 0,0 0 0 0 0,-1 1 0 0 0,1-1 0 0 0,0 1 0 0 0,0-1 0 0 0,-1 0 0 0 0,1 2 0 0 0,-12 13 120 0 0,12-15-130 0 0,-5 8 44 0 0,0 0 0 0 0,1 0 0 0 0,1 1 0 0 0,-1-1 0 0 0,1 1 0 0 0,1 0 0 0 0,-3 10 0 0 0,-5 64 129 0 0,8-59-129 0 0,-9 106 212 0 0,5 1-1 0 0,18 206 1 0 0,-8-300-205 0 0,14 57 0 0 0,-15-83-57 0 0,0 0 0 0 0,1 1-1 0 0,0-1 1 0 0,1-1 0 0 0,0 1-1 0 0,1-1 1 0 0,0 0-1 0 0,1 0 1 0 0,12 15 0 0 0,-16-23-9 0 0,-1 1 1 0 0,1-1-1 0 0,-1 0 0 0 0,1 0 1 0 0,0 0-1 0 0,0 0 1 0 0,0 0-1 0 0,0 0 1 0 0,1-1-1 0 0,-1 0 1 0 0,0 1-1 0 0,1-1 1 0 0,-1-1-1 0 0,1 1 1 0 0,-1 0-1 0 0,1-1 1 0 0,3 1-1 0 0,-2-2-11 0 0,0 1-1 0 0,0-1 1 0 0,0 0-1 0 0,0 0 1 0 0,-1-1 0 0 0,1 0-1 0 0,0 1 1 0 0,0-2-1 0 0,-1 1 1 0 0,8-5-1 0 0,1-3-59 0 0,0-1 0 0 0,0 0 0 0 0,-1 0 0 0 0,-1-2 0 0 0,0 1 0 0 0,11-17 0 0 0,-13 15-12 0 0,-1 1-1 0 0,0-1 0 0 0,-1-1 0 0 0,-1 1 1 0 0,0-1-1 0 0,-1 0 0 0 0,4-23 0 0 0,-2-2-230 0 0,3-68 0 0 0,-10 100 330 0 0,0-1 1 0 0,0 1-1 0 0,-1 0 0 0 0,0 0 1 0 0,-1 0-1 0 0,0-1 1 0 0,0 1-1 0 0,0 1 1 0 0,-1-1-1 0 0,-4-8 1 0 0,6 16 6 0 0,1-1 0 0 0,-1 1 0 0 0,0-1 1 0 0,1 1-1 0 0,-1-1 0 0 0,0 1 0 0 0,0-1 1 0 0,1 1-1 0 0,-1-1 0 0 0,0 1 0 0 0,0 0 1 0 0,0 0-1 0 0,1-1 0 0 0,-1 1 0 0 0,0 0 1 0 0,0 0-1 0 0,0 0 0 0 0,0 0 0 0 0,1 0 1 0 0,-1 0-1 0 0,0 0 0 0 0,0 0 0 0 0,0 0 1 0 0,0 1-1 0 0,0-1 0 0 0,1 0 0 0 0,-1 0 1 0 0,0 1-1 0 0,0-1 0 0 0,0 0 0 0 0,1 1 1 0 0,-1-1-1 0 0,0 1 0 0 0,1-1 0 0 0,-1 1 1 0 0,0 0-1 0 0,1-1 0 0 0,-1 1 0 0 0,0 0 1 0 0,-4 7 32 0 0,1 0-1 0 0,0 0 1 0 0,1 0 0 0 0,-1 0 0 0 0,2 1 0 0 0,-1-1 0 0 0,1 1 0 0 0,0-1 0 0 0,0 15-1 0 0,0-7 3 0 0,2 0-1 0 0,0-1 0 0 0,0 1 0 0 0,6 27 0 0 0,-5-36-31 0 0,1-1 0 0 0,0 0 0 0 0,0 1 0 0 0,0-1 0 0 0,1 0-1 0 0,-1 0 1 0 0,2-1 0 0 0,5 10 0 0 0,-7-12-11 0 0,0-1 0 0 0,0 0 0 0 0,0 0 0 0 0,1 0 1 0 0,-1 0-1 0 0,1 0 0 0 0,-1-1 0 0 0,1 1 0 0 0,-1-1 0 0 0,1 1 0 0 0,0-1 0 0 0,0 0 0 0 0,-1 0 0 0 0,1 0 0 0 0,0-1 1 0 0,0 1-1 0 0,0-1 0 0 0,0 1 0 0 0,0-1 0 0 0,0 0 0 0 0,4-1 0 0 0,4 0-7 0 0,0-2 0 0 0,-1 1-1 0 0,1-2 1 0 0,-1 1 0 0 0,0-1 0 0 0,0-1 0 0 0,0 0-1 0 0,0 0 1 0 0,-1-1 0 0 0,0 0 0 0 0,0-1 0 0 0,-1 0-1 0 0,0 0 1 0 0,10-11 0 0 0,-4 3-36 0 0,-1-1 0 0 0,0 0 1 0 0,-2-1-1 0 0,1 0 0 0 0,-2-1 0 0 0,14-33 1 0 0,-14 23-2 0 0,-1 0 0 0 0,-2-1 1 0 0,-1 0-1 0 0,-1-1 0 0 0,1-49 1 0 0,-6 23 139 0 0,-2 0 0 0 0,-10-59 0 0 0,11 108 17 0 0,0 0-1 0 0,-1 0 0 0 0,0 0 0 0 0,0 0 1 0 0,-6-13-1 0 0,8 20-105 0 0,0 0-1 0 0,0 0 1 0 0,-1-1 0 0 0,1 1-1 0 0,0 0 1 0 0,0 0 0 0 0,-1-1-1 0 0,1 1 1 0 0,0 0 0 0 0,0 0-1 0 0,-1 0 1 0 0,1-1 0 0 0,0 1 0 0 0,-1 0-1 0 0,1 0 1 0 0,0 0 0 0 0,0 0-1 0 0,-1 0 1 0 0,1 0 0 0 0,0 0-1 0 0,-1-1 1 0 0,1 1 0 0 0,0 0 0 0 0,-1 0-1 0 0,1 0 1 0 0,0 0 0 0 0,-1 1-1 0 0,1-1 1 0 0,0 0 0 0 0,-1 0-1 0 0,1 0 1 0 0,0 0 0 0 0,-1 0 0 0 0,1 0-1 0 0,0 0 1 0 0,-1 1 0 0 0,1-1-1 0 0,0 0 1 0 0,0 0 0 0 0,-1 0-1 0 0,1 1 1 0 0,0-1 0 0 0,0 0-1 0 0,-1 0 1 0 0,1 1 0 0 0,0-1 0 0 0,-10 12 117 0 0,3 2-64 0 0,1 0 0 0 0,0 0 0 0 0,1 0 0 0 0,0 1 0 0 0,1-1-1 0 0,-4 29 1 0 0,6-29-32 0 0,-34 235 225 0 0,21 287 35 0 0,20-423-267 0 0,6-1-1 0 0,40 187 1 0 0,-48-289-34 0 0,-1 2-27 0 0,2 0 0 0 0,-1-1 0 0 0,6 13 1 0 0,-9-24 27 0 0,0 0 0 0 0,1 1 0 0 0,-1-1 0 0 0,0 0 0 0 0,0 1 0 0 0,0-1 0 0 0,0 0 0 0 0,1 1 0 0 0,-1-1 0 0 0,0 0 0 0 0,0 0 0 0 0,1 1 0 0 0,-1-1 0 0 0,0 0 1 0 0,0 0-1 0 0,1 0 0 0 0,-1 1 0 0 0,0-1 0 0 0,1 0 0 0 0,-1 0 0 0 0,0 0 0 0 0,1 0 0 0 0,-1 0 0 0 0,0 1 0 0 0,1-1 0 0 0,-1 0 0 0 0,0 0 0 0 0,1 0 0 0 0,-1 0 0 0 0,0 0 1 0 0,1 0-1 0 0,-1 0 0 0 0,0 0 0 0 0,1 0 0 0 0,-1-1 0 0 0,0 1 0 0 0,1 0 0 0 0,-1 0 0 0 0,0 0 0 0 0,1 0 0 0 0,-1 0 0 0 0,0-1 0 0 0,1 1 0 0 0,-1 0 0 0 0,0 0 0 0 0,0 0 1 0 0,1-1-1 0 0,-1 1 0 0 0,0 0 0 0 0,0 0 0 0 0,1-1 0 0 0,-1 1 0 0 0,0 0 0 0 0,0-1 0 0 0,0 1 0 0 0,0 0 0 0 0,1-1 0 0 0,10-19-222 0 0,-11 19 247 0 0,3-6-62 0 0,-1-1-1 0 0,-1 0 0 0 0,1 0 1 0 0,-1 0-1 0 0,-1 0 1 0 0,1-1-1 0 0,-1 1 1 0 0,-1 0-1 0 0,0 0 0 0 0,0 0 1 0 0,-4-15-1 0 0,0-8-73 0 0,-24-124-327 0 0,17 102 191 0 0,3 0 0 0 0,-6-93 0 0 0,16 138 217 0 0,-1 0 0 0 0,1 0 0 0 0,1 0 0 0 0,-1 0 0 0 0,1 1 1 0 0,1-1-1 0 0,-1 1 0 0 0,1-1 0 0 0,1 1 0 0 0,-1 0 0 0 0,1 0 1 0 0,6-7-1 0 0,6-7-102 0 0,1 1 1 0 0,26-24-1 0 0,-2 1-24 0 0,-23 26 73 0 0,-1-2 0 0 0,-1-1-1 0 0,-1 0 1 0 0,-1-1 0 0 0,-1 0 0 0 0,0-1 0 0 0,13-33 0 0 0,-19 30 84 0 0,0 0 0 0 0,-1-1-1 0 0,-2 1 1 0 0,0-1 0 0 0,-2 0 0 0 0,-1 0 0 0 0,-4-43 0 0 0,-3 11 375 0 0,-3 0 0 0 0,-21-71-1 0 0,24 112-37 0 0,0 0-1 0 0,-10-19 0 0 0,7 15 235 0 0,9 21-549 0 0,-1 0 0 0 0,1-1 0 0 0,0 1 0 0 0,0 0 1 0 0,0 0-1 0 0,0 0 0 0 0,-1 0 0 0 0,1-1 0 0 0,0 1 0 0 0,0 0 0 0 0,0 0 1 0 0,-1 0-1 0 0,1 0 0 0 0,0 0 0 0 0,0 0 0 0 0,-1 0 0 0 0,1-1 1 0 0,0 1-1 0 0,0 0 0 0 0,-1 0 0 0 0,1 0 0 0 0,0 0 0 0 0,0 0 0 0 0,-1 0 1 0 0,1 0-1 0 0,0 0 0 0 0,0 0 0 0 0,-1 0 0 0 0,1 1 0 0 0,0-1 1 0 0,0 0-1 0 0,-1 0 0 0 0,1 0 0 0 0,0 0 0 0 0,0 0 0 0 0,-1 0 0 0 0,1 0 1 0 0,0 1-1 0 0,0-1 0 0 0,0 0 0 0 0,-1 0 0 0 0,1 0 0 0 0,0 1 0 0 0,0-1 1 0 0,0 0-1 0 0,0 0 0 0 0,0 0 0 0 0,-1 1 0 0 0,1-1 0 0 0,0 0 1 0 0,-3 11 50 0 0,1 0 0 0 0,0 0 0 0 0,1 0 1 0 0,0 1-1 0 0,1-1 0 0 0,1 12 0 0 0,9 74 142 0 0,-6-66-166 0 0,39 214 181 0 0,-8-57-162 0 0,-31-157-130 0 0,0 3-299 0 0,2 0 0 0 0,1-1 0 0 0,17 47-1 0 0,-22-74-502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17 134 5184 0 0,'-13'-11'13160'0'0,"10"4"-5981"0"0,8 1-4428 0 0,9-2-3467 0 0,-14 8 714 0 0,25-11 406 0 0,2 1 1 0 0,47-12-1 0 0,-16 5-416 0 0,-47 14-190 0 0,25-10-314 0 0,-18 0-2712 0 0,-13 1-7262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0 5885 0 0,'-2'0'7497'0'0,"-12"2"4184"0"0,6 6-10757 0 0,6-6-152 0 0,-2 8 1789 0 0,4-4-2301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11 696 10797 0 0,'1'9'14444'0'0,"13"-31"-14092"0"0,-1 0 0 0 0,-1 0 1 0 0,-2-1-1 0 0,0-1 0 0 0,-1 0 0 0 0,-1 0 0 0 0,-1 0 1 0 0,-2-1-1 0 0,0 0 0 0 0,1-37 0 0 0,-3 11-226 0 0,-3-1 1 0 0,-3 1-1 0 0,-1-1 0 0 0,-14-63 1 0 0,18 114-122 0 0,-2-10 106 0 0,-1 0 0 0 0,1 0 0 0 0,-2 0 0 0 0,1 0 0 0 0,-7-12-1 0 0,9 21 50 0 0,-3 6-91 0 0,-1 4-40 0 0,0 0 0 0 0,0-1 0 0 0,1 2 0 0 0,0-1 0 0 0,0 0-1 0 0,1 1 1 0 0,0 0 0 0 0,-2 12 0 0 0,-4 26 73 0 0,3 0-1 0 0,2 1 1 0 0,2 62-1 0 0,25 142 119 0 0,-18-218-201 0 0,15 53 0 0 0,-16-74-31 0 0,1 0 0 0 0,0 0 0 0 0,0-1 0 0 0,2 0 0 0 0,-1 0 0 0 0,17 22 0 0 0,-21-31-2 0 0,1-1 0 0 0,-1 1 0 0 0,0 0 0 0 0,1-1 0 0 0,-1 0 0 0 0,1 1 0 0 0,0-1 0 0 0,0 0 0 0 0,0 0 0 0 0,0-1 0 0 0,0 1 0 0 0,0-1 0 0 0,1 1 0 0 0,-1-1 0 0 0,0 0-1 0 0,1 0 1 0 0,-1-1 0 0 0,1 1 0 0 0,-1-1 0 0 0,1 1 0 0 0,-1-1 0 0 0,1 0 0 0 0,-1-1 0 0 0,1 1 0 0 0,-1 0 0 0 0,1-1 0 0 0,-1 0 0 0 0,0 0 0 0 0,1 0 0 0 0,-1 0 0 0 0,0-1 0 0 0,0 1 0 0 0,0-1 0 0 0,1 0 0 0 0,4-4 0 0 0,1 0-49 0 0,-1-1 1 0 0,0-1 0 0 0,0 1 0 0 0,-1-1 0 0 0,0-1 0 0 0,0 1 0 0 0,-1-1 0 0 0,0 0 0 0 0,-1-1 0 0 0,8-17-1 0 0,-7 10 0 0 0,-1 0-1 0 0,0 0 1 0 0,-2-1-1 0 0,0 0 1 0 0,1-22-1 0 0,-4 26 43 0 0,1 0 0 0 0,-2 1 0 0 0,0-1 0 0 0,-1 0-1 0 0,0 0 1 0 0,-1 0 0 0 0,-6-19 0 0 0,8 31 27 0 0,0 0-1 0 0,0 0 1 0 0,0 0 0 0 0,0 0 0 0 0,0 0-1 0 0,0 1 1 0 0,0-1 0 0 0,-1 0 0 0 0,1 1 0 0 0,-1-1-1 0 0,1 1 1 0 0,-1-1 0 0 0,0 1 0 0 0,1 0 0 0 0,-1-1-1 0 0,0 1 1 0 0,0 0 0 0 0,0 0 0 0 0,0 1-1 0 0,0-1 1 0 0,-3-1 0 0 0,4 2 21 0 0,-3 2 9 0 0,0-1-24 0 0,1 1 1 0 0,0 0-1 0 0,-1 0 1 0 0,1 1-1 0 0,0-1 1 0 0,0 0-1 0 0,0 1 1 0 0,0 0-1 0 0,1 0 1 0 0,-1 0-1 0 0,1 0 1 0 0,0 0-1 0 0,0 0 1 0 0,0 1-1 0 0,0-1 1 0 0,0 1-1 0 0,1-1 1 0 0,0 1-1 0 0,0 0 1 0 0,-2 5-1 0 0,2-2-1 0 0,1-1-1 0 0,-1 1 1 0 0,1 0-1 0 0,0 0 0 0 0,1-1 1 0 0,-1 1-1 0 0,1 0 0 0 0,1 0 1 0 0,-1-1-1 0 0,1 1 1 0 0,4 7-1 0 0,-5-11-10 0 0,0 0 0 0 0,1 0 0 0 0,-1-1 0 0 0,1 1 0 0 0,0-1 0 0 0,-1 0 0 0 0,1 1 0 0 0,0-1 0 0 0,1 0 0 0 0,-1 0 0 0 0,0 0-1 0 0,1 0 1 0 0,-1-1 0 0 0,1 1 0 0 0,-1-1 0 0 0,1 1 0 0 0,0-1 0 0 0,0 0 0 0 0,0 0 0 0 0,-1 0 0 0 0,1 0 0 0 0,0-1 0 0 0,0 1 0 0 0,0-1 0 0 0,0 0 0 0 0,0 0 0 0 0,6 0 0 0 0,2-2-9 0 0,-1 0 1 0 0,0 0 0 0 0,1-1 0 0 0,-1-1-1 0 0,0 1 1 0 0,-1-2 0 0 0,1 1-1 0 0,-1-1 1 0 0,0-1 0 0 0,14-10-1 0 0,-11 7-23 0 0,0-1 1 0 0,-1-1-1 0 0,0 0 0 0 0,-1 0 0 0 0,0-1 0 0 0,14-22 0 0 0,-16 18-6 0 0,0-1-1 0 0,0 0 1 0 0,-2-1-1 0 0,0 1 1 0 0,-1-1-1 0 0,-1-1 1 0 0,-1 1-1 0 0,2-26 1 0 0,-2-18 50 0 0,-6-70 0 0 0,3 127-3 0 0,-1-8 123 0 0,1 0 1 0 0,-2 1-1 0 0,1-1 0 0 0,-2 1 1 0 0,0-1-1 0 0,0 1 1 0 0,-6-12-1 0 0,8 22 25 0 0,-9 12 92 0 0,2-5-197 0 0,4 2-6 0 0,-1 1 1 0 0,2-1 0 0 0,-1 1 0 0 0,1 0 0 0 0,0 0 0 0 0,-3 15 0 0 0,2-9-6 0 0,-12 45 92 0 0,4 2 1 0 0,-9 96 0 0 0,8 126 44 0 0,10-180-136 0 0,0-22-31 0 0,4 1 0 0 0,3-1 0 0 0,20 116 0 0 0,-22-188-33 0 0,0 1 1 0 0,0-1 0 0 0,1 0 0 0 0,0 1 0 0 0,0-1 0 0 0,1-1-1 0 0,9 17 1 0 0,-13-25 15 0 0,1 0 0 0 0,-1 1 0 0 0,0-1-1 0 0,1 0 1 0 0,-1 1 0 0 0,0-1 0 0 0,1 0-1 0 0,-1 1 1 0 0,1-1 0 0 0,-1 0 0 0 0,0 1 0 0 0,1-1-1 0 0,-1 0 1 0 0,1 0 0 0 0,-1 0 0 0 0,1 0-1 0 0,-1 1 1 0 0,1-1 0 0 0,-1 0 0 0 0,1 0 0 0 0,-1 0-1 0 0,1 0 1 0 0,-1 0 0 0 0,0 0 0 0 0,1 0-1 0 0,-1 0 1 0 0,1 0 0 0 0,-1 0 0 0 0,1-1 0 0 0,-1 1-1 0 0,1 0 1 0 0,-1 0 0 0 0,1 0 0 0 0,-1-1-1 0 0,1 1 1 0 0,-1 0 0 0 0,0 0 0 0 0,1-1 0 0 0,-1 1-1 0 0,0 0 1 0 0,1-1 0 0 0,-1 1 0 0 0,1-1-1 0 0,0 0-8 0 0,1-1-1 0 0,-1 0 1 0 0,0 0-1 0 0,0 0 1 0 0,0 0 0 0 0,0 0-1 0 0,0 0 1 0 0,0 0-1 0 0,0-2 1 0 0,2-10-30 0 0,-1 0 0 0 0,-1 0 0 0 0,0 0 1 0 0,-1 0-1 0 0,-2-20 0 0 0,-14-74-107 0 0,9 69 82 0 0,-12-40-73 0 0,13 60 18 0 0,1-1 0 0 0,1 1 0 0 0,1-1 0 0 0,0 1 0 0 0,2-1 0 0 0,1-39 0 0 0,2 48 19 0 0,1 0 0 0 0,0 1 0 0 0,0 0 0 0 0,1-1 0 0 0,0 1 0 0 0,1 1 0 0 0,1-1 0 0 0,9-14 0 0 0,9-7-246 0 0,30-30 0 0 0,-5 5 50 0 0,-33 37 272 0 0,-2-1 0 0 0,0 0 0 0 0,-2-1-1 0 0,0 0 1 0 0,-1-1 0 0 0,-1-1 0 0 0,7-24-1 0 0,-13 31 167 0 0,0-1 0 0 0,-1 1-1 0 0,0-1 1 0 0,-1 0-1 0 0,-1 0 1 0 0,-1 0 0 0 0,0 1-1 0 0,-2-1 1 0 0,1 0-1 0 0,-2 0 1 0 0,-5-18 0 0 0,4 22 74 0 0,3 7-48 0 0,0 1-1 0 0,-1 0 1 0 0,1 0-1 0 0,-1-1 1 0 0,0 1-1 0 0,-1 0 1 0 0,1 1-1 0 0,-6-9 1 0 0,7 12 145 0 0,0 3-290 0 0,1-1-1 0 0,0 1 1 0 0,0 0 0 0 0,-1-1 0 0 0,1 1 0 0 0,-1 0 0 0 0,0-1 0 0 0,1 1 0 0 0,-1-1 0 0 0,0 0 0 0 0,-1 3 0 0 0,-3 5 21 0 0,2 7 10 0 0,0 0 1 0 0,1 1 0 0 0,1-1-1 0 0,0 1 1 0 0,2 20-1 0 0,0-14-11 0 0,4 60 59 0 0,32 157 0 0 0,-27-188-137 0 0,-9-45-2 0 0,1 7-175 0 0,1 0 1 0 0,0 1 0 0 0,1-1 0 0 0,1 0 0 0 0,7 16 0 0 0,-6-23-1693 0 0,-2-4-2160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82 10281 0 0,'-8'-5'9113'0'0,"-4"1"-2181"0"0,33-10-6292 0 0,-2 9-183 0 0,3-3-181 0 0,11 0-176 0 0,-9 2-184 0 0,-2-1-188 0 0,4 0-241 0 0,-5 2-1071 0 0,2-2-3148 0 0,-8 2-1541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 72 8205 0 0,'-2'-1'6300'0'0,"1"-1"-5527"0"0,-1 1 1 0 0,1 0-1 0 0,-1 0 1 0 0,1 0-1 0 0,-1 0 1 0 0,0 0-1 0 0,0 0 1 0 0,0 0-1 0 0,1 0 1 0 0,-1 1-1 0 0,0-1 1 0 0,-3 0-1 0 0,-29 4 4373 0 0,32-3-5092 0 0,1 0 20 0 0,1 1-1 0 0,-1-1 1 0 0,0 0 0 0 0,0 0-1 0 0,0 1 1 0 0,0-1 0 0 0,0 1-1 0 0,0-1 1 0 0,1 0 0 0 0,-1 1-1 0 0,0 0 1 0 0,0-1 0 0 0,0 1-1 0 0,1-1 1 0 0,-2 2 0 0 0,2-1 348 0 0,25-2-377 0 0,-23 1-46 0 0,-1 0 1 0 0,0 0 0 0 0,1 0-1 0 0,-1-1 1 0 0,0 1-1 0 0,1 0 1 0 0,-1-1 0 0 0,0 1-1 0 0,0-1 1 0 0,1 0 0 0 0,-1 1-1 0 0,0-1 1 0 0,0 0 0 0 0,0 0-1 0 0,0 1 1 0 0,0-1 0 0 0,0 0-1 0 0,0 0 1 0 0,0 0 0 0 0,0 0-1 0 0,0 0 1 0 0,-1-1 0 0 0,1 1-1 0 0,0 0 1 0 0,-1 0 0 0 0,2-3-1 0 0,-2 2-22 0 0,1-1-1 0 0,0 0 1 0 0,-1 1 0 0 0,1-1-1 0 0,-1 0 1 0 0,0 1-1 0 0,0-6 1 0 0,0 7-22 0 0,0 1 1 0 0,1-1 0 0 0,-2 0-1 0 0,1 0 1 0 0,0 0 0 0 0,0 1-1 0 0,0-1 1 0 0,0 0-1 0 0,0 0 1 0 0,-1 1 0 0 0,1-1-1 0 0,0 0 1 0 0,0 0 0 0 0,-1 1-1 0 0,1-1 1 0 0,-1 0-1 0 0,1 1 1 0 0,-1-1 0 0 0,1 0-1 0 0,-1 1 1 0 0,1-1-1 0 0,-1 1 1 0 0,0-1 0 0 0,1 1-1 0 0,-1-1 1 0 0,0 1 0 0 0,1-1-1 0 0,-1 1 1 0 0,-1-1-1 0 0,1 1-735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1 809 8997 0 0,'0'3'5628'0'0,"0"0"-4023"0"0,0 15 9759 0 0,11-39-11131 0 0,0 0 0 0 0,-2 0 0 0 0,-1-1 0 0 0,-1 0 1 0 0,0-1-1 0 0,3-28 0 0 0,12-147-118 0 0,-18 109 54 0 0,-11-122 0 0 0,4 186 131 0 0,-2 0 0 0 0,-12-40 1 0 0,17 64-287 0 0,0 0 250 0 0,-3 4-190 0 0,0 2-54 0 0,0-1 0 0 0,0 1 0 0 0,0 0-1 0 0,1 0 1 0 0,0 0 0 0 0,0 1 0 0 0,1-1 0 0 0,-3 11-1 0 0,-3 52 106 0 0,5-41-85 0 0,-1 64 145 0 0,4 0 0 0 0,16 113 0 0 0,-15-183-167 0 0,1-1 1 0 0,0 0-1 0 0,2 0 1 0 0,0 0-1 0 0,2 0 1 0 0,13 28-1 0 0,-18-42-20 0 0,1-1 0 0 0,0 0 0 0 0,0 0 0 0 0,1 0 0 0 0,0 0-1 0 0,-1 0 1 0 0,2 0 0 0 0,-1-1 0 0 0,0 0 0 0 0,1 0 0 0 0,0 0 0 0 0,0-1-1 0 0,0 0 1 0 0,0 0 0 0 0,1 0 0 0 0,-1 0 0 0 0,1-1 0 0 0,0 0 0 0 0,-1 0 0 0 0,1 0-1 0 0,0-1 1 0 0,0 0 0 0 0,0 0 0 0 0,0 0 0 0 0,0-1 0 0 0,9-1 0 0 0,-3 0-30 0 0,0-1 0 0 0,0-1 1 0 0,0 0-1 0 0,0-1 0 0 0,0 0 1 0 0,-1-1-1 0 0,0 0 0 0 0,0-1 1 0 0,0 0-1 0 0,0-1 0 0 0,-1 0 1 0 0,-1 0-1 0 0,1-1 0 0 0,-1 0 1 0 0,14-17-1 0 0,-16 17 3 0 0,0 0 0 0 0,-1-1 0 0 0,0 0-1 0 0,0 0 1 0 0,-1-1 0 0 0,0 0 0 0 0,-1 1 0 0 0,0-1 0 0 0,0-1-1 0 0,-1 1 1 0 0,-1-1 0 0 0,0 1 0 0 0,0-1 0 0 0,-1 0 0 0 0,0 1-1 0 0,-1-1 1 0 0,0 0 0 0 0,-3-14 0 0 0,3 20 51 0 0,-1 0 0 0 0,0 0 0 0 0,-1 0 1 0 0,1 0-1 0 0,-1 1 0 0 0,0-1 0 0 0,0 0 0 0 0,0 1 1 0 0,-1-1-1 0 0,0 1 0 0 0,1 0 0 0 0,-2 0 0 0 0,1 0 1 0 0,0 0-1 0 0,-1 1 0 0 0,-5-6 0 0 0,8 9-12 0 0,0-1-1 0 0,0 1 1 0 0,0-1-1 0 0,-1 1 0 0 0,1-1 1 0 0,0 1-1 0 0,0-1 1 0 0,0 1-1 0 0,0 0 1 0 0,0 0-1 0 0,0 0 1 0 0,-1 0-1 0 0,1-1 0 0 0,0 1 1 0 0,0 1-1 0 0,0-1 1 0 0,0 0-1 0 0,-1 0 1 0 0,1 0-1 0 0,0 1 1 0 0,0-1-1 0 0,-1 1 1 0 0,0 0-1 0 0,0 0 1 0 0,0 1 0 0 0,0-1 0 0 0,0 1 0 0 0,0-1-1 0 0,1 1 1 0 0,-1 0 0 0 0,1-1 0 0 0,-1 1 0 0 0,-1 3 0 0 0,0 0 2 0 0,0 1-1 0 0,0-1 1 0 0,1 0 0 0 0,0 1 0 0 0,0 0 0 0 0,0-1 0 0 0,-1 12 0 0 0,2-4 1 0 0,1 0 0 0 0,0 0 1 0 0,1 0-1 0 0,0 0 0 0 0,1 0 0 0 0,4 17 1 0 0,-4-25-18 0 0,-1 0 0 0 0,1 0 1 0 0,0 0-1 0 0,1 0 1 0 0,-1 0-1 0 0,1-1 1 0 0,0 1-1 0 0,0-1 1 0 0,0 0-1 0 0,1 0 1 0 0,-1 0-1 0 0,1 0 1 0 0,0 0-1 0 0,0-1 1 0 0,0 0-1 0 0,1 0 1 0 0,9 5-1 0 0,-9-6-11 0 0,0-1-1 0 0,0 1 0 0 0,0-1 1 0 0,0 0-1 0 0,0-1 0 0 0,1 1 1 0 0,-1-1-1 0 0,0 0 0 0 0,0 0 1 0 0,1-1-1 0 0,-1 1 0 0 0,0-1 1 0 0,0-1-1 0 0,0 1 0 0 0,0-1 1 0 0,7-2-1 0 0,0-2-59 0 0,1 0 0 0 0,-1-1 0 0 0,0 0 0 0 0,19-15 1 0 0,-22 14-5 0 0,0-1 0 0 0,-1 0 1 0 0,0 0-1 0 0,0-1 1 0 0,-1 0-1 0 0,0-1 1 0 0,-1 1-1 0 0,0-1 1 0 0,-1 0-1 0 0,6-16 1 0 0,0-9-273 0 0,14-71-1 0 0,-9-42-225 0 0,-13 106 474 0 0,-2-115 463 0 0,0 157-317 0 0,-1-1 1 0 0,0 1-1 0 0,0 0 1 0 0,0-1-1 0 0,0 1 1 0 0,0-1-1 0 0,0 1 1 0 0,0-1 0 0 0,0 1-1 0 0,0 0 1 0 0,-1-1-1 0 0,1 1 1 0 0,-1 0-1 0 0,1-1 1 0 0,-1 1-1 0 0,1 0 1 0 0,-1 0-1 0 0,0-1 1 0 0,0 1 0 0 0,1 0-1 0 0,-1 0 1 0 0,0 0-1 0 0,0 0 1 0 0,0 0-1 0 0,0 0 1 0 0,-1 0-1 0 0,1 0 1 0 0,-2 0-1 0 0,0 3 157 0 0,-6 15-79 0 0,1-1 0 0 0,1 1 0 0 0,0 1 0 0 0,2-1-1 0 0,0 1 1 0 0,-5 32 0 0 0,5-26-54 0 0,-61 384 567 0 0,55-293-498 0 0,7 181-1 0 0,7-254-122 0 0,1 0 1 0 0,14 55-1 0 0,-18-97-13 0 0,13 41-27 0 0,-12-39 19 0 0,0 0 0 0 0,-1 0-1 0 0,1-1 1 0 0,0 1-1 0 0,0 0 1 0 0,1-1-1 0 0,-1 1 1 0 0,0-1-1 0 0,0 1 1 0 0,1-1-1 0 0,-1 0 1 0 0,1 0-1 0 0,-1 0 1 0 0,1 1-1 0 0,-1-1 1 0 0,1-1 0 0 0,0 1-1 0 0,3 1 1 0 0,-1-4-64 0 0,0-3 43 0 0,0-1 1 0 0,0 1 0 0 0,0-1-1 0 0,-1 0 1 0 0,0 0 0 0 0,0-1 0 0 0,0 1-1 0 0,-1 0 1 0 0,0-1 0 0 0,0 0-1 0 0,-1 1 1 0 0,0-1 0 0 0,0 0-1 0 0,0 0 1 0 0,-1-11 0 0 0,-1-12-54 0 0,0 1 0 0 0,-8-39 1 0 0,-2 14-56 0 0,-27-78 0 0 0,25 93 83 0 0,10 31 38 0 0,1 1 0 0 0,0-1 0 0 0,1 0 0 0 0,-1 1 0 0 0,2-1 0 0 0,-1-12 0 0 0,1 17 6 0 0,1-1 1 0 0,-1 0-1 0 0,1 1 1 0 0,0-1 0 0 0,1 0-1 0 0,-1 1 1 0 0,0-1-1 0 0,1 1 1 0 0,0-1-1 0 0,0 1 1 0 0,0 0-1 0 0,0 0 1 0 0,0 0-1 0 0,1 0 1 0 0,3-3-1 0 0,101-83-343 0 0,-73 63 112 0 0,52-50 0 0 0,-77 66 181 0 0,1-1 0 0 0,-1 0-1 0 0,-1-1 1 0 0,0 0 0 0 0,-1 0-1 0 0,0 0 1 0 0,-1-1 0 0 0,0 0-1 0 0,4-16 1 0 0,-5 10 58 0 0,-1 0 0 0 0,-1-1 1 0 0,0 0-1 0 0,-2 1 0 0 0,-1-39 0 0 0,-1 43 136 0 0,-1 1 0 0 0,0 0 0 0 0,-1 0 0 0 0,0 0 0 0 0,-1 1 0 0 0,-1-1-1 0 0,0 1 1 0 0,-1 0 0 0 0,-9-14 0 0 0,1 9 312 0 0,14 17-429 0 0,-1 1 0 0 0,1-1-1 0 0,0 1 1 0 0,-1-1 0 0 0,1 1 0 0 0,-1-1 0 0 0,1 1-1 0 0,-1-1 1 0 0,1 1 0 0 0,-1 0 0 0 0,1-1 0 0 0,-1 1-1 0 0,1 0 1 0 0,-1-1 0 0 0,1 1 0 0 0,-1 0 0 0 0,0 0-1 0 0,1 0 1 0 0,-1 0 0 0 0,1-1 0 0 0,-1 1 0 0 0,0 0-1 0 0,1 0 1 0 0,-1 0 0 0 0,0 0 0 0 0,1 0 0 0 0,-1 0-1 0 0,1 1 1 0 0,-1-1 0 0 0,0 0 0 0 0,1 0 0 0 0,-1 0-1 0 0,1 0 1 0 0,-1 1 0 0 0,0-1 0 0 0,0 1 0 0 0,-2 3 12 0 0,0 0 0 0 0,1 0 0 0 0,-1 1 0 0 0,1-1 0 0 0,0 1 0 0 0,0 0 0 0 0,0 0 0 0 0,0 0 1 0 0,1 0-1 0 0,0 0 0 0 0,0 0 0 0 0,1 0 0 0 0,-1 9 0 0 0,1 10 42 0 0,4 37-1 0 0,10 34 38 0 0,34 121-1 0 0,24 0-318 0 0,-70-210 179 0 0,-1-3-188 0 0,-1-2 75 0 0,1 1 0 0 0,-1-1 0 0 0,0 1 0 0 0,1-1 0 0 0,-1 0 0 0 0,1 0 0 0 0,0 1 0 0 0,-1-1 0 0 0,1 0 0 0 0,0 0 0 0 0,0 0 0 0 0,0 1 0 0 0,0-1 0 0 0,-1 0 0 0 0,2 0 0 0 0,0 1 0 0 0,0-6-4112 0 0,7-15-2253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10693 0 0,'0'-1'4702'0'0,"2"-9"1985"0"0,13 5-5751 0 0,1 0-1 0 0,1 0 1 0 0,-1 2-1 0 0,30-3 1 0 0,71 1 446 0 0,-99 4-3643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39.9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8 9981 0 0,'0'0'10674'0'0,"2"-8"-2050"0"0,2 16-8513 0 0,-1-1 1 0 0,-1 1-1 0 0,1 0 1 0 0,-1 0 0 0 0,-1 0-1 0 0,2 11 1 0 0,0 57 312 0 0,-1-32-301 0 0,20 361 444 0 0,-13-297-486 0 0,42 193 0 0 0,-47-283 8 0 0,-1 0 0 0 0,3 34 0 0 0,-3-32-10 0 0,0-9-64 0 0,-3-10-22 0 0,-3-4-4128 0 0,-12-9-345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0.6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6 166 9245 0 0,'-1'-1'9684'0'0,"-4"-9"1192"0"0,17 6-9104 0 0,28-5-1613 0 0,5-1-85 0 0,159-40 223 0 0,-162 41-250 0 0,66-18 81 0 0,-106 27-119 0 0,27-11-718 0 0,-28 10 511 0 0,-1 0-95 0 0,0 1 266 0 0,1 0-1 0 0,-1-1 0 0 0,0 1 1 0 0,0 0-1 0 0,0 0 1 0 0,0-1-1 0 0,0 1 1 0 0,0 0-1 0 0,1 0 0 0 0,-1-1 1 0 0,0 1-1 0 0,0 0 1 0 0,0-1-1 0 0,0 1 1 0 0,0 0-1 0 0,0 0 1 0 0,0-1-1 0 0,0 1 0 0 0,0 0 1 0 0,0-1-1 0 0,0 1 1 0 0,0 0-1 0 0,-1 0 1 0 0,1-1-1 0 0,0 1 1 0 0,0 0-1 0 0,0 0 0 0 0,0-1 1 0 0,0 1-1 0 0,-1 0 1 0 0,1 0-1 0 0,0-1 1 0 0,0 1-1 0 0,0 0 1 0 0,0 0-1 0 0,-1 0 0 0 0,1-1 1 0 0,-10-12-1123 0 0,9 12 948 0 0,-9-8-6198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0.86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24 40 5004 0 0,'-16'-12'20386'0'0,"12"6"-17838"0"0,2 1-508 0 0,1 0-3357 0 0,1 3 1815 0 0,3 1-69 0 0,3-1-283 0 0,0 1-1 0 0,0-1 1 0 0,0 1-1 0 0,0 0 1 0 0,0 0-1 0 0,0 1 1 0 0,0 0 0 0 0,11 1-1 0 0,-13-1-109 0 0,-1 1 0 0 0,1-1 0 0 0,-1 1 0 0 0,1 0 0 0 0,-1 1 0 0 0,0-1-1 0 0,1 0 1 0 0,-1 1 0 0 0,0 0 0 0 0,0 0 0 0 0,0 0 0 0 0,0 0 0 0 0,-1 0 0 0 0,1 1 0 0 0,0-1-1 0 0,-1 1 1 0 0,4 3 0 0 0,-4-1-34 0 0,1 0 1 0 0,-1 0-1 0 0,1 0 0 0 0,-1 0 0 0 0,-1 1 0 0 0,1-1 0 0 0,-1 0 0 0 0,0 1 0 0 0,0-1 1 0 0,0 1-1 0 0,-1-1 0 0 0,0 1 0 0 0,0-1 0 0 0,-1 1 0 0 0,1-1 0 0 0,-1 1 1 0 0,0-1-1 0 0,-1 0 0 0 0,-2 9 0 0 0,-1-1-557 0 0,0-1 0 0 0,-11 21-1 0 0,-18 17-5285 0 0,10-21-609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2.62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 1 5725 0 0,'0'0'16622'0'0,"-1"6"-15643"0"0,-2 13-194 0 0,1-1 0 0 0,1 0 0 0 0,1 30 0 0 0,11 66 1059 0 0,-7-79-1491 0 0,38 292 1303 0 0,-7-95-1322 0 0,-24-162-279 0 0,3 40 32 0 0,-14-106-80 0 0,-2 5-3 0 0,2-3-4 0 0,2 16 17 0 0,-2 4-5 0 0,0 16-1 0 0,0 19 122 0 0,-1-59-108 0 0,-2 35 163 0 0,6 8 79 0 0,-2-30-193 0 0,0-13-84 0 0,-1 1 0 0 0,0-1 0 0 0,0 1 0 0 0,0-1 0 0 0,0 0-1 0 0,0 1 1 0 0,-1-1 0 0 0,0 4 0 0 0,0-4-142 0 0,-17-22-13744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3.3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781 7 3684 0 0,'0'0'19311'0'0,"-8"-7"-15513"0"0,-30 9-2622 0 0,-1 2 0 0 0,-37 9-1 0 0,-23 2-745 0 0,-277 17 410 0 0,298-26 160 0 0,44-3-2721 0 0,2-1-6169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152 47 6273 0 0,'0'0'12958'0'0,"1"-2"-11812"0"0,0-9 958 0 0,2-10 4669 0 0,3 10-6641 0 0,-5 10 880 0 0,-6 5-925 0 0,-116 112 838 0 0,93-87-532 0 0,27-28-342 0 0,0 0-33 0 0,1-1 1 0 0,-1 0 0 0 0,1 0 0 0 0,-1 1 0 0 0,1-1 0 0 0,-1 0 0 0 0,1 1 0 0 0,-1-1 0 0 0,1 1-1 0 0,0-1 1 0 0,-1 1 0 0 0,1-1 0 0 0,0 0 0 0 0,-1 1 0 0 0,1-1 0 0 0,0 1 0 0 0,0 0 0 0 0,-1-1-1 0 0,1 1 1 0 0,0-1 0 0 0,0 1 0 0 0,0-1 0 0 0,0 1 0 0 0,0 0 0 0 0,0-1 0 0 0,-1 1-1 0 0,2-1 1 0 0,-1 1 0 0 0,0-1 0 0 0,0 2 0 0 0,39 16 111 0 0,-25-12-189 0 0,-1 0 0 0 0,0 1 1 0 0,0 0-1 0 0,0 1 1 0 0,-1 1-1 0 0,22 19 0 0 0,-10-8-1561 0 0,-11-10-2820 0 0,-2-1-2068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4428 0 0,'0'0'23148'0'0,"0"7"-22902"0"0,2 33 514 0 0,6 40 1 0 0,17 107-121 0 0,-11-84-411 0 0,28 153 28 0 0,-21-119-215 0 0,-20-131-40 0 0,32 158 10 0 0,-29-144-7 0 0,3 34-1 0 0,3 28-13 0 0,-8-74 11 0 0,-2 0 1 0 0,1 0-1 0 0,-1 13 0 0 0,-1 18-5 0 0,-1 48-18 0 0,4-59 20 0 0,3 25 3 0 0,-5-49-1 0 0,1 12 53 0 0,0 1 0 0 0,7 26 1 0 0,-7-36-19 0 0,0-1 1 0 0,0 0-1 0 0,-1 1 0 0 0,1-1 1 0 0,-2 7-1 0 0,1 1 51 0 0,0 32 206 0 0,0-45-266 0 0,5 16 187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6:48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36 2824 0 0,'0'-2'10111'0'0,"-1"-11"-3611"0"0,2 11-6011 0 0,4-17 8201 0 0,-20 33-7538 0 0,9-6-1055 0 0,-1 0-1 0 0,2 1 1 0 0,-1 0 0 0 0,1 0-1 0 0,1 1 1 0 0,-5 10 0 0 0,0 1 22 0 0,4-9-55 0 0,-116 226 984 0 0,114-227-879 0 0,8-17-94 0 0,15-32-69 0 0,-3 6 30 0 0,36-111 242 0 0,-48 140-270 0 0,2-5 19 0 0,0 0 1 0 0,0-1-1 0 0,1 1 0 0 0,0 0 1 0 0,7-10-1 0 0,-10 17-15 0 0,8-5 26 0 0,-5 6-35 0 0,-1 0 1 0 0,0 0 0 0 0,0 0-1 0 0,-1 1 1 0 0,1-1-1 0 0,0 1 1 0 0,0 0 0 0 0,0 0-1 0 0,0 0 1 0 0,0 0-1 0 0,-1 1 1 0 0,1-1 0 0 0,0 1-1 0 0,-1 0 1 0 0,0-1 0 0 0,4 4-1 0 0,8 7-7 0 0,19 23 0 0 0,-13-13-50 0 0,-15-17 4 0 0,1 1 0 0 0,1-1 0 0 0,-1 0-1 0 0,1-1 1 0 0,0 1 0 0 0,0-1 0 0 0,0-1 0 0 0,0 0 0 0 0,1 0-1 0 0,-1 0 1 0 0,1-1 0 0 0,8 2 0 0 0,-1-2-1049 0 0,0-1 0 0 0,1 0 0 0 0,-1-1 0 0 0,0-1 1 0 0,25-4-1 0 0,20-4-5405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7:05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5328 0 0,'0'-14'17761'0'0,"3"6"-12678"0"0,-3 8-4928 0 0,3 27 344 0 0,-3 34 1 0 0,0-3-222 0 0,1 78 90 0 0,4 65-55 0 0,2-75-187 0 0,3 32-14 0 0,-6-99-74 0 0,-3-37-23 0 0,1 0 0 0 0,0-1 0 0 0,11 40 0 0 0,-11-54-10 0 0,-1 1 1 0 0,0 0-1 0 0,0-1 0 0 0,-1 1 1 0 0,0 13-1 0 0,-1 0-1 0 0,-1 29-4047 0 0,0-39-660 0 0,-13-15-1543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7:05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3724 0 0,'0'-3'12544'0'0,"0"-9"-9676"0"0,4-3 2757 0 0,-7 2-2515 0 0,6-6-1296 0 0,-3 17-378 0 0,4 5-1340 0 0,11 8 12 0 0,0 2-1 0 0,-1 0 1 0 0,0 0 0 0 0,16 23-1 0 0,-10-13-62 0 0,19 16 54 0 0,-36-38-96 0 0,3 0-3 0 0,-5-2-1 0 0,0 1 0 0 0,0 0 0 0 0,0-1-1 0 0,-1 1 1 0 0,1-1 0 0 0,0 1 0 0 0,-1-1 0 0 0,1 1-1 0 0,0-1 1 0 0,-1 0 0 0 0,1 1 0 0 0,0-1-1 0 0,-1 0 1 0 0,1 1 0 0 0,-1-1 0 0 0,1 0 0 0 0,-1 0-1 0 0,0 0 1 0 0,1 1 0 0 0,-1-3 0 0 0,10-22-45 0 0,-8 18 26 0 0,13-22-77 0 0,0 0-1 0 0,2 2 1 0 0,1 0 0 0 0,24-27-1 0 0,-15 19 9 0 0,-27 34 64 0 0,-4 8-372 0 0,-8 11 138 0 0,-33 49-1440 0 0,11-23-3682 0 0,5-13-1027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23 5641 0 0,'-1'-2'795'0'0,"0"1"1"0"0,-1-1-1 0 0,1 0 1 0 0,0 1-1 0 0,-1-1 1 0 0,1 1-1 0 0,-1 0 1 0 0,0-1-1 0 0,1 1 1 0 0,-1 0-1 0 0,0 0 1 0 0,0 0-1 0 0,0 0 1 0 0,1 0-1 0 0,-1 1 1 0 0,0-1 0 0 0,0 0-1 0 0,-4 0 1 0 0,3 1-320 0 0,0 0 0 0 0,-1 0 0 0 0,1 1 0 0 0,0-1 0 0 0,0 1 0 0 0,-1-1 0 0 0,1 1 0 0 0,0 0 1 0 0,0 0-1 0 0,-5 3 0 0 0,-2 2-112 0 0,0 0 1 0 0,0 0 0 0 0,1 1 0 0 0,0 0 0 0 0,-14 15-1 0 0,4 0-77 0 0,1 2 0 0 0,1 0-1 0 0,1 0 1 0 0,1 1-1 0 0,1 1 1 0 0,1 1 0 0 0,1 0-1 0 0,2 1 1 0 0,-9 37 0 0 0,12-37-183 0 0,1-1 1 0 0,1 1-1 0 0,2 0 1 0 0,1 0-1 0 0,1 0 1 0 0,3 29-1 0 0,-1-43-80 0 0,1 0 0 0 0,1 0 0 0 0,0 1 0 0 0,1-2 0 0 0,0 1 0 0 0,1 0 0 0 0,1-1 0 0 0,0 0 0 0 0,0 0 0 0 0,2-1 0 0 0,-1 0 0 0 0,2 0 0 0 0,17 19 0 0 0,-17-22-41 0 0,-1-2 0 0 0,1 1 0 0 0,1-1 0 0 0,-1-1 0 0 0,1 1 0 0 0,0-2 0 0 0,1 1 0 0 0,20 6 0 0 0,-15-7-118 0 0,1-1 1 0 0,-1-1 0 0 0,1 0-1 0 0,-1-1 1 0 0,25-1 0 0 0,-33-1-58 0 0,-1-1 0 0 0,0 0 0 0 0,1 0 1 0 0,-1 0-1 0 0,13-5 0 0 0,16-8-4691 0 0,-31 11 3624 0 0,19-7-5182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42 5725 0 0,'-3'-4'2998'0'0,"0"-1"0"0"0,0 1 0 0 0,-1 0 1 0 0,0 1-1 0 0,-5-6 0 0 0,-11-3 2065 0 0,19 11-3895 0 0,-3 15-389 0 0,-2 6-422 0 0,10 48 78 0 0,3 0 0 0 0,26 108 0 0 0,-11-61-295 0 0,22 86-327 0 0,-40-190-1027 0 0,-6-19-1778 0 0,-3-16-1207 0 0,-1 1-2241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42 448 19234 0 0,'-7'-70'3968'0'0,"-21"-99"0"0"0,25 157-3692 0 0,2 1 0 0 0,0-1 0 0 0,0 0 0 0 0,1 1 1 0 0,0-1-1 0 0,1 0 0 0 0,4-20 0 0 0,-4 27-230 0 0,0 0 1 0 0,1-1-1 0 0,-1 1 0 0 0,1 0 0 0 0,0 0 0 0 0,1 0 1 0 0,-1 1-1 0 0,1-1 0 0 0,0 0 0 0 0,0 1 1 0 0,0 0-1 0 0,0 0 0 0 0,1 0 0 0 0,0 0 1 0 0,0 0-1 0 0,0 1 0 0 0,0-1 0 0 0,10-4 0 0 0,-13 7-43 0 0,1 0-1 0 0,-1 1 1 0 0,1-1-1 0 0,0 1 1 0 0,-1-1-1 0 0,1 1 1 0 0,0-1-1 0 0,-1 1 0 0 0,1 0 1 0 0,0 0-1 0 0,0 0 1 0 0,-1 0-1 0 0,1 0 1 0 0,0 0-1 0 0,0 1 1 0 0,-1-1-1 0 0,1 0 0 0 0,0 1 1 0 0,-1 0-1 0 0,1-1 1 0 0,-1 1-1 0 0,3 1 1 0 0,-2 0-5 0 0,1 0 0 0 0,0 0 1 0 0,-1 1-1 0 0,0-1 0 0 0,1 1 0 0 0,-1 0 1 0 0,0 0-1 0 0,0-1 0 0 0,-1 1 1 0 0,3 5-1 0 0,2 6-16 0 0,-1 1 0 0 0,-1 0-1 0 0,5 26 1 0 0,-6-17 11 0 0,-1 0 0 0 0,-2 0 0 0 0,0-1 0 0 0,-1 1 0 0 0,-2 0 0 0 0,0 0 0 0 0,-2-1 0 0 0,0 1 0 0 0,-2-1 0 0 0,-16 38 0 0 0,19-42-275 0 0,4-19 271 0 0,0 0 0 0 0,1 1 0 0 0,-1-1 0 0 0,0 1 1 0 0,0-1-1 0 0,0 0 0 0 0,1 1 0 0 0,-1-1 0 0 0,0 0 0 0 0,1 1 1 0 0,-1-1-1 0 0,0 0 0 0 0,1 0 0 0 0,-1 1 0 0 0,0-1 0 0 0,1 0 0 0 0,-1 0 1 0 0,1 1-1 0 0,-1-1 0 0 0,0 0 0 0 0,1 0 0 0 0,-1 0 0 0 0,1 0 1 0 0,-1 0-1 0 0,1 0 0 0 0,0 0 0 0 0,1 1 46 0 0,16-1 271 0 0,-5 6-83 0 0,0 1 0 0 0,0 0-1 0 0,-1 1 1 0 0,0 1-1 0 0,16 14 1 0 0,22 15 42 0 0,-32-25-204 0 0,-14-10-81 0 0,1 1 0 0 0,-1-1 0 0 0,0 0 0 0 0,1 0 0 0 0,0-1 0 0 0,0 1 0 0 0,0-1 0 0 0,0 0-1 0 0,0 0 1 0 0,0-1 0 0 0,7 2 0 0 0,-11-3-35 0 0,3 0-101 0 0,0 0 0 0 0,1 0 0 0 0,-1 0 1 0 0,0 0-1 0 0,0-1 0 0 0,0 1 1 0 0,0-1-1 0 0,0 0 0 0 0,0-1 0 0 0,5-1 1 0 0,10-13-5994 0 0,-10 4-256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58 4756 0 0,'-19'-28'13976'0'0,"16"25"-13011"0"0,0 0 1 0 0,0 0 0 0 0,0 0 0 0 0,-1 0 0 0 0,1 1 0 0 0,-5-3 0 0 0,6 4-783 0 0,0 0 1 0 0,-1 0-1 0 0,1 0 0 0 0,0 0 1 0 0,-1 1-1 0 0,1-1 1 0 0,-1 1-1 0 0,1-1 1 0 0,-1 1-1 0 0,1 0 1 0 0,0 0-1 0 0,-1 0 1 0 0,1 0-1 0 0,-1 0 1 0 0,1 1-1 0 0,-1-1 1 0 0,1 1-1 0 0,0 0 1 0 0,-1-1-1 0 0,1 1 1 0 0,0 0-1 0 0,0 0 1 0 0,-1 1-1 0 0,1-1 1 0 0,0 0-1 0 0,-3 3 1 0 0,0 1-103 0 0,1 0 0 0 0,0-1 1 0 0,-1 2-1 0 0,2-1 0 0 0,-1 0 1 0 0,0 1-1 0 0,1-1 0 0 0,0 1 1 0 0,1 0-1 0 0,-1 0 0 0 0,1 1 1 0 0,0-1-1 0 0,1 0 0 0 0,-1 1 1 0 0,1-1-1 0 0,1 1 0 0 0,-1 8 1 0 0,1 1-36 0 0,0-1 0 0 0,2 1 0 0 0,-1-1 0 0 0,2 0 0 0 0,0 0 0 0 0,7 21 0 0 0,-3-21-26 0 0,-1 0 0 0 0,2 0 0 0 0,0-1-1 0 0,0 0 1 0 0,2 0 0 0 0,0-1 0 0 0,0 0 0 0 0,1-1 0 0 0,24 21 0 0 0,-28-26-18 0 0,1-1 0 0 0,0 0 0 0 0,0-1 0 0 0,0 0 0 0 0,1 0 1 0 0,0 0-1 0 0,0-1 0 0 0,0-1 0 0 0,0 1 0 0 0,0-2 0 0 0,1 1 0 0 0,0-1 1 0 0,-1 0-1 0 0,1-1 0 0 0,0-1 0 0 0,0 1 0 0 0,19-3 0 0 0,-25 1-4 0 0,0 1-1 0 0,1-1 0 0 0,-1-1 0 0 0,0 1 0 0 0,0-1 1 0 0,-1 1-1 0 0,1-1 0 0 0,0 0 0 0 0,0-1 1 0 0,-1 1-1 0 0,0-1 0 0 0,1 1 0 0 0,-1-1 0 0 0,0 0 1 0 0,0 0-1 0 0,0 0 0 0 0,-1-1 0 0 0,1 1 1 0 0,-1-1-1 0 0,3-5 0 0 0,-2 2 1 0 0,-1 1 1 0 0,0-1-1 0 0,0 1 1 0 0,-1-1-1 0 0,0 0 1 0 0,0 1-1 0 0,0-1 0 0 0,-1 0 1 0 0,0 0-1 0 0,-1 0 1 0 0,1 1-1 0 0,-3-10 1 0 0,-1 0 6 0 0,0-1 1 0 0,-2 1-1 0 0,0 0 0 0 0,-1 0 1 0 0,0 1-1 0 0,-1 0 1 0 0,-1 0-1 0 0,0 1 1 0 0,-17-19-1 0 0,19 24-3 0 0,0 2 0 0 0,-1-1 1 0 0,0 1-1 0 0,0 0 0 0 0,-1 1 0 0 0,0 0 0 0 0,-11-5 0 0 0,14 8-8 0 0,0 0 1 0 0,0 1-1 0 0,-1 0 0 0 0,1 0 1 0 0,0 1-1 0 0,-1-1 1 0 0,0 1-1 0 0,1 1 0 0 0,-1-1 1 0 0,1 1-1 0 0,-1 1 0 0 0,-8 0 1 0 0,11 0-21 0 0,-1 0-1 0 0,1 1 1 0 0,0-1 0 0 0,0 1 0 0 0,0 0 0 0 0,1 0 0 0 0,-1 0 0 0 0,0 0 0 0 0,1 1 0 0 0,-1-1-1 0 0,1 1 1 0 0,0 0 0 0 0,0 0 0 0 0,-5 5 0 0 0,-11 23-1523 0 0,8 2-3566 0 0,7-10-1389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110 123 7801 0 0,'24'-36'9709'0'0,"6"-20"-3359"0"0,-29 55-6202 0 0,-1 0 0 0 0,1 0 0 0 0,-1 1 0 0 0,1-1 0 0 0,-1 0 0 0 0,0 0 0 0 0,1 0 0 0 0,-1 0 0 0 0,0 0 0 0 0,0 0 0 0 0,0 0 0 0 0,1 0 0 0 0,-1 1 0 0 0,0-1 0 0 0,0 0 0 0 0,0 0 0 0 0,-1 0 0 0 0,1 0 0 0 0,0 0 0 0 0,0 0 0 0 0,0 0 0 0 0,-1 0 0 0 0,1 0 0 0 0,0 0 0 0 0,-1 0 0 0 0,0-1 0 0 0,0 1-50 0 0,-1 1 1 0 0,1-1-1 0 0,0 1 0 0 0,0-1 1 0 0,0 1-1 0 0,-1-1 1 0 0,1 1-1 0 0,0 0 1 0 0,-1 0-1 0 0,1-1 1 0 0,0 1-1 0 0,0 0 0 0 0,-1 0 1 0 0,1 0-1 0 0,0 0 1 0 0,-3 1-1 0 0,-3 1 62 0 0,-1-1-1 0 0,1 1 1 0 0,-1 1 0 0 0,1-1-1 0 0,-11 6 1 0 0,11-3-46 0 0,-5 2 91 0 0,0 0-1 0 0,-15 13 1 0 0,24-18-181 0 0,1 0 0 0 0,0 0-1 0 0,0 0 1 0 0,0 0 0 0 0,0 0 0 0 0,0 0 0 0 0,1 1 0 0 0,-1-1 0 0 0,1 1-1 0 0,-1-1 1 0 0,1 1 0 0 0,0-1 0 0 0,0 1 0 0 0,0 0 0 0 0,1 0 0 0 0,-1 0-1 0 0,0 4 1 0 0,1-4-21 0 0,1 0 0 0 0,0 0 0 0 0,-1 0 0 0 0,1 0 0 0 0,0 0 0 0 0,0 0 0 0 0,1-1 0 0 0,-1 1 0 0 0,1-1 0 0 0,-1 1 0 0 0,1-1 0 0 0,0 1 0 0 0,0-1 0 0 0,0 0 0 0 0,0 0 0 0 0,2 2 0 0 0,40 29-24 0 0,-43-32 21 0 0,131 73-30 0 0,-52-31 87 0 0,-75-41-37 0 0,-1 1-1 0 0,1 0 1 0 0,-1 0 0 0 0,0 0 0 0 0,0 1-1 0 0,0-1 1 0 0,-1 1 0 0 0,1 0-1 0 0,-1 0 1 0 0,0 1 0 0 0,0-1 0 0 0,-1 0-1 0 0,5 10 1 0 0,-6-12-6 0 0,0 1 0 0 0,-1 0 0 0 0,1 0 0 0 0,0 0 0 0 0,-1 0 0 0 0,0 0 0 0 0,0 0 0 0 0,0 0 0 0 0,0 0 0 0 0,0 0 0 0 0,-1 0 0 0 0,1 0 0 0 0,-1 0 0 0 0,0 0 0 0 0,0 0 0 0 0,0 0 0 0 0,0 0 0 0 0,0-1 0 0 0,-1 1 0 0 0,1 0 0 0 0,-1-1 1 0 0,0 1-1 0 0,0-1 0 0 0,0 0 0 0 0,-3 3 0 0 0,-4 3-13 0 0,-2 0 0 0 0,1-1 0 0 0,-1 0 0 0 0,0-1 1 0 0,-1 0-1 0 0,1-1 0 0 0,-1-1 0 0 0,0 1 0 0 0,0-2 1 0 0,0 0-1 0 0,-1 0 0 0 0,1-1 0 0 0,-1-1 0 0 0,-15 0 1 0 0,24-1-29 0 0,0 0 0 0 0,-1 0 1 0 0,1 0-1 0 0,0-1 0 0 0,0 0 1 0 0,0 0-1 0 0,0 0 0 0 0,0-1 1 0 0,0 1-1 0 0,0-1 0 0 0,0 0 1 0 0,0 0-1 0 0,0 0 0 0 0,-5-5 1 0 0,7 5-166 0 0,0 0-1 0 0,0 0 1 0 0,0 0 0 0 0,1-1 0 0 0,-1 1 0 0 0,0 0-1 0 0,1-1 1 0 0,0 1 0 0 0,-2-5 0 0 0,2 4-508 0 0,0-1-1 0 0,0 1 1 0 0,1 0 0 0 0,-1-1 0 0 0,1 1 0 0 0,0-1 0 0 0,0 1 0 0 0,1-7 0 0 0,1-5-5727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57 5004 0 0,'4'-4'2013'0'0,"0"0"-1"0"0,-1-1 0 0 0,0 1 0 0 0,0-1 0 0 0,-1 0 0 0 0,1 0 0 0 0,-1 0 0 0 0,0 0 1 0 0,2-10 2758 0 0,-9 17-4112 0 0,-2 1-479 0 0,1 0 0 0 0,-1 1-1 0 0,1 0 1 0 0,0 0 0 0 0,0 0 0 0 0,1 1 0 0 0,-1-1-1 0 0,1 1 1 0 0,0 1 0 0 0,0-1 0 0 0,-7 12 0 0 0,10-15-159 0 0,0 2 0 0 0,0-1 0 0 0,0 0 0 0 0,1 0 0 0 0,0 0 0 0 0,-1 1 0 0 0,1-1 0 0 0,0 1 1 0 0,0-1-1 0 0,1 1 0 0 0,-1 0 0 0 0,1-1 0 0 0,0 1 0 0 0,0-1 0 0 0,0 1 0 0 0,0 0 1 0 0,1-1-1 0 0,-1 1 0 0 0,1-1 0 0 0,0 1 0 0 0,0-1 0 0 0,0 1 0 0 0,1-1 0 0 0,-1 0 1 0 0,1 0-1 0 0,0 1 0 0 0,3 3 0 0 0,18 20 9 0 0,2-2 0 0 0,0-1 1 0 0,2-1-1 0 0,57 38 0 0 0,25 21 338 0 0,-106-80-345 0 0,-1 1 1 0 0,1 0-1 0 0,-1-1 1 0 0,1 1 0 0 0,-1 0-1 0 0,0 0 1 0 0,0 0-1 0 0,0 1 1 0 0,0-1-1 0 0,-1 0 1 0 0,0 1 0 0 0,1-1-1 0 0,-1 1 1 0 0,0-1-1 0 0,0 6 1 0 0,-1-8-17 0 0,0 1 1 0 0,0 0-1 0 0,0 0 0 0 0,0-1 0 0 0,-1 1 1 0 0,1 0-1 0 0,0-1 0 0 0,-1 1 0 0 0,0-1 1 0 0,1 1-1 0 0,-1 0 0 0 0,0-1 1 0 0,0 0-1 0 0,0 1 0 0 0,0-1 0 0 0,0 1 1 0 0,0-1-1 0 0,0 0 0 0 0,0 0 1 0 0,-1 0-1 0 0,1 1 0 0 0,0-1 0 0 0,-1 0 1 0 0,1-1-1 0 0,-1 1 0 0 0,1 0 1 0 0,-1 0-1 0 0,1-1 0 0 0,-1 1 0 0 0,1-1 1 0 0,-1 1-1 0 0,-2 0 0 0 0,-6 1 2 0 0,0 0 0 0 0,1-1 1 0 0,-21 1-1 0 0,21-2 6 0 0,-1 0 1 0 0,0-1 0 0 0,1-1 0 0 0,-1 1 0 0 0,1-1-1 0 0,0-1 1 0 0,0 0 0 0 0,-1 0 0 0 0,2-1 0 0 0,-16-8-1 0 0,18 8-263 0 0,1 0-1 0 0,-1 0 0 0 0,1 0 0 0 0,0-1 0 0 0,0 0 1 0 0,-8-9-1 0 0,10 9-489 0 0,0 0 1 0 0,0 1-1 0 0,1-1 0 0 0,-1 0 1 0 0,1 0-1 0 0,0 0 0 0 0,1 0 1 0 0,-1-1-1 0 0,0-6 0 0 0,1-3-5669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 8149 0 0,'-3'-17'16741'0'0,"3"17"-16602"0"0,0 0 0 0 0,0 0 0 0 0,0 0 0 0 0,-1 0 0 0 0,1 0 0 0 0,0 0 0 0 0,0 0 0 0 0,0 0 0 0 0,-1 0 0 0 0,1 0-1 0 0,0 0 1 0 0,0 0 0 0 0,0 0 0 0 0,-1 0 0 0 0,1 1 0 0 0,0-1 0 0 0,0 0 0 0 0,0 0 0 0 0,0 0 0 0 0,-1 0 0 0 0,1 0 0 0 0,0 0-1 0 0,0 0 1 0 0,0 1 0 0 0,0-1 0 0 0,-1 0 0 0 0,1 0 0 0 0,0 0 0 0 0,0 0 0 0 0,0 1 0 0 0,0-1 0 0 0,0 0 0 0 0,0 0 0 0 0,0 0-1 0 0,-1 0 1 0 0,1 1 0 0 0,0-1 0 0 0,0 0 0 0 0,0 1 0 0 0,-1 2-82 0 0,0 0 0 0 0,0 0 0 0 0,0 0 0 0 0,0 0 0 0 0,0 0 0 0 0,0 1-1 0 0,1-1 1 0 0,0 0 0 0 0,0 6 0 0 0,8 70 363 0 0,4-1 1 0 0,37 133-1 0 0,-49-207-632 0 0,1 0 0 0 0,1 1 0 0 0,-1-1 0 0 0,1 0 0 0 0,0 0 0 0 0,-1-1 0 0 0,2 1 0 0 0,-1 0 0 0 0,0 0 0 0 0,1-1 0 0 0,0 0 0 0 0,3 4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26 1488 0 0,'-1'-5'13427'0'0,"-5"-15"-2120"0"0,5 20-11186 0 0,1 0-1 0 0,0 0 1 0 0,-1 0 0 0 0,1 0 0 0 0,-1 0 0 0 0,1 0 0 0 0,-1 0 0 0 0,1 0-1 0 0,-1 0 1 0 0,1 0 0 0 0,-1 0 0 0 0,1 0 0 0 0,-1 0 0 0 0,1 0 0 0 0,-1 0-1 0 0,1 1 1 0 0,-1-1 0 0 0,1 0 0 0 0,-1 0 0 0 0,1 1 0 0 0,0-1 0 0 0,-1 0-1 0 0,1 0 1 0 0,0 1 0 0 0,-1-1 0 0 0,1 1 0 0 0,-1-1 0 0 0,-6 18 1061 0 0,1 27-931 0 0,6-38 113 0 0,-3 37-189 0 0,1 1 0 0 0,3-1 0 0 0,2 1 0 0 0,2-1 0 0 0,1 0 0 0 0,17 59 0 0 0,-3-46-458 0 0,-19-56 90 0 0,-2-9-7167 0 0,-5-32 870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2 136 676 0 0,'1'-34'12374'0'0,"0"-3"-4398"0"0,-3 5-3578 0 0,1 31-4245 0 0,1 0 0 0 0,0-1 0 0 0,0 1 0 0 0,-1 0 0 0 0,1 0 0 0 0,0-1 1 0 0,0 1-1 0 0,0 0 0 0 0,0 0 0 0 0,1-1 0 0 0,-1 1 0 0 0,0 0 0 0 0,0 0 1 0 0,1 0-1 0 0,-1-1 0 0 0,1 1 0 0 0,-1 0 0 0 0,1 0 0 0 0,1-2 0 0 0,-1 2-71 0 0,0 1 0 0 0,-1-1-1 0 0,1 0 1 0 0,0 1 0 0 0,0-1-1 0 0,0 1 1 0 0,0 0 0 0 0,0-1-1 0 0,0 1 1 0 0,0 0 0 0 0,0-1-1 0 0,0 1 1 0 0,0 0 0 0 0,0 0-1 0 0,0 0 1 0 0,0 0 0 0 0,0 0-1 0 0,2 0 1 0 0,1 1 11 0 0,0 0 1 0 0,0 0-1 0 0,0 0 1 0 0,0 0-1 0 0,0 0 1 0 0,-1 1-1 0 0,1 0 1 0 0,-1 0-1 0 0,1 0 1 0 0,5 4-1 0 0,5 9 68 0 0,-1-1-1 0 0,-1 1 1 0 0,0 1-1 0 0,10 19 1 0 0,2 2 16 0 0,4 2-23 0 0,62 88 94 0 0,-62-98-1160 0 0,-27-31 808 0 0,1 0 1 0 0,-1 1 0 0 0,0-1 0 0 0,0 0-1 0 0,0 0 1 0 0,0 0 0 0 0,0 1 0 0 0,0-1 0 0 0,0 0-1 0 0,-1 0 1 0 0,1 0 0 0 0,-1 0 0 0 0,0-1 0 0 0,1 1-1 0 0,-1-3 1 0 0,-4-32-4124 0 0,3 27 2118 0 0,-3-15-4305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41 186 22354 0 0,'-4'-35'866'0'0,"-12"-42"1"0"0,-4 5 3939 0 0,20 70-2615 0 0,3 10-1951 0 0,13 37 9 0 0,-2 2 1 0 0,-2-1 0 0 0,-2 1 0 0 0,7 89-1 0 0,-15-106-223 0 0,0-21-77 0 0,-1 1-1 0 0,-1 0 1 0 0,0 0-1 0 0,0-1 1 0 0,-2 11-1 0 0,-4-14 84 0 0,3-5-1148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18 9313 0 0,'0'-3'5388'0'0,"0"3"-4935"0"0,0-1 1 0 0,0 1 0 0 0,0-1 0 0 0,0 0 0 0 0,0 1 0 0 0,-1-1-1 0 0,1 1 1 0 0,0-1 0 0 0,0 1 0 0 0,0-1 0 0 0,0 0-1 0 0,-1 1 1 0 0,1-1 0 0 0,0 1 0 0 0,-1-1 0 0 0,1 1-1 0 0,0 0 1 0 0,-1-1 0 0 0,1 1 0 0 0,-1-1 0 0 0,1 1 0 0 0,-1 0-1 0 0,1-1 1 0 0,-1 1 0 0 0,0-1 0 0 0,-5 0-562 0 0,3 0 1176 0 0,-1 4-193 0 0,-6 7-548 0 0,0 0 0 0 0,0 1 0 0 0,1 0 0 0 0,1 1 1 0 0,0-1-1 0 0,0 2 0 0 0,1-1 0 0 0,-8 20 0 0 0,5-8-189 0 0,1 1 1 0 0,1 0-1 0 0,1 0 0 0 0,-3 26 0 0 0,7-33-107 0 0,1 0 0 0 0,1 0 0 0 0,1 1 0 0 0,0-1 0 0 0,1 0 0 0 0,1 0 0 0 0,1 0 0 0 0,1 0 0 0 0,0-1 0 0 0,1 1 0 0 0,12 25 0 0 0,-13-37-40 0 0,1 1 0 0 0,0 0 0 0 0,0-1-1 0 0,0 0 1 0 0,1 0 0 0 0,0-1 0 0 0,0 0 0 0 0,0 0-1 0 0,1 0 1 0 0,0-1 0 0 0,0 0 0 0 0,0 0 0 0 0,0 0-1 0 0,1-1 1 0 0,0-1 0 0 0,15 5 0 0 0,-18-6-23 0 0,1 1 0 0 0,-1-1 0 0 0,1 0-1 0 0,-1-1 1 0 0,1 1 0 0 0,0-1 0 0 0,-1 0 0 0 0,1 0 0 0 0,0-1 0 0 0,-1 0 0 0 0,1 0 0 0 0,-1 0 0 0 0,1-1 0 0 0,-1 0-1 0 0,1 0 1 0 0,-1 0 0 0 0,0 0 0 0 0,0-1 0 0 0,0 0 0 0 0,0 0 0 0 0,-1 0 0 0 0,1-1 0 0 0,-1 0 0 0 0,7-7 0 0 0,-9 7 7 0 0,1 0 1 0 0,-1-1-1 0 0,0 1 1 0 0,0-1-1 0 0,0 0 1 0 0,0 1-1 0 0,-1-1 1 0 0,0 0-1 0 0,0 0 1 0 0,0 0-1 0 0,-1 0 1 0 0,0 0-1 0 0,0 0 1 0 0,0 0-1 0 0,0 0 1 0 0,-1 0-1 0 0,0 0 1 0 0,0 0-1 0 0,0 0 1 0 0,-1 0 0 0 0,0 0-1 0 0,-2-4 1 0 0,-5-12-7 0 0,-2 0 1 0 0,0 1 0 0 0,-20-26-1 0 0,30 44 27 0 0,-25-31-19 0 0,17 23-18 0 0,2 0 0 0 0,-14-20-1 0 0,21 29 13 0 0,0 1-1 0 0,-1-1 1 0 0,1 1-1 0 0,0-1 1 0 0,0 1-1 0 0,-1-1 1 0 0,1 0-1 0 0,0 1 1 0 0,0-1-1 0 0,0 1 1 0 0,0-1-1 0 0,0 1 1 0 0,0-1-1 0 0,0 0 1 0 0,0 1-1 0 0,0-1 1 0 0,0 1 0 0 0,0-1-1 0 0,0 1 1 0 0,0-1-1 0 0,0 0 1 0 0,1 1-1 0 0,-1-1 1 0 0,0 1-1 0 0,0-1 1 0 0,1 1-1 0 0,-1-2 1 0 0,1 2-20 0 0,1-1 0 0 0,-1 0 0 0 0,0 0 0 0 0,0 1 0 0 0,0-1 0 0 0,0 0 0 0 0,0 1 0 0 0,1-1 0 0 0,-1 1 0 0 0,0-1 0 0 0,1 1 0 0 0,0 0 0 0 0,44-2-706 0 0,-37 2 645 0 0,51-5 554 0 0,-59 4-106 0 0,0 1-280 0 0,0 0 1 0 0,0 0 0 0 0,-1 0 0 0 0,1 0 0 0 0,0 0-1 0 0,0 0 1 0 0,0 0 0 0 0,-1 0 0 0 0,1 1 0 0 0,0-1-1 0 0,0 0 1 0 0,0 0 0 0 0,-1 1 0 0 0,1-1 0 0 0,0 0-1 0 0,-1 1 1 0 0,1-1 0 0 0,0 1 0 0 0,-1-1 0 0 0,1 1-1 0 0,0-1 1 0 0,-1 1 0 0 0,1 0 0 0 0,-1-1 0 0 0,1 1-1 0 0,-1-1 1 0 0,0 1 0 0 0,1 0 0 0 0,-1 0 0 0 0,1 1-1 0 0,-2 68 214 0 0,0-12 146 0 0,2 1-1 0 0,2-1 1 0 0,13 68-1 0 0,20 58-417 0 0,-35-181-94 0 0,0-1 0 0 0,-1 1-1 0 0,1-1 1 0 0,-1 1 0 0 0,0 0 0 0 0,1-1 0 0 0,-1 1-1 0 0,-1-1 1 0 0,1 1 0 0 0,0 0 0 0 0,0-1 0 0 0,-1 1-1 0 0,0 0 1 0 0,1-1 0 0 0,-1 1 0 0 0,0-1-1 0 0,0 0 1 0 0,-1 1 0 0 0,-1 2 0 0 0,-11-1-10323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30 4692 0 0,'-1'0'10827'0'0,"-12"0"-2522"0"0,12 1-8232 0 0,1-1 0 0 0,-1 0 0 0 0,0 0 1 0 0,0 0-1 0 0,0 0 0 0 0,0 0 0 0 0,1-1 0 0 0,-1 1 0 0 0,0 0 0 0 0,0 0 0 0 0,0 0 0 0 0,1-1 0 0 0,-1 1 0 0 0,0 0 0 0 0,0-1 1 0 0,1 1-1 0 0,-1-1 0 0 0,0 1 0 0 0,1-1 0 0 0,-1 1 0 0 0,0-1 0 0 0,1 1 0 0 0,-1-1 0 0 0,1 0 0 0 0,-1 1 0 0 0,1-1 0 0 0,-1 0 1 0 0,1 1-1 0 0,0-1 0 0 0,-1 0 0 0 0,1 0 0 0 0,0 1 0 0 0,-1-3 0 0 0,-32-9 1469 0 0,32 11-1517 0 0,-1 1 0 0 0,1 0 0 0 0,-1 0 0 0 0,1 0 1 0 0,-1 0-1 0 0,1 1 0 0 0,-1-1 0 0 0,1 0 0 0 0,-1 0 1 0 0,1 1-1 0 0,-1-1 0 0 0,1 1 0 0 0,-1 0 1 0 0,1-1-1 0 0,0 1 0 0 0,-1 0 0 0 0,1 0 0 0 0,0 0 1 0 0,0 0-1 0 0,0 0 0 0 0,-1 0 0 0 0,1 0 0 0 0,0 0 1 0 0,0 0-1 0 0,1 0 0 0 0,-2 2 0 0 0,1-1-2 0 0,-9 11-166 0 0,12-35 192 0 0,-2 21-42 0 0,0 1 1 0 0,0 0-1 0 0,0-1 1 0 0,0 1-1 0 0,0-1 1 0 0,0 1-1 0 0,0-1 1 0 0,0 1-1 0 0,-1-1 0 0 0,1 1 1 0 0,0-1-1 0 0,0 1 1 0 0,0 0-1 0 0,-1-1 1 0 0,1 1-1 0 0,0-1 1 0 0,0 1-1 0 0,-1 0 0 0 0,1-1 1 0 0,0 1-1 0 0,-1 0 1 0 0,1-1-1 0 0,0 1 1 0 0,-1 0-1 0 0,1 0 1 0 0,-1-1-1 0 0,1 1 1 0 0,0 0-1 0 0,-1 0 0 0 0,1 0 1 0 0,-1-1-1 0 0,1 1 1 0 0,-1 0-1 0 0,-15 0 229 0 0,5 2-148 0 0,0 1 1 0 0,1 1-1 0 0,0 0 1 0 0,0 0 0 0 0,0 1-1 0 0,-17 11 1 0 0,2 1 140 0 0,-32 28 0 0 0,48-37-195 0 0,0 0 0 0 0,1 1 0 0 0,0 0 0 0 0,0 1 0 0 0,1 0 0 0 0,0 0 0 0 0,1 0 0 0 0,0 1 0 0 0,1 0 0 0 0,0 0 0 0 0,0 0 0 0 0,2 1 0 0 0,-1 0 0 0 0,1 0 0 0 0,1-1 0 0 0,0 1 0 0 0,1 1 0 0 0,0-1 0 0 0,1 0 0 0 0,0 0 0 0 0,1 0 0 0 0,0 0 0 0 0,6 21 0 0 0,-1-11-51 0 0,0-1 1 0 0,2 1-1 0 0,1-1 1 0 0,0-1-1 0 0,2 1 1 0 0,0-2-1 0 0,1 1 1 0 0,1-2 0 0 0,1 0-1 0 0,1 0 1 0 0,0-1-1 0 0,1-1 1 0 0,27 21-1 0 0,130 73-210 0 0,-130-85 187 0 0,-1 1 0 0 0,75 62-1 0 0,-105-77 42 0 0,0 0 0 0 0,-1 1 1 0 0,0 1-1 0 0,-1 0 0 0 0,-1 0 0 0 0,0 1 0 0 0,0 0 1 0 0,8 21-1 0 0,-12-23 19 0 0,-1 0 0 0 0,0 0 0 0 0,-1 0 0 0 0,0 1 0 0 0,-1 0 0 0 0,-1-1 1 0 0,0 1-1 0 0,0 0 0 0 0,-1 0 0 0 0,-1 0 0 0 0,-3 15 0 0 0,2-17 16 0 0,0 0-1 0 0,-1-1 0 0 0,-1 1 1 0 0,0 0-1 0 0,0-1 0 0 0,-1 0 1 0 0,0 0-1 0 0,-1 0 0 0 0,0-1 1 0 0,0 0-1 0 0,-1 0 1 0 0,-10 9-1 0 0,11-12-13 0 0,0-1 0 0 0,0 1 0 0 0,-1-2 0 0 0,0 1 0 0 0,0-1 0 0 0,-1 0 1 0 0,1 0-1 0 0,-1-1 0 0 0,0 0 0 0 0,0 0 0 0 0,0-1 0 0 0,0 0 0 0 0,0 0 0 0 0,0-1 0 0 0,-1 0 0 0 0,1-1 0 0 0,-11 0 1 0 0,11-1-23 0 0,-1 0 1 0 0,1-1 0 0 0,-1 0 0 0 0,1 0-1 0 0,0-1 1 0 0,0 0 0 0 0,0-1 0 0 0,0 0-1 0 0,1 0 1 0 0,0 0 0 0 0,-1-1 0 0 0,2 0 0 0 0,-1-1-1 0 0,0 1 1 0 0,1-1 0 0 0,0-1 0 0 0,1 1-1 0 0,-1-1 1 0 0,1 0 0 0 0,-5-9 0 0 0,6 9-63 0 0,-1-1 1 0 0,2 0-1 0 0,-1 1 1 0 0,1-1 0 0 0,0-1-1 0 0,1 1 1 0 0,0 0-1 0 0,0 0 1 0 0,0-1-1 0 0,1 0 1 0 0,1 1-1 0 0,0-1 1 0 0,0 1 0 0 0,0-1-1 0 0,1 1 1 0 0,0-1-1 0 0,1 1 1 0 0,0-1-1 0 0,0 1 1 0 0,6-12-1 0 0,-7 17 1 0 0,1-1 1 0 0,0 1-1 0 0,-1 0 0 0 0,1-1 0 0 0,1 1 0 0 0,-1 0 0 0 0,0 1 0 0 0,1-1 0 0 0,-1 0 0 0 0,1 1 0 0 0,0-1 0 0 0,0 1 0 0 0,0 0 0 0 0,0 0 0 0 0,0 0 0 0 0,1 0 0 0 0,-1 1 0 0 0,1-1 0 0 0,-1 1 0 0 0,1 0 0 0 0,-1 0 0 0 0,1 0 0 0 0,0 1 1 0 0,-1-1-1 0 0,1 1 0 0 0,0 0 0 0 0,-1 0 0 0 0,1 0 0 0 0,0 0 0 0 0,0 1 0 0 0,-1-1 0 0 0,1 1 0 0 0,0 0 0 0 0,-1 0 0 0 0,1 0 0 0 0,-1 1 0 0 0,5 2 0 0 0,6 4-478 0 0,11 6-1905 0 0,-10-5-2438 0 0,-2-1-1075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9261 0 0,'1'1'11045'0'0,"0"5"-5596"0"0,7 42-4078 0 0,-7-38-1139 0 0,42 393 3942 0 0,-16-176-3696 0 0,-27-222-928 0 0,3 16 594 0 0,-3-14-6965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10825 0 0,'0'0'8116'0'0,"-5"3"-5518"0"0,0 0-2103 0 0,0 0 1 0 0,0 0-1 0 0,1 1 0 0 0,0-1 0 0 0,-1 1 0 0 0,1 0 1 0 0,1 0-1 0 0,-1 1 0 0 0,-5 9 0 0 0,-5 9 409 0 0,2 1 0 0 0,1 1 0 0 0,-14 48 0 0 0,-9 83 143 0 0,31-142-993 0 0,2 1 0 0 0,-1 0 0 0 0,2 0-1 0 0,0 0 1 0 0,1 0 0 0 0,0 0 0 0 0,6 26 0 0 0,-5-35-72 0 0,-1-1-1 0 0,1 1 0 0 0,1 0 1 0 0,-1 0-1 0 0,1-1 0 0 0,0 0 1 0 0,0 1-1 0 0,0-1 1 0 0,1 0-1 0 0,0-1 0 0 0,0 1 1 0 0,0-1-1 0 0,1 1 0 0 0,-1-1 1 0 0,1 0-1 0 0,0-1 0 0 0,0 1 1 0 0,0-1-1 0 0,1 0 0 0 0,-1-1 1 0 0,9 4-1 0 0,1-2-73 0 0,1-1 1 0 0,0-1-1 0 0,1 0 0 0 0,-1-1 0 0 0,0 0 1 0 0,0-2-1 0 0,0 0 0 0 0,0-1 1 0 0,1 0-1 0 0,-2-1 0 0 0,1-1 1 0 0,0-1-1 0 0,26-11 0 0 0,-36 13 41 0 0,-1 1 0 0 0,0-1 0 0 0,0 0 0 0 0,-1 0 0 0 0,1-1 0 0 0,-1 1 0 0 0,0-1 0 0 0,1 0 0 0 0,-2-1 0 0 0,1 1 0 0 0,5-8 0 0 0,-8 10 37 0 0,0-1 1 0 0,0 0-1 0 0,1 0 1 0 0,-2 0-1 0 0,1 0 1 0 0,0 0-1 0 0,-1 0 1 0 0,1 0-1 0 0,-1 0 1 0 0,0 0-1 0 0,0 0 1 0 0,0 0-1 0 0,0 0 1 0 0,-1 0-1 0 0,1 0 1 0 0,-1 0-1 0 0,0 0 1 0 0,0 1-1 0 0,0-1 1 0 0,0 0-1 0 0,0 0 0 0 0,-3-4 1 0 0,-1 0 55 0 0,0-1 1 0 0,0 1-1 0 0,-1 0 1 0 0,0 1-1 0 0,0-1 1 0 0,-1 1-1 0 0,0 1 1 0 0,0-1-1 0 0,0 1 1 0 0,-1 0-1 0 0,0 1 0 0 0,0-1 1 0 0,0 2-1 0 0,0-1 1 0 0,0 1-1 0 0,-1 0 1 0 0,0 1-1 0 0,-10-2 1 0 0,18 4-121 0 0,9 0-2083 0 0,46-3 1129 0 0,56-10 0 0 0,-109 12 1013 0 0,36-2 634 0 0,-36 3-531 0 0,0 0-1 0 0,1 0 0 0 0,-1 1 1 0 0,0-1-1 0 0,0 0 1 0 0,1 0-1 0 0,-1 1 0 0 0,0-1 1 0 0,0 1-1 0 0,0-1 0 0 0,1 1 1 0 0,-1-1-1 0 0,0 1 0 0 0,0 0 1 0 0,0 0-1 0 0,0-1 1 0 0,0 1-1 0 0,0 0 0 0 0,0 0 1 0 0,-1 0-1 0 0,1 0 0 0 0,0 0 1 0 0,0 0-1 0 0,-1 0 0 0 0,1 0 1 0 0,0 1-1 0 0,-1-1 1 0 0,1 1-1 0 0,4 25 498 0 0,-2 0 0 0 0,-1-1 0 0 0,0 32 0 0 0,1 34-5 0 0,50 298-40 0 0,-53-387-551 0 0,1 1-499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93 9453 0 0,'0'0'7069'0'0,"-2"2"-4829"0"0,0-1-1946 0 0,1 1-1 0 0,-1 0 0 0 0,1 0 1 0 0,-1 0-1 0 0,1 0 0 0 0,0 0 0 0 0,0 0 1 0 0,0 0-1 0 0,0 0 0 0 0,0 0 0 0 0,1 0 1 0 0,-1 1-1 0 0,1-1 0 0 0,-1 0 1 0 0,1 1-1 0 0,0-1 0 0 0,0 0 0 0 0,0 4 1 0 0,3 54 1324 0 0,-2-48-1145 0 0,24 415 3664 0 0,-22-301-3612 0 0,-3-126-544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1 0 0,0 0-1 0 0,0 0 0 0 0,0 0 0 0 0,0 0 0 0 0,0 0 0 0 0,0 0 0 0 0,0 0 0 0 0,0 0 0 0 0,0 0 0 0 0,0 0 0 0 0,0 0 0 0 0,0 0 0 0 0,-1 0 0 0 0,1 0 0 0 0,0 1 0 0 0,0-1 0 0 0,0 0 0 0 0,0 0 0 0 0,0 0 0 0 0,0 0 0 0 0,0 0 0 0 0,0 0 0 0 0,0 0 0 0 0,0 0 0 0 0,0 0 0 0 0,0 0 0 0 0,0 0 0 0 0,0 0 0 0 0,0 1 0 0 0,0-1 0 0 0,0 0 0 0 0,0 0 0 0 0,0 0 1 0 0,0 0-1 0 0,0 0 0 0 0,0 0 0 0 0,-8-10-366 0 0,5 6 294 0 0,0-1 1 0 0,1 1 0 0 0,0-1-1 0 0,0 0 1 0 0,-2-4 0 0 0,-17-118-2315 0 0,15 77 1533 0 0,-1-27-89 0 0,3-108 1 0 0,5 123 1892 0 0,-1 50-128 0 0,1 0 0 0 0,0 1 0 0 0,4-13 0 0 0,-5 22-104 0 0,1 2-356 0 0,1 1-311 0 0,-1-1 0 0 0,0 0 0 0 0,0 0 0 0 0,0 0 1 0 0,0 0-1 0 0,0 1 0 0 0,0-1 0 0 0,0 1 0 0 0,0-1 0 0 0,0 1 1 0 0,0-1-1 0 0,0 1 0 0 0,0-1 0 0 0,0 1 0 0 0,1 1 0 0 0,29 41 455 0 0,-2 2-1 0 0,29 60 1 0 0,23 37-22 0 0,-74-131-431 0 0,54 75 195 0 0,-53-77-202 0 0,0 0 1 0 0,0-1-1 0 0,1 1 1 0 0,1-2-1 0 0,-1 1 1 0 0,18 9-1 0 0,-25-16-24 0 0,-1 0-1 0 0,1 0 0 0 0,0 0 1 0 0,-1 0-1 0 0,1-1 1 0 0,0 1-1 0 0,0 0 0 0 0,0-1 1 0 0,-1 0-1 0 0,1 1 0 0 0,0-1 1 0 0,0 0-1 0 0,0 0 1 0 0,0 0-1 0 0,0 0 0 0 0,-1 0 1 0 0,1-1-1 0 0,0 1 0 0 0,0-1 1 0 0,0 1-1 0 0,-1-1 1 0 0,4-1-1 0 0,-2 0-1 0 0,-1 1 0 0 0,0-1-1 0 0,0-1 1 0 0,1 1 0 0 0,-1 0 0 0 0,-1 0 0 0 0,1-1-1 0 0,0 1 1 0 0,-1-1 0 0 0,1 0 0 0 0,-1 1 0 0 0,2-6-1 0 0,2-6 1 0 0,-1-1-1 0 0,-1 1 0 0 0,-1-1 1 0 0,2-23-1 0 0,-3-5-3 0 0,-2-1-1 0 0,-7-53 0 0 0,-24-84-58 0 0,22 140-133 0 0,-24-60 0 0 0,21 78-128 0 0,13 23 224 0 0,-1-1 0 0 0,1 0-1 0 0,0 1 1 0 0,-1-1 0 0 0,1 1 0 0 0,-1-1 0 0 0,0 1 0 0 0,1-1 0 0 0,-1 1 0 0 0,1-1-1 0 0,-1 1 1 0 0,0-1 0 0 0,1 1 0 0 0,-1 0 0 0 0,0-1 0 0 0,1 1 0 0 0,-1 0 0 0 0,0 0-1 0 0,0 0 1 0 0,1 0 0 0 0,-1-1 0 0 0,0 1 0 0 0,0 0 0 0 0,1 0 0 0 0,-1 0 0 0 0,0 0-1 0 0,0 0 1 0 0,1 1 0 0 0,-1-1 0 0 0,0 0 0 0 0,0 0 0 0 0,1 0 0 0 0,-2 1 0 0 0,-9 8-4372 0 0,5 2-1921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5032 0 0,'0'0'20110'0'0,"2"6"-19333"0"0,8 40 270 0 0,-1 0 1 0 0,2 55-1 0 0,6 38 67 0 0,19 21-116 0 0,-10-54-366 0 0,-26-105-430 0 0,-1-8-187 0 0,-4-29-6 0 0,-22-179-42 0 0,23 162 3 0 0,2 1-1 0 0,7-66 0 0 0,-4 112 29 0 0,-1-3 0 0 0,1 1 1 0 0,0-1-1 0 0,0 0 1 0 0,1 1-1 0 0,0-1 0 0 0,1 1 1 0 0,0 0-1 0 0,0-1 1 0 0,7-10-1 0 0,-8 15-7 0 0,10-9 95 0 0,-11 13-82 0 0,0 1 0 0 0,0-1 0 0 0,-1 0 1 0 0,1 1-1 0 0,0-1 0 0 0,0 1 0 0 0,-1-1 0 0 0,1 1 0 0 0,0-1 0 0 0,-1 1 0 0 0,1-1 0 0 0,-1 1 0 0 0,1-1 0 0 0,-1 1 0 0 0,1 0 0 0 0,-1-1 1 0 0,1 1-1 0 0,-1 0 0 0 0,1 0 0 0 0,-1 0 0 0 0,8 12 28 0 0,-2 1 0 0 0,0-1 1 0 0,0 1-1 0 0,-1 0 0 0 0,4 18 0 0 0,2 7 7 0 0,2 0-3 0 0,123 326 168 0 0,-130-353-283 0 0,-2-4-43 0 0,-1-1-1 0 0,1 1 1 0 0,-1 0-1 0 0,0 1 1 0 0,-1-1-1 0 0,0 0 1 0 0,1 11-1 0 0,-7-23-188 0 0,-21-24-814 0 0,-24-32 1 0 0,-21-26-774 0 0,60 75 1855 0 0,-1 0 0 0 0,0 1 0 0 0,-1 1 1 0 0,0-1-1 0 0,-17-8 0 0 0,7 7 333 0 0,-21-14 795 0 0,42 24-976 0 0,1 1-110 0 0,-1 0 0 0 0,1-1 0 0 0,0 1 1 0 0,0 0-1 0 0,0 0 0 0 0,0-1 1 0 0,-1 1-1 0 0,1 0 0 0 0,0 0 1 0 0,0-1-1 0 0,0 1 0 0 0,0 0 0 0 0,0 0 1 0 0,0-1-1 0 0,0 1 0 0 0,0 0 1 0 0,0-1-1 0 0,0 1 0 0 0,0 0 1 0 0,0 0-1 0 0,0-1 0 0 0,0 1 1 0 0,0 0-1 0 0,0-1 0 0 0,0 1 0 0 0,0 0 1 0 0,0 0-1 0 0,0-1 0 0 0,0 1 1 0 0,0 0-1 0 0,1 0 0 0 0,-1-1 1 0 0,0 1-1 0 0,0 0 0 0 0,0 0 0 0 0,0 0 1 0 0,1-1-1 0 0,-1 1 0 0 0,1 0 1 0 0,106-66-1874 0 0,132-87-1206 0 0,-228 144 3009 0 0,0 1-1 0 0,14-17 1 0 0,-21 21 621 0 0,-1 1-1 0 0,0-2 1 0 0,0 1 0 0 0,0 0 0 0 0,3-9 1581 0 0,-7 11-1669 0 0,-15-13 1128 0 0,15 14-744 0 0,0 5-723 0 0,-2 7-30 0 0,1 1 1 0 0,1-1-1 0 0,0 1 1 0 0,1 0-1 0 0,0-1 1 0 0,1 1-1 0 0,1 12 1 0 0,1 7 26 0 0,23 325 640 0 0,-23-321-710 0 0,2 0 0 0 0,1 0 0 0 0,18 56 0 0 0,-22-86-50 0 0,-1 0 0 0 0,1 0 0 0 0,0-1 0 0 0,1 1 0 0 0,-1-1 0 0 0,1 0 0 0 0,0 1 0 0 0,0-1 1 0 0,0 0-1 0 0,0-1 0 0 0,1 1 0 0 0,-1-1 0 0 0,6 4 0 0 0,0-6 0 0 0,-5-2-13 0 0,-1-1 0 0 0,1 1 0 0 0,-1-1-1 0 0,1 0 1 0 0,-1 0 0 0 0,0 0 0 0 0,0 0 0 0 0,0-1 0 0 0,0 1-1 0 0,-1-1 1 0 0,4-4 0 0 0,29-40-324 0 0,-6 7 53 0 0,-21 32 61 0 0,0 1 0 0 0,0-1 1 0 0,0 2-1 0 0,1-1 0 0 0,0 1 1 0 0,11-6-1 0 0,36-13-6138 0 0,-25 13-93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6045 0 0,'-1'-3'6454'0'0,"0"1"-4933"0"0,-2-8 9137 0 0,1 17-9596 0 0,-1 12-625 0 0,0-1 0 0 0,1 0-1 0 0,1 1 1 0 0,2 25 0 0 0,11 87 648 0 0,-6-76-787 0 0,9 169 642 0 0,-6-70-444 0 0,-1-29-141 0 0,32 261 673 0 0,-38-373-971 0 0,1 0-1 0 0,0-1 0 0 0,1 1 1 0 0,10 22-1 0 0,-13-33-48 0 0,1 1 1 0 0,-1-1-1 0 0,0 0 1 0 0,1 1-1 0 0,-1-1 1 0 0,1 0-1 0 0,0 0 1 0 0,0 0-1 0 0,0 0 1 0 0,0 0-1 0 0,0 0 1 0 0,0-1-1 0 0,0 1 1 0 0,1-1-1 0 0,-1 1 1 0 0,0-1-1 0 0,1 0 1 0 0,0 0-1 0 0,-1 0 1 0 0,1 0-1 0 0,-1-1 1 0 0,1 1-1 0 0,0-1 1 0 0,0 1-1 0 0,-1-1 1 0 0,1 0-1 0 0,0 0 1 0 0,0 0-1 0 0,-1 0 1 0 0,5-2-1 0 0,15-4 12 0 0,1-2 0 0 0,-1 0 0 0 0,22-13 0 0 0,36-12-109 0 0,-55 29-671 0 0,-23 4 569 0 0,0 0 0 0 0,-1 0-1 0 0,1-1 1 0 0,0 1 0 0 0,0 0 0 0 0,-1-1-1 0 0,1 1 1 0 0,0-1 0 0 0,-1 1-1 0 0,1-1 1 0 0,0 0 0 0 0,-1 0 0 0 0,1 0-1 0 0,-1 0 1 0 0,1 0 0 0 0,0-1 0 0 0,9-7-4210 0 0,1-1-2063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18 7441 0 0,'-12'-4'3459'0'0,"-1"1"-1"0"0,0-1 1 0 0,-14 0 0 0 0,16 3-2304 0 0,1 0 0 0 0,0 1 0 0 0,-1 0 0 0 0,-14 2 0 0 0,18-1-979 0 0,1 1 1 0 0,0-1 0 0 0,0 1-1 0 0,0 0 1 0 0,0 0-1 0 0,1 0 1 0 0,-1 1-1 0 0,1 0 1 0 0,-1 0-1 0 0,1 1 1 0 0,0-1-1 0 0,0 1 1 0 0,0 0-1 0 0,1 0 1 0 0,0 1-1 0 0,-1 0 1 0 0,1-1-1 0 0,1 1 1 0 0,-5 8-1 0 0,4-5-112 0 0,0 1-1 0 0,1 0 0 0 0,0 0 1 0 0,0 0-1 0 0,1 1 0 0 0,0-1 0 0 0,1 0 1 0 0,0 1-1 0 0,0-1 0 0 0,1 1 0 0 0,1-1 1 0 0,-1 1-1 0 0,2-1 0 0 0,-1 1 0 0 0,1-1 1 0 0,0 0-1 0 0,1 1 0 0 0,6 13 1 0 0,-3-9-43 0 0,1 0 1 0 0,1 0 0 0 0,0 0 0 0 0,1-1 0 0 0,0 0 0 0 0,1-1 0 0 0,0 0 0 0 0,1 0 0 0 0,0-1 0 0 0,21 15 0 0 0,-22-20-23 0 0,0 1 1 0 0,1-1-1 0 0,0-1 1 0 0,0 0-1 0 0,1-1 1 0 0,-1 0-1 0 0,1-1 0 0 0,0 0 1 0 0,0-1-1 0 0,0 0 1 0 0,22 0-1 0 0,-18-2-6 0 0,0-1 1 0 0,0 0-1 0 0,0-1 1 0 0,0-1-1 0 0,-1 0 1 0 0,1-2-1 0 0,-1 0 0 0 0,20-8 1 0 0,-31 11 4 0 0,-1 0 0 0 0,1 0 1 0 0,0 0-1 0 0,-1 0 0 0 0,1-1 0 0 0,-1 1 0 0 0,0-1 0 0 0,0 0 1 0 0,0 0-1 0 0,0 0 0 0 0,0 0 0 0 0,-1-1 0 0 0,1 1 1 0 0,-1-1-1 0 0,0 0 0 0 0,0 1 0 0 0,2-8 0 0 0,-2 5 5 0 0,-1 1 0 0 0,0-1 0 0 0,-1 1 0 0 0,1-1-1 0 0,-1 1 1 0 0,-1-1 0 0 0,1 1 0 0 0,0-1 0 0 0,-1 1-1 0 0,0-1 1 0 0,-1 1 0 0 0,-2-7 0 0 0,1 2 6 0 0,-2 0 1 0 0,1 0-1 0 0,-1 1 0 0 0,-1-1 1 0 0,0 1-1 0 0,0 0 1 0 0,-1 1-1 0 0,0 0 0 0 0,0 0 1 0 0,-1 0-1 0 0,0 1 0 0 0,-1 0 1 0 0,-12-8-1 0 0,10 10 10 0 0,-1-1-1 0 0,-1 2 0 0 0,1-1 1 0 0,0 2-1 0 0,-1 0 0 0 0,0 0 0 0 0,0 1 1 0 0,0 1-1 0 0,0 0 0 0 0,0 1 1 0 0,0 0-1 0 0,0 1 0 0 0,0 0 1 0 0,0 1-1 0 0,-18 6 0 0 0,12-3-376 0 0,-1 1 0 0 0,1 2-1 0 0,-31 15 1 0 0,32-12-1216 0 0,0 0 0 0 0,1 1 0 0 0,-22 19 0 0 0,15-6-4910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11341 0 0,'-2'1'4470'0'0,"-4"-1"-3185"0"0,0 1 0 0 0,0 1 1 0 0,0-1-1 0 0,0 1 0 0 0,1 0 0 0 0,-11 6 1 0 0,7-3-433 0 0,0 0 0 0 0,0 1 0 0 0,-11 11 0 0 0,5-3-425 0 0,1 1-1 0 0,0 1 1 0 0,-16 24-1 0 0,19-23-272 0 0,1 0 0 0 0,1 1 0 0 0,1 0 0 0 0,1 0 0 0 0,0 1 0 0 0,1 0 0 0 0,1 0 0 0 0,-4 31 1 0 0,8-35-112 0 0,0 0 0 0 0,1-1 0 0 0,0 1 0 0 0,4 21 0 0 0,-3-30-57 0 0,0-1 0 0 0,1 1 0 0 0,-1-1 0 0 0,1 0-1 0 0,0 1 1 0 0,0-1 0 0 0,0 0 0 0 0,1 0 0 0 0,0-1-1 0 0,0 1 1 0 0,0 0 0 0 0,1-1 0 0 0,-1 0-1 0 0,9 7 1 0 0,-7-8-29 0 0,0 0 0 0 0,0 0 0 0 0,1-1 1 0 0,-1 0-1 0 0,1 0 0 0 0,0-1 0 0 0,0 1 0 0 0,-1-1 0 0 0,1 0 0 0 0,0-1 0 0 0,0 1 0 0 0,0-1 0 0 0,0 0 0 0 0,6-2 1 0 0,2 1-86 0 0,0-1 1 0 0,-1-1 0 0 0,1 0-1 0 0,22-9 1 0 0,-29 9 42 0 0,-1 0-1 0 0,1 0 1 0 0,-1 0-1 0 0,0-1 1 0 0,0 1-1 0 0,-1-2 1 0 0,1 1-1 0 0,-1-1 1 0 0,0 1-1 0 0,7-9 1 0 0,-10 10 65 0 0,0 0 0 0 0,-1 0 1 0 0,1 0-1 0 0,-1 0 1 0 0,0 0-1 0 0,1 0 1 0 0,-1 0-1 0 0,-1-1 1 0 0,1 1-1 0 0,0 0 0 0 0,-1-1 1 0 0,0 1-1 0 0,0 0 1 0 0,0-1-1 0 0,0 1 1 0 0,0 0-1 0 0,-1-1 1 0 0,0 1-1 0 0,1 0 1 0 0,-1-1-1 0 0,0 1 0 0 0,0 0 1 0 0,-3-4-1 0 0,1 1 56 0 0,0 0 0 0 0,0 1 0 0 0,-1-1 0 0 0,0 1 0 0 0,0 0 1 0 0,0-1-1 0 0,0 2 0 0 0,-1-1 0 0 0,0 1 0 0 0,-11-8 0 0 0,-1 2 162 0 0,0 0 0 0 0,-24-9-1 0 0,-12-7 340 0 0,51 25-532 0 0,6-1-81 0 0,3-1 25 0 0,1 0-1 0 0,-1 0 1 0 0,1 1-1 0 0,0 0 0 0 0,0 0 1 0 0,0 1-1 0 0,15-1 1 0 0,66 3-424 0 0,-53 0 306 0 0,-30-1 224 0 0,1 0 1 0 0,-1 0-1 0 0,1 1 0 0 0,-1 0 1 0 0,1 0-1 0 0,-1 0 0 0 0,1 1 1 0 0,-1 0-1 0 0,0 0 0 0 0,0 1 1 0 0,9 4-1 0 0,-13-4 16 0 0,0-1 1 0 0,-1 1-1 0 0,0-1 0 0 0,1 1 1 0 0,-1 0-1 0 0,0-1 0 0 0,-1 1 1 0 0,1 0-1 0 0,0 0 0 0 0,-1 0 0 0 0,1-1 1 0 0,-1 1-1 0 0,0 0 0 0 0,0 0 1 0 0,-1 5-1 0 0,2 11 179 0 0,16 140 603 0 0,-5-40-604 0 0,-7-50-157 0 0,5 23-390 0 0,-10-91 85 0 0,0 5 322 0 0,0-4-1494 0 0,8-35-11468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 10513 0 0,'-7'-18'9375'0'0,"0"12"-3466"0"0,7 7-5707 0 0,-1-1 0 0 0,0 1 0 0 0,1-1 0 0 0,-1 1 0 0 0,0-1 0 0 0,1 1 0 0 0,-1 0 0 0 0,1-1 0 0 0,-1 1 0 0 0,1 0 0 0 0,-1-1 0 0 0,1 1 0 0 0,0 0 0 0 0,-1-1 0 0 0,1 1 0 0 0,0 0 0 0 0,-1 0 0 0 0,1 0 0 0 0,0-1 0 0 0,0 1 0 0 0,0 1 0 0 0,-3 10-16 0 0,1 0-1 0 0,-1 21 1 0 0,7 40 429 0 0,20 114 0 0 0,-15-124-627 0 0,-7-51 24 0 0,0 0 1 0 0,8 22-1 0 0,4-8-1501 0 0,-12-24 1004 0 0,-1-1 1 0 0,0 0-1 0 0,1 1 1 0 0,-1-1-1 0 0,1 0 0 0 0,-1 0 1 0 0,1 0-1 0 0,0 0 1 0 0,-1 0-1 0 0,1 0 1 0 0,0 0-1 0 0,2 0 1 0 0,8 2-5979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 9669 0 0,'-2'-2'5768'0'0,"0"0"-5208"0"0,0 1 1 0 0,0-1-1 0 0,1 1 1 0 0,-1-1-1 0 0,0 1 1 0 0,-1 0-1 0 0,1 0 1 0 0,0 0-1 0 0,0 0 0 0 0,0 0 1 0 0,-1 0-1 0 0,1 1 1 0 0,0-1-1 0 0,-1 1 1 0 0,1-1-1 0 0,0 1 1 0 0,-4 0-1 0 0,1 1-126 0 0,0-1-1 0 0,0 1 1 0 0,0 0-1 0 0,0 0 1 0 0,1 1-1 0 0,-1-1 1 0 0,0 1-1 0 0,-4 2 1 0 0,-1 1-177 0 0,1 1 0 0 0,0 0 1 0 0,1 0-1 0 0,-1 0 0 0 0,1 1 1 0 0,0 1-1 0 0,-11 14 1 0 0,14-16-202 0 0,1 1 0 0 0,0 0 0 0 0,0 0 1 0 0,1 0-1 0 0,-1 1 0 0 0,2-1 1 0 0,-1 1-1 0 0,1 0 0 0 0,0 0 0 0 0,1-1 1 0 0,0 1-1 0 0,0 0 0 0 0,1 0 0 0 0,0 1 1 0 0,0-1-1 0 0,1 0 0 0 0,2 13 1 0 0,0-9-43 0 0,1 0 0 0 0,0 1 1 0 0,0-2-1 0 0,1 1 0 0 0,1 0 1 0 0,0-1-1 0 0,0 0 0 0 0,1 0 1 0 0,0-1-1 0 0,14 15 0 0 0,-5-8-62 0 0,-10-9-48 0 0,1 0 1 0 0,0 0-1 0 0,0-1 1 0 0,1 0 0 0 0,0 0-1 0 0,0-1 1 0 0,0 0-1 0 0,1-1 1 0 0,0 1 0 0 0,17 6-1 0 0,-23-11-536 0 0,-1-1-1 0 0,1 0 1 0 0,0 1 0 0 0,-1-1-1 0 0,1 0 1 0 0,-1 0-1 0 0,1-1 1 0 0,2 1-1 0 0,8-3-5871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10389 0 0,'-2'-8'17502'0'0,"0"40"-15068"0"0,1 52-2708 0 0,38 373 2112 0 0,-10-185-1276 0 0,-21-214-466 0 0,15 64 1 0 0,-19-107-107 0 0,-2-13-15 0 0,1 0 0 0 0,-1 0 0 0 0,0 0 0 0 0,0 0 0 0 0,1 0 0 0 0,0 0 0 0 0,-1 0 0 0 0,1 0 0 0 0,0 0 0 0 0,0 0 0 0 0,0 0 0 0 0,1 1 0 0 0,-1-1-178 0 0,-1-4-156 0 0,0 0 290 0 0,1 1-1 0 0,-1-1 1 0 0,1 1-1 0 0,-1-1 1 0 0,1 0-1 0 0,-1 1 1 0 0,1 0-1 0 0,0-1 1 0 0,0 1-1 0 0,2-3 1 0 0,0-2-200 0 0,6-24-3353 0 0,-7 16 1180 0 0,6-18-4042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 8997 0 0,'-2'-6'19070'0'0,"-2"11"-18864"0"0,1 0 1 0 0,1 0 0 0 0,-1 0 0 0 0,1 1 0 0 0,0-1-1 0 0,0 1 1 0 0,0-1 0 0 0,1 1 0 0 0,-1 6 0 0 0,-4 61 720 0 0,3-30-637 0 0,-8 126 405 0 0,5-55-442 0 0,6-59-157 0 0,1-43-113 0 0,-1 0-1 0 0,0 0 1 0 0,0 0 0 0 0,-1 0-1 0 0,-1 0 1 0 0,0-1 0 0 0,-5 17 0 0 0,6-27-142 0 0,0-1 67 0 0,1 0-1 0 0,-1 0 1 0 0,1 0 0 0 0,-1 0-1 0 0,1 0 1 0 0,-1-1-1 0 0,0 1 1 0 0,1 0 0 0 0,-1-1-1 0 0,1 1 1 0 0,-1 0 0 0 0,1-1-1 0 0,-1 1 1 0 0,1 0 0 0 0,0-1-1 0 0,-1 1 1 0 0,1-1 0 0 0,-1 1-1 0 0,1-1 1 0 0,0 1 0 0 0,-1-1-1 0 0,1 1 1 0 0,0-1-1 0 0,0 1 1 0 0,-1-2 0 0 0,-5-19-2281 0 0,3 11-706 0 0,-3-11-3381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4192 0 0,'8'-31'9423'0'0,"6"-15"-1980"0"0,-6 20-3595 0 0,-7 26-3755 0 0,-1-1 1 0 0,0 0 0 0 0,0 1 0 0 0,1-1 0 0 0,-1 0-1 0 0,0 1 1 0 0,1-1 0 0 0,-1 0 0 0 0,0 1-1 0 0,1-1 1 0 0,-1 0 0 0 0,1 1 0 0 0,-1-1 0 0 0,1 1-1 0 0,0-1 1 0 0,-1 1 0 0 0,1 0 0 0 0,-1-1-1 0 0,1 1 1 0 0,0-1 0 0 0,-1 1 0 0 0,1 0 0 0 0,0 0-1 0 0,-1-1 1 0 0,1 1 0 0 0,0 0 0 0 0,0 0-1 0 0,-1 0 1 0 0,1 0 0 0 0,0 0 0 0 0,0 0 0 0 0,-1 0-1 0 0,1 0 1 0 0,0 0 0 0 0,0 0 0 0 0,1 1 0 0 0,0-1 42 0 0,1 1 1 0 0,-1 0-1 0 0,1 0 1 0 0,-1 0-1 0 0,1 1 1 0 0,-1-1 0 0 0,0 0-1 0 0,3 3 1 0 0,11 12 108 0 0,0 1-1 0 0,-2 1 1 0 0,1 0 0 0 0,-2 0 0 0 0,-1 2 0 0 0,11 20 0 0 0,-8-13-106 0 0,2 0 0 0 0,25 32 1 0 0,-15-28-51 0 0,0 2-46 0 0,58 54 1 0 0,-84-87-58 0 0,-1 1-1 0 0,0-1 1 0 0,1 0 0 0 0,-1 0-1 0 0,0 1 1 0 0,1-1 0 0 0,-1 0 0 0 0,0 0-1 0 0,1 0 1 0 0,-1 1 0 0 0,1-1-1 0 0,-1 0 1 0 0,0 0 0 0 0,1 0 0 0 0,-1 0-1 0 0,1 0 1 0 0,-1 0 0 0 0,0 0-1 0 0,1 0 1 0 0,-1 0 0 0 0,1 0-1 0 0,-1 0 1 0 0,1 0 0 0 0,-1 0 0 0 0,0 0-1 0 0,1 0 1 0 0,-1-1 0 0 0,1 1-1 0 0,-1 0 1 0 0,0 0 0 0 0,1 0 0 0 0,-1 0-1 0 0,0-1 1 0 0,1 1 0 0 0,-1 0-1 0 0,0-1 1 0 0,1 1 0 0 0,-1 0 0 0 0,0 0-1 0 0,0-1 1 0 0,1 1 0 0 0,-1-1-1 0 0,0 1 1 0 0,0 0 0 0 0,1-1-1 0 0,4-18-293 0 0,-8-5 159 0 0,0 1-1 0 0,-2 0 0 0 0,0 0 0 0 0,-10-24 0 0 0,-3-15 30 0 0,-47-172 347 0 0,63 226-55 0 0,2 6-194 0 0,0 1 1 0 0,-1 0-1 0 0,1-1 0 0 0,0 1 0 0 0,-1 0 1 0 0,1-1-1 0 0,-1 1 0 0 0,0 0 1 0 0,1-1-1 0 0,-1 1 0 0 0,0 0 0 0 0,-1-2 1 0 0,-6 5-698 0 0,-3 12-439 0 0,3-1-808 0 0,1-1-2504 0 0,1-1-1767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9085 0 0,'0'0'3968'0'0,"18"-32"14416"0"0,-18 37-18288 0 0,1 29 131 0 0,-5 60 1 0 0,-1 12-94 0 0,5-83-118 0 0,0 0-11 0 0,1 1 0 0 0,0-1 1 0 0,10 40-1 0 0,-11-63-12 0 0,0 1-1 0 0,0-1 1 0 0,0 0 0 0 0,0 0 0 0 0,0 1-1 0 0,0-1 1 0 0,0 0 0 0 0,0 1-1 0 0,0-1 1 0 0,0 0 0 0 0,0 0 0 0 0,0 1-1 0 0,0-1 1 0 0,1 0 0 0 0,-1 1-1 0 0,0-1 1 0 0,0 0 0 0 0,0 0 0 0 0,0 0-1 0 0,1 1 1 0 0,-1-1 0 0 0,0 0-1 0 0,0 0 1 0 0,1 0 0 0 0,-1 1-1 0 0,0-1 1 0 0,0 0 0 0 0,1 0 0 0 0,-1 0-1 0 0,0 0 1 0 0,0 0 0 0 0,1 0-1 0 0,-1 0 1 0 0,0 0 0 0 0,1 0 0 0 0,-1 0-1 0 0,0 0 1 0 0,1 0 0 0 0,-1 0-1 0 0,0 0 1 0 0,0 0 0 0 0,1 0 0 0 0,-1 0-1 0 0,0 0 1 0 0,1 0 0 0 0,-1 0-1 0 0,0 0 1 0 0,0 0 0 0 0,1 0 0 0 0,-1-1-1 0 0,0 1 1 0 0,0 0 0 0 0,1 0-1 0 0,-1 0 1 0 0,0 0 0 0 0,0-1 0 0 0,0 1-1 0 0,1-1 1 0 0,11-14-301 0 0,-11 14 345 0 0,12-22-211 0 0,0-1 0 0 0,-2 0 0 0 0,-1 0 0 0 0,-1-1 0 0 0,-1 0 0 0 0,6-32 0 0 0,-1 9-28 0 0,10-57 89 0 0,14-144 0 0 0,-32 207 465 0 0,-5 42-329 0 0,0 0 1 0 0,0 0-1 0 0,0 0 1 0 0,0 0-1 0 0,0 0 0 0 0,0 0 1 0 0,0 0-1 0 0,0 0 1 0 0,0 0-1 0 0,0 0 0 0 0,0 0 1 0 0,0 0-1 0 0,-1 0 1 0 0,1 0-1 0 0,0 0 0 0 0,0 0 1 0 0,0 0-1 0 0,0 0 1 0 0,0 0-1 0 0,0 0 0 0 0,0 0 1 0 0,0 0-1 0 0,0 0 1 0 0,0 0-1 0 0,0 0 0 0 0,0 0 1 0 0,0 0-1 0 0,-1 0 1 0 0,1 0-1 0 0,0 0 0 0 0,0 0 1 0 0,0 0-1 0 0,0-1 1 0 0,0 1-1 0 0,0 0 0 0 0,0 0 1 0 0,0 0-1 0 0,0 0 1 0 0,0 0-1 0 0,0 0 0 0 0,0 0 1 0 0,0 0-1 0 0,0 0 1 0 0,0 0-1 0 0,0 0 0 0 0,0 0 1 0 0,0 0-1 0 0,-8 13 203 0 0,4-5-204 0 0,0 0-1 0 0,1 0 0 0 0,-3 12 1 0 0,-36 262 589 0 0,40-264-589 0 0,-4 35 31 0 0,-21 232 156 0 0,24-217-167 0 0,3 0-1 0 0,10 80 0 0 0,-9-134-54 0 0,1 0 0 0 0,0 0 0 0 0,1 0 0 0 0,1-1 0 0 0,0 1 0 0 0,1-1 0 0 0,0 0-1 0 0,10 16 1 0 0,-15-28 7 0 0,0-1 0 0 0,0 1 0 0 0,0-1 0 0 0,1 1-1 0 0,-1-1 1 0 0,0 0 0 0 0,1 1 0 0 0,-1-1 0 0 0,0 0 0 0 0,0 1 0 0 0,1-1-1 0 0,-1 0 1 0 0,1 1 0 0 0,-1-1 0 0 0,0 0 0 0 0,1 0 0 0 0,-1 1-1 0 0,1-1 1 0 0,-1 0 0 0 0,1 0 0 0 0,-1 0 0 0 0,1 1 0 0 0,-1-1-1 0 0,0 0 1 0 0,1 0 0 0 0,-1 0 0 0 0,1 0 0 0 0,-1 0 0 0 0,1 0-1 0 0,-1 0 1 0 0,1 0 0 0 0,-1 0 0 0 0,1 0 0 0 0,-1-1 0 0 0,1 1-1 0 0,-1 0 1 0 0,1 0 0 0 0,-1 0 0 0 0,0-1 0 0 0,1 1 0 0 0,-1 0-1 0 0,1 0 1 0 0,-1-1 0 0 0,0 1 0 0 0,1 0 0 0 0,-1-1 0 0 0,0 1-1 0 0,1-1 1 0 0,0 0-5 0 0,1-1 0 0 0,-1 0 0 0 0,0 0-1 0 0,0 1 1 0 0,0-1 0 0 0,-1 0 0 0 0,1 0-1 0 0,0 0 1 0 0,-1 0 0 0 0,1 0 0 0 0,0-3 0 0 0,0-47 12 0 0,-2-1 1 0 0,-2 1 0 0 0,-16-87-1 0 0,13 100 35 0 0,4 32-81 0 0,1 1-1 0 0,0-1 0 0 0,1 1 1 0 0,-1-1-1 0 0,1 0 0 0 0,1 1 1 0 0,-1-1-1 0 0,1 0 0 0 0,1 1 1 0 0,-1-1-1 0 0,1 1 1 0 0,0 0-1 0 0,0-1 0 0 0,1 1 1 0 0,0 0-1 0 0,0 0 0 0 0,0 1 1 0 0,1-1-1 0 0,0 1 0 0 0,0-1 1 0 0,0 1-1 0 0,1 0 0 0 0,5-5 1 0 0,-4 5-673 0 0,10-11 474 0 0,-10 3-6686 0 0,-5 1 561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4880 0 0,'0'-1'795'0'0,"4"-42"10572"0"0,-4 40-10767 0 0,0 1 0 0 0,0-1 0 0 0,-1 1-1 0 0,1-1 1 0 0,-1 0 0 0 0,1 1-1 0 0,-1 0 1 0 0,0-1 0 0 0,0 1 0 0 0,0-1-1 0 0,-1 1 1 0 0,1 0 0 0 0,-3-4-1 0 0,3 5-475 0 0,0 0 0 0 0,0 1 0 0 0,1-1 0 0 0,-1 1 0 0 0,0-1 0 0 0,0 1 0 0 0,0 0-1 0 0,0-1 1 0 0,0 1 0 0 0,0 0 0 0 0,0-1 0 0 0,0 1 0 0 0,0 0 0 0 0,0 0 0 0 0,0 0 0 0 0,0 0-1 0 0,0 0 1 0 0,0 0 0 0 0,0 0 0 0 0,0 1 0 0 0,0-1 0 0 0,0 0 0 0 0,0 0 0 0 0,0 1 0 0 0,1-1 0 0 0,-3 1-1 0 0,-22 14 793 0 0,18-9-729 0 0,0 0 0 0 0,0 0 0 0 0,0 0 0 0 0,1 1 0 0 0,0 0 0 0 0,1 0 0 0 0,-8 13 0 0 0,11-17-159 0 0,0 0 0 0 0,0 1 0 0 0,1-1 0 0 0,-1 1 0 0 0,1-1 0 0 0,0 1 0 0 0,0 0 0 0 0,0-1 0 0 0,1 1 0 0 0,-1 0 0 0 0,1 0 0 0 0,0-1 0 0 0,0 1 0 0 0,0 0 0 0 0,1 0 0 0 0,-1-1 0 0 0,1 1 0 0 0,0 0 0 0 0,0-1 0 0 0,0 1 0 0 0,2 3 0 0 0,-2-5-29 0 0,0-1 1 0 0,0 1-1 0 0,0-1 1 0 0,0 1 0 0 0,0-1-1 0 0,0 0 1 0 0,1 1-1 0 0,-1-1 1 0 0,0 0-1 0 0,1 0 1 0 0,-1 0-1 0 0,1 0 1 0 0,-1 0-1 0 0,1 0 1 0 0,-1 0-1 0 0,1 0 1 0 0,0-1-1 0 0,-1 1 1 0 0,4 0-1 0 0,-1-1-8 0 0,0 1 0 0 0,-1-1 0 0 0,1 0 0 0 0,0 0 0 0 0,0-1 0 0 0,0 1 0 0 0,-1-1 0 0 0,8-2 0 0 0,3-2-35 0 0,0-1-1 0 0,0-1 0 0 0,20-12 0 0 0,-33 18 42 0 0,6-2-9 0 0,-1-1-1 0 0,0-1 1 0 0,-1 1 0 0 0,1-1-1 0 0,-1 0 1 0 0,0 0-1 0 0,0 0 1 0 0,0-1 0 0 0,5-9-1 0 0,-10 15 14 0 0,1-1-1 0 0,-1 1 1 0 0,0-1-1 0 0,0 0 1 0 0,0 1-1 0 0,0-1 1 0 0,0 0-1 0 0,0 1 1 0 0,0-1-1 0 0,0 0 1 0 0,0 1-1 0 0,0-1 1 0 0,0 0-1 0 0,0 1 1 0 0,0-1-1 0 0,0 0 1 0 0,-1 1-1 0 0,1-1 1 0 0,0 0-1 0 0,-1 1 1 0 0,1-1-1 0 0,0 1 1 0 0,-1-1-1 0 0,1 1 1 0 0,0-1-1 0 0,-1 1 1 0 0,1-1-1 0 0,-1 1 1 0 0,1-1-1 0 0,-1 1 1 0 0,1 0-1 0 0,-1-1 1 0 0,0 1-1 0 0,1 0 1 0 0,-1-1-1 0 0,0 1 0 0 0,-1-1-15 0 0,0 0-1 0 0,0 0 0 0 0,-1 0 0 0 0,1 0 0 0 0,0 1 0 0 0,0-1 0 0 0,0 1 0 0 0,0-1 0 0 0,-1 1 0 0 0,1 0 0 0 0,-4 0 1 0 0,2 1-63 0 0,0 0 0 0 0,-1 0 0 0 0,1 1 1 0 0,1-1-1 0 0,-1 1 0 0 0,0 0 1 0 0,0 0-1 0 0,0 0 0 0 0,1 0 0 0 0,-6 5 1 0 0,5-3-1050 0 0,0-1 0 0 0,1 1 0 0 0,-1 0 0 0 0,1 0 0 0 0,-5 8 0 0 0,-2 7-5292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17.88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404 8 752 0 0,'0'0'12107'0'0,"-10"-3"-4406"0"0,5 2-7100 0 0,1 0 0 0 0,0 0-1 0 0,-1 0 1 0 0,1 1 0 0 0,0 0 0 0 0,-1 0 0 0 0,1 0 0 0 0,-1 0-1 0 0,1 1 1 0 0,0-1 0 0 0,-1 1 0 0 0,-7 3 0 0 0,-58 22 515 0 0,55-19-856 0 0,-1-1-109 0 0,-1 1 120 0 0,-26 14 0 0 0,38-19-240 0 0,0 2 1 0 0,1-1-1 0 0,-1 0 1 0 0,1 1-1 0 0,0 0 1 0 0,0 0-1 0 0,0 0 1 0 0,0 0-1 0 0,-4 9 1 0 0,-24 33 91 0 0,23-34-103 0 0,1-1 0 0 0,1 1 0 0 0,-1 0 0 0 0,-9 27 0 0 0,8-14-3 0 0,2 1 1 0 0,-9 51-1 0 0,13-56-17 0 0,1-11 0 0 0,1 0-1 0 0,0 0 1 0 0,0 15-1 0 0,2 8 4 0 0,0 1-1 0 0,3-1 1 0 0,0 0-1 0 0,2 0 0 0 0,15 43 1 0 0,-11-44-6 0 0,2 0 0 0 0,1 0 1 0 0,2-1-1 0 0,0-1 0 0 0,3-1 0 0 0,31 42 1 0 0,-44-65 1 0 0,1-1 0 0 0,0 1 0 0 0,1-2 0 0 0,-1 1 0 0 0,1-1 0 0 0,10 6 0 0 0,-8-5 1 0 0,0 0-1 0 0,-1 0 0 0 0,13 11 1 0 0,-12-8-3 0 0,0 0 0 0 0,1-1 0 0 0,0 0 0 0 0,17 9 0 0 0,2-3-4 0 0,42 14 0 0 0,-59-22 9 0 0,-8-4-2 0 0,0 1 1 0 0,1-1-1 0 0,-1 0 0 0 0,1 0 1 0 0,-1 0-1 0 0,1-1 0 0 0,-1 1 1 0 0,8-1-1 0 0,31-1 5 0 0,-32-1-5 0 0,42-2 7 0 0,-41 2-6 0 0,0 0-1 0 0,-1 0 1 0 0,1-2 0 0 0,-1 1 0 0 0,1-1-1 0 0,12-7 1 0 0,-14 5 0 0 0,1 1 0 0 0,-1-1 0 0 0,0-1 0 0 0,-1 0 0 0 0,0 0 0 0 0,12-13 0 0 0,-1-2-2 0 0,-15 18 3 0 0,0-1 0 0 0,0 0 0 0 0,-1 0 0 0 0,0-1 0 0 0,0 0 0 0 0,3-6 0 0 0,38-111 53 0 0,-30 76-38 0 0,-12 29 17 0 0,0 0 1 0 0,-1-1 0 0 0,-1 1 0 0 0,-2-35 0 0 0,0 18 9 0 0,5-49 45 0 0,-4 73-54 0 0,0 0-1 0 0,-1 0 1 0 0,-1 1 0 0 0,1-1-1 0 0,-7-20 1 0 0,2 7 36 0 0,0 2-28 0 0,-1 0 0 0 0,-1 0 1 0 0,-13-22-1 0 0,1 0-4 0 0,-11-11 54 0 0,28 51-86 0 0,-1 0 0 0 0,1 0 0 0 0,-1 0 1 0 0,0 0-1 0 0,0 0 0 0 0,0 1 0 0 0,-5-3 0 0 0,-10-10 35 0 0,12 10-22 0 0,0 1 0 0 0,0 0 0 0 0,0 1 0 0 0,-1-1-1 0 0,1 1 1 0 0,-1 1 0 0 0,-9-4 0 0 0,1 0-1 0 0,-48-29 93 0 0,36 20-54 0 0,25 14-45 0 0,-1-1-1 0 0,0 1 1 0 0,0 0-1 0 0,0 0 1 0 0,-1 0-1 0 0,1 0 1 0 0,0 1 0 0 0,-1-1-1 0 0,-6 0 1 0 0,-8-1 16 0 0,1 1-1 0 0,-1 1 1 0 0,0 0 0 0 0,0 1 0 0 0,1 1 0 0 0,-27 5 0 0 0,10 1-28 0 0,32-7-214 0 0,-1 1-1 0 0,0 0 1 0 0,0 0-1 0 0,1 1 1 0 0,-1-1 0 0 0,1 1-1 0 0,-1 0 1 0 0,-4 3-1 0 0,7-4 10 0 0,0 0-1 0 0,1 0 0 0 0,-1 0 0 0 0,0 0 0 0 0,1 0 1 0 0,-1 0-1 0 0,1 0 0 0 0,-1 0 0 0 0,1 0 1 0 0,-1 0-1 0 0,1 0 0 0 0,0 0 0 0 0,0 0 0 0 0,-1 1 1 0 0,1-1-1 0 0,0 0 0 0 0,0 0 0 0 0,0 0 1 0 0,0 1-1 0 0,0-1 0 0 0,1 0 0 0 0,-1 2 0 0 0,2 10-6297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12.6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 6097 0 0,'6'-6'22729'0'0,"0"36"-22244"0"0,-2-1 1 0 0,-1 1-1 0 0,-1 43 1 0 0,0-9-206 0 0,3 81 128 0 0,7 97 183 0 0,-12-230-561 0 0,0-10-35 0 0,0 0 1 0 0,1 0-1 0 0,-1 0 1 0 0,0 0-1 0 0,1 0 0 0 0,-1 0 1 0 0,1 0-1 0 0,-1 0 1 0 0,3 4-1 0 0,-3-5-50 0 0,-1-7-3153 0 0,-6-18-1180 0 0,4 6-2086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13.6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141 1 8721 0 0,'0'0'17565'0'0,"-2"5"-17041"0"0,-36 88 1290 0 0,-61 138 454 0 0,98-229-1992 0 0,3-9-113 0 0,9-23-68 0 0,17-44-75 0 0,-11 31 17 0 0,-8 19 73 0 0,23-43 0 0 0,-32 66-101 0 0,1 0 0 0 0,-1 0-1 0 0,1 0 1 0 0,-1 0 0 0 0,1 0 0 0 0,0 1 0 0 0,-1-1 0 0 0,1 0 0 0 0,0 0-1 0 0,-1 0 1 0 0,1 1 0 0 0,0-1 0 0 0,0 0 0 0 0,0 1 0 0 0,0-1 0 0 0,0 1 0 0 0,0-1-1 0 0,-1 1 1 0 0,1 0 0 0 0,0-1 0 0 0,0 1 0 0 0,0 0 0 0 0,1-1 0 0 0,-1 1-1 0 0,0 0 1 0 0,1 0 0 0 0,0 1 0 0 0,0 0-1 0 0,0-1 1 0 0,0 1 0 0 0,0 0-1 0 0,0 1 1 0 0,0-1-1 0 0,0 0 1 0 0,0 1 0 0 0,0-1-1 0 0,0 1 1 0 0,2 3 0 0 0,27 28-66 0 0,25 23-87 0 0,-48-49-611 0 0,0-1 0 0 0,0-1 0 0 0,11 7 0 0 0,-9-9-10100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22.3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46 1 6645 0 0,'-7'1'4158'0'0,"-16"3"13499"0"0,16-2-14675 0 0,0 0-3786 0 0,5-2 1646 0 0,7 3-708 0 0,2 0-95 0 0,1 1 0 0 0,0-2 1 0 0,0 1-1 0 0,0-1 1 0 0,1 0-1 0 0,-1 0 0 0 0,0-1 1 0 0,10 0-1 0 0,77-3 60 0 0,-28-1-44 0 0,194 0 71 0 0,-240 1 710 0 0,-13 1-2277 0 0,1 1-6584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22.7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 28 6669 0 0,'0'0'5651'0'0,"-12"-27"13974"0"0,18 29-19557 0 0,8 5-33 0 0,121 49 187 0 0,-115-48-183 0 0,38 19 0 0 0,-57-27-38 0 0,-1 0 0 0 0,1 0 0 0 0,-1 0 0 0 0,0 1 0 0 0,1-1 0 0 0,-1 0 0 0 0,0 0 0 0 0,1 1 0 0 0,-1-1 0 0 0,0 0 0 0 0,0 1 0 0 0,1-1 0 0 0,-1 0 0 0 0,0 1 0 0 0,0-1 0 0 0,0 0 0 0 0,1 1 0 0 0,-1-1 0 0 0,0 0 0 0 0,0 1 0 0 0,0-1 0 0 0,0 1 0 0 0,0-1-1 0 0,0 0 1 0 0,0 1 0 0 0,0-1 0 0 0,0 1 0 0 0,0-1 0 0 0,0 0 0 0 0,0 1 0 0 0,0-1 0 0 0,0 1 0 0 0,0-1 0 0 0,0 0 0 0 0,0 1 0 0 0,0-1 0 0 0,-1 0 0 0 0,1 1 0 0 0,-9 11 4 0 0,7-11-7 0 0,-5 5-23 0 0,-1 0-1 0 0,1 0 1 0 0,-1-1-1 0 0,-1 0 1 0 0,1-1-1 0 0,-1 0 1 0 0,0 0-1 0 0,-11 3 1 0 0,-8 4-184 0 0,-31 17-906 0 0,20-6-4601 0 0,17-9-782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25.2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657 41 3128 0 0,'-20'-2'16877'0'0,"15"2"-17534"0"0,3 0 2555 0 0,-24-7 2207 0 0,13 1-3635 0 0,-1 0 0 0 0,1 2 1 0 0,-1 0-1 0 0,0 0 0 0 0,-1 1 0 0 0,1 1 0 0 0,0 0 0 0 0,-1 1 1 0 0,-20 1-1 0 0,-88 12 383 0 0,101-11-702 0 0,19-1-134 0 0,1 0 0 0 0,-1 0 0 0 0,1 0 0 0 0,-1 1 0 0 0,0-1 0 0 0,1 1 0 0 0,0-1 0 0 0,-1 1 0 0 0,1 0 0 0 0,-1 0 0 0 0,1 0 0 0 0,-4 2 0 0 0,-12 7 72 0 0,15-9-75 0 0,-1 1 0 0 0,1 0 0 0 0,-1 0 1 0 0,1 0-1 0 0,-6 5 0 0 0,-28 23 57 0 0,29-25-54 0 0,0 1 1 0 0,1 0-1 0 0,-1 0 1 0 0,2 0-1 0 0,-13 16 1 0 0,12-12 3 0 0,1 0 1 0 0,1 1-1 0 0,-1 0 1 0 0,-5 21-1 0 0,-5 8 19 0 0,3-7-17 0 0,0 1 0 0 0,-13 59 0 0 0,20-57-23 0 0,5-32-1 0 0,-2 17 0 0 0,-2 63 3 0 0,-1 26-16 0 0,6-107 13 0 0,0 0 0 0 0,-1 0 0 0 0,1 0 0 0 0,1 0 0 0 0,-1 0 1 0 0,0 0-1 0 0,1 0 0 0 0,0 0 0 0 0,-1 0 0 0 0,3 3 0 0 0,5 16-8 0 0,4 10-7 0 0,3 0 1 0 0,23 39 0 0 0,-33-63 12 0 0,1 4-16 0 0,1 0 1 0 0,0-1-1 0 0,1-1 0 0 0,0 1 0 0 0,1-1 1 0 0,0 0-1 0 0,13 10 0 0 0,-1-2-1 0 0,0-2 0 0 0,1-1 0 0 0,1 0 0 0 0,33 15 0 0 0,-37-22 16 0 0,55 21-4 0 0,-48-21 6 0 0,0-1 1 0 0,51 6 0 0 0,32-9 19 0 0,-88-5-17 0 0,-2-5 0 0 0,0 2 3 0 0,0-1 0 0 0,37-14 0 0 0,-36 9 32 0 0,0-2 1 0 0,-1 0 0 0 0,19-15 0 0 0,-1-4 69 0 0,-21 17-86 0 0,1 0-1 0 0,32-19 1 0 0,-43 29-19 0 0,0 0 1 0 0,0 0 0 0 0,-1-1-1 0 0,1 0 1 0 0,-1 0 0 0 0,0-1 0 0 0,-1 1-1 0 0,5-7 1 0 0,-4 4 11 0 0,-1 1 1 0 0,0-1-1 0 0,-1 0 0 0 0,0 0 1 0 0,0 0-1 0 0,-1 0 0 0 0,0 0 1 0 0,0-1-1 0 0,1-11 0 0 0,0 1-6 0 0,10-41 13 0 0,1 18 16 0 0,-14 40-32 0 0,-1-29 12 0 0,2 20-13 0 0,-3-1-1 0 0,2 0 1 0 0,0-1 0 0 0,-3-43 43 0 0,-9-2 2 0 0,11 54-46 0 0,2-8-1 0 0,-1 8 0 0 0,0 1 0 0 0,0 0 0 0 0,-1 0 0 0 0,1 0 0 0 0,-1-1 0 0 0,0 1 0 0 0,1 0 0 0 0,-1 0 0 0 0,-1 0 0 0 0,1 0 0 0 0,-2-3 0 0 0,-3-5 2 0 0,6 8-2 0 0,-17-31 3 0 0,11 24-1 0 0,-10-19 6 0 0,-21-22 10 0 0,32 42-18 0 0,-4-3-1 0 0,9 11 0 0 0,-20-15 7 0 0,-1-3-2 0 0,5 5-4 0 0,10 7-2 0 0,2 0 2 0 0,3 4 1 0 0,-2-2 0 0 0,1 1 0 0 0,2 3-1 0 0,-1-1-1 0 0,1 1 1 0 0,0 0-1 0 0,-1-1 1 0 0,1 1-1 0 0,-1 0 0 0 0,0 0 1 0 0,1-1-1 0 0,-1 1 1 0 0,0 0-1 0 0,0 0 1 0 0,0 0-1 0 0,0 0 1 0 0,-1-2-1 0 0,-10-7 7 0 0,-18-20 20 0 0,16 18-1 0 0,10 9-8 0 0,0 0 1 0 0,0-1-1 0 0,0 0 0 0 0,0 0 0 0 0,-4-6 0 0 0,6 8-11 0 0,0 0-1 0 0,0 1 1 0 0,0 0 0 0 0,0-1-1 0 0,0 1 1 0 0,0 0-1 0 0,-1 0 1 0 0,1 0 0 0 0,0 1-1 0 0,-1-1 1 0 0,1 0-1 0 0,0 1 1 0 0,-4-1 0 0 0,4 1-7 0 0,-65-11-241 0 0,-81-1 0 0 0,57 8-4959 0 0,81 4 4224 0 0,-24-1-5535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6121 0 0,'-39'2'13630'0'0,"-51"9"-4384"0"0,83-8-7911 0 0,8-1-533 0 0,15 5-303 0 0,28 2-418 0 0,27-5 41 0 0,1-3 1 0 0,100-11-1 0 0,-73 2-76 0 0,209 2-177 0 0,-283 7-454 0 0,-30 0-236 0 0,-42 0-142 0 0,10-4-638 0 0,13-2-5302 0 0,14 3 769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 9965 0 0,'-4'-22'17263'0'0,"4"31"-16499"0"0,15 352 2454 0 0,0 18-2622 0 0,-17-347-3389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38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12 7549 0 0,'-28'-4'9812'0'0,"26"4"-8512"0"0,-13 1 1586 0 0,-83 30 2903 0 0,64-24-4861 0 0,17-4-733 0 0,1 0 0 0 0,-1 2-1 0 0,1 0 1 0 0,-19 9 0 0 0,28-11-152 0 0,3-1-29 0 0,1-1 0 0 0,-1 1-1 0 0,1-1 1 0 0,0 1 0 0 0,0 0-1 0 0,0 1 1 0 0,0-1 0 0 0,0 0-1 0 0,-4 4 1 0 0,-7 5 9 0 0,12-11-20 0 0,1 1-1 0 0,-1 0 0 0 0,0 0 1 0 0,1 0-1 0 0,-1 0 0 0 0,0 1 1 0 0,1-1-1 0 0,-1 0 0 0 0,1 1 1 0 0,0-1-1 0 0,-3 4 0 0 0,-19 30 1 0 0,21-33-3 0 0,0 1-1 0 0,0 0 1 0 0,1 0 0 0 0,-1 0 0 0 0,1 0-1 0 0,0 1 1 0 0,0-1 0 0 0,0 0 0 0 0,0 0-1 0 0,1 1 1 0 0,-1 3 0 0 0,-2 8-3 0 0,-1 3 5 0 0,1 1 0 0 0,1 0 0 0 0,1 1-1 0 0,0-1 1 0 0,2 0 0 0 0,2 23 0 0 0,0-21 1 0 0,-2 1-1 0 0,-1-1 1 0 0,-2 23-1 0 0,1-35-8 0 0,1 0-1 0 0,0 0 0 0 0,2 11 1 0 0,1 44-19 0 0,-2-1-38 0 0,3-23 62 0 0,-3-19 4 0 0,-1-11-16 0 0,0 0 1 0 0,1 1-1 0 0,1-1 1 0 0,-1 0-1 0 0,2 0 0 0 0,5 16 1 0 0,9 5-51 0 0,-11-20 53 0 0,0 0-1 0 0,12 14 1 0 0,31 53-70 0 0,-42-70 64 0 0,1-1 0 0 0,0 1-1 0 0,0-1 1 0 0,1-1 0 0 0,0 1-1 0 0,0-2 1 0 0,20 10 0 0 0,20 2-152 0 0,-47-17 158 0 0,31 9-60 0 0,6 4 14 0 0,-12-6 66 0 0,-17-3 1 0 0,-8-3-12 0 0,-1-1 0 0 0,0 1 0 0 0,1-1 0 0 0,-1 1 0 0 0,0-1 0 0 0,1 1 1 0 0,-1-1-1 0 0,1 1 0 0 0,-1-1 0 0 0,1 0 0 0 0,-1 0 0 0 0,1 0 0 0 0,-1 0 0 0 0,1 0 0 0 0,1-1 0 0 0,21 5 21 0 0,-17-3-15 0 0,4 1-7 0 0,-1 0 0 0 0,1-1 0 0 0,-1 0-1 0 0,1-1 1 0 0,-1 0 0 0 0,17-3 0 0 0,-25 3 5 0 0,1 0-2 0 0,-1 0-1 0 0,1 0 1 0 0,-1 0 0 0 0,1 0-1 0 0,-1 0 1 0 0,1 0 0 0 0,-1-1 0 0 0,0 1-1 0 0,1-1 1 0 0,2-1 0 0 0,-2 1-1 0 0,-2 1 0 0 0,9-4-1 0 0,27-7 1 0 0,23-15 32 0 0,-39 17-19 0 0,-8 2-17 0 0,0 0 0 0 0,24-16-1 0 0,-14 7 11 0 0,-19 14-5 0 0,0-1 1 0 0,0 0-1 0 0,0 0 1 0 0,0 0-1 0 0,-1-1 0 0 0,1 1 1 0 0,-1-1-1 0 0,0 0 1 0 0,4-5-1 0 0,9-13 0 0 0,31-42 142 0 0,-37 45-117 0 0,12-37 0 0 0,-18 50-26 0 0,-1 0 3 0 0,9-36 15 0 0,-8 30-15 0 0,-2 1-4 0 0,0-1 0 0 0,0 1 0 0 0,-1 0-1 0 0,-1-1 1 0 0,0-14 0 0 0,-2-22 33 0 0,2 46-13 0 0,0-26 65 0 0,0 9-12 0 0,-7-32-18 0 0,-20-81 238 0 0,26 131-280 0 0,-8-22 50 0 0,8 19-50 0 0,-8-31 24 0 0,3 4 26 0 0,5 26-46 0 0,-1-1 0 0 0,1 0-1 0 0,-1 1 1 0 0,0-1 0 0 0,-1 1 0 0 0,-4-8 0 0 0,-20-38 81 0 0,27 50-91 0 0,-9-17 54 0 0,9 17-36 0 0,-24-23 104 0 0,19 22-112 0 0,-3-6 21 0 0,-9-11-2 0 0,-21-14-7 0 0,34 30-12 0 0,-1-1 0 0 0,0 1 0 0 0,0 0 0 0 0,0 0 0 0 0,0 1 0 0 0,-1-1 0 0 0,1 1 0 0 0,-1 1 0 0 0,1-1 0 0 0,-1 1 0 0 0,-6-1 0 0 0,10 1 12 0 0,-21-6 124 0 0,6 4-18 0 0,-1 1 1 0 0,1 1 0 0 0,-1 0-1 0 0,1 2 1 0 0,-20 2-1 0 0,32-3-108 0 0,-1 1 0 0 0,1-1 0 0 0,-1 0-1 0 0,0-1 1 0 0,1 1 0 0 0,0-1 0 0 0,-1 0-1 0 0,-9-4 1 0 0,7 3 17 0 0,0 0-1 0 0,-1 0 0 0 0,1 1 1 0 0,-9-1-1 0 0,0 3 13 0 0,1 0 1 0 0,0 1-1 0 0,0 0 0 0 0,-30 10 0 0 0,45-12-34 0 0,-11 2-94 0 0,2 18-1149 0 0,11-8-5798 0 0,7 1 582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39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6549 0 0,'0'0'22028'0'0,"5"-2"-21803"0"0,1 0-139 0 0,0 1 0 0 0,0 0 0 0 0,0 0 0 0 0,0 0-1 0 0,13 1 1 0 0,32 2 129 0 0,0-2 1 0 0,1-2-1 0 0,94-16 0 0 0,-32 3-65 0 0,-110 15-153 0 0,4 0 3 0 0,1 2 108 0 0,-20 21-15228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40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61 4560 0 0,'5'-9'20448'0'0,"-2"4"-20222"0"0,1-1-1 0 0,-1 1 0 0 0,1 0 0 0 0,0 0 0 0 0,0 0 1 0 0,0 1-1 0 0,1-1 0 0 0,10-7 1176 0 0,-15 14-1387 0 0,-1-1 0 0 0,1 1-1 0 0,0-1 1 0 0,-1 1 0 0 0,0-1 0 0 0,1 1 0 0 0,-1-1 0 0 0,0 1 0 0 0,1-1 0 0 0,-1 0 0 0 0,0 1 0 0 0,-2 1 0 0 0,0 1 19 0 0,-3 7 73 0 0,-2 1 0 0 0,1-2 1 0 0,-1 1-1 0 0,-15 14 0 0 0,0 1 120 0 0,-21 18 563 0 0,43-43-728 0 0,0 0-1 0 0,1-1 1 0 0,-1 1-1 0 0,1 0 1 0 0,-1 0-1 0 0,1-1 1 0 0,-1 1-1 0 0,1 0 1 0 0,-1 0-1 0 0,1 0 1 0 0,0-1-1 0 0,-1 1 1 0 0,1 0-1 0 0,0 0 1 0 0,0 0-1 0 0,0 0 1 0 0,0 0-1 0 0,0 0 1 0 0,0 0-1 0 0,0 0 1 0 0,0 1 0 0 0,0 1 4 0 0,1-1 1 0 0,0 1-1 0 0,0 0 1 0 0,0-1-1 0 0,0 1 1 0 0,0-1 0 0 0,3 4-1 0 0,1 2 0 0 0,1-1 0 0 0,0 0 0 0 0,0 0 0 0 0,9 7 0 0 0,23 22 60 0 0,-25-23-311 0 0,1 0 0 0 0,0-1 0 0 0,16 11 0 0 0,-10-15-1794 0 0,-6-6-2538 0 0,0-2-1979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6549 0 0,'0'0'12871'0'0,"7"-4"-11878"0"0,-6 3-506 0 0,15-15-694 0 0,-2 9 5158 0 0,-15 16-4595 0 0,-8 199 1377 0 0,21 240 0 0 0,-2-2-1007 0 0,-4-201-520 0 0,9 203 2 0 0,8-108-113 0 0,-29-98-57 0 0,1 2-6 0 0,19 142-12 0 0,-13-277-19 0 0,-7 53 2 0 0,1-63 1 0 0,12 155 0 0 0,8 21 4 0 0,-2-25-14 0 0,9 147-15 0 0,-14-130-48 0 0,-1 36-35 0 0,-5-86-13 0 0,-20 151 36 0 0,11-247 69 0 0,3-78-3 0 0,3 84 0 0 0,7 27-58 0 0,-17 179-1 0 0,7-245 50 0 0,4-36 14 0 0,9 74 0 0 0,1 20-11 0 0,7 193-29 0 0,-10-204-38 0 0,2 95-138 0 0,-1-133 154 0 0,5 74 34 0 0,-7-126 18 0 0,0 72 0 0 0,-6-63 14 0 0,4 107-19 0 0,1 41-8 0 0,-7-176 33 0 0,2 0 0 0 0,4 36-1 0 0,1 20 0 0 0,1 190-84 0 0,-2-108 53 0 0,-1-87 36 0 0,-1-74-2 0 0,3 35-7 0 0,16 109 449 0 0,-24-129-745 0 0,3-17-24 0 0,-1-1 0 0 0,1 1 0 0 0,-1-1 0 0 0,1 1 0 0 0,-1-1 0 0 0,0 1 1 0 0,1-1-1 0 0,-1 1 0 0 0,0-1 0 0 0,1 1 0 0 0,-1-1 0 0 0,0 0 0 0 0,0 1 0 0 0,1-1 0 0 0,-1 0 1 0 0,0 0-1 0 0,0 0 0 0 0,1 0 0 0 0,-1 0 0 0 0,0 1 0 0 0,0-1 0 0 0,0-1 0 0 0,0 1 0 0 0,1 0 0 0 0,-2 0 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2596 0 0,'0'0'28405'0'0,"1"5"-28262"0"0,0-2-138 0 0,2 9 160 0 0,-1 0-1 0 0,0 0 1 0 0,1 20-1 0 0,-3-21-129 0 0,1 0 1 0 0,0-1 0 0 0,1 1-1 0 0,0-1 1 0 0,0 1-1 0 0,1-1 1 0 0,6 13 0 0 0,-6-1-5 0 0,-2-5-18 0 0,6 61 24 0 0,-3 89 0 0 0,-3 129-48 0 0,-13-83-18 0 0,1 145-30 0 0,12-195 6 0 0,-2-76 38 0 0,-3 35 11 0 0,3 77-4 0 0,21 183 4 0 0,3-46-23 0 0,-15-164 20 0 0,1 6-2 0 0,-5-122 8 0 0,7 62 4 0 0,-7-86-4 0 0,0 63-1 0 0,3 72-25 0 0,0 0-1 0 0,1 10 12 0 0,1-1-4 0 0,-7 186 19 0 0,-6-211 0 0 0,0 2-3 0 0,3 59-4 0 0,0-68 2 0 0,-1 13 2 0 0,3 153-10 0 0,4-128 3 0 0,6 95-9 0 0,0-64-2 0 0,-6-87 11 0 0,4 146-59 0 0,-6-195 49 0 0,5 223-72 0 0,-8-240 69 0 0,5 187-114 0 0,11 67 53 0 0,-3 12 40 0 0,-5-162-193 0 0,-2-55 96 0 0,13 147-114 0 0,-17-186 244 0 0,2 6 1 0 0,3 37-15 0 0,1-44 32 0 0,-2-14-14 0 0,8 64 14 0 0,-10-66-104 0 0,11 25-70 0 0,-10-58 137 0 0,-1 1 0 0 0,-1-1 0 0 0,1 28 0 0 0,6 103-9 0 0,-1-21 38 0 0,1-23 57 0 0,-1-25-4 0 0,-2 10 76 0 0,1-64 22 0 0,-4-15 21 0 0,-4-11-62 0 0,2 3-119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12 176 6741 0 0,'-11'-7'19749'0'0,"25"6"-14803"0"0,7 0-5085 0 0,-19 1 273 0 0,17 1-38 0 0,12 1-88 0 0,1-2 0 0 0,59-6 1 0 0,-58 3-15 0 0,-9 0-3 0 0,29-5 0 0 0,-26 3 5 0 0,-11 2 0 0 0,3-1 3 0 0,1 0-1 0 0,1 2 1 0 0,22 0-1 0 0,316-2 2 0 0,-35 0 4 0 0,-42 4-10 0 0,95 2-70 0 0,-132 0 25 0 0,0 0 26 0 0,179 13-11 0 0,217-18 45 0 0,-579 2-8 0 0,165-6-2 0 0,260-2-5 0 0,-235 12 5 0 0,38-7-5 0 0,-88-1 4 0 0,505-19 3 0 0,-677 22-1 0 0,162-10-1 0 0,99-3-1 0 0,121 0-1 0 0,-315 10 2 0 0,24-2 1 0 0,75-2 0 0 0,199 0-2 0 0,-244 3 2 0 0,-42 1 4 0 0,363 1-9 0 0,-8 1 12 0 0,-172 8-20 0 0,-93 0 12 0 0,-106-5 3 0 0,430 9 2 0 0,-168-7-9 0 0,-150-4 9 0 0,-133 3 0 0 0,114 1-1 0 0,23-1-6 0 0,-2 0 3 0 0,-187 0 1 0 0,123 3 5 0 0,31 0-4 0 0,-40 2 2 0 0,348 1 8 0 0,-232-10-13 0 0,-139 0 9 0 0,559-11 95 0 0,-415 16-30 0 0,22 0 8 0 0,-22 1 35 0 0,-12 2-907 0 0,-221-7-1530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7333 0 0,'0'0'21720'0'0,"-1"-1"-21670"0"0,1 1-1 0 0,0 0 1 0 0,0-1 0 0 0,0 1-1 0 0,0 0 1 0 0,0-1-1 0 0,-1 1 1 0 0,1 0-1 0 0,0-1 1 0 0,0 1 0 0 0,0 0-1 0 0,0-1 1 0 0,0 1-1 0 0,0-1 1 0 0,0 1-1 0 0,0 0 1 0 0,0-1-1 0 0,0 1 1 0 0,1 0 0 0 0,-1-1-1 0 0,0 1 1 0 0,0-1-1 0 0,0 1 1 0 0,0 0-1 0 0,0-1 1 0 0,1 1 0 0 0,-1 0-1 0 0,0 0 1 0 0,0-1-1 0 0,1 1 1 0 0,-1 0-1 0 0,0-1 1 0 0,0 1 0 0 0,1 0-1 0 0,-1 0 1 0 0,0 0-1 0 0,1-1 1 0 0,-1 1-1 0 0,0 0 1 0 0,1 0 0 0 0,17 3-12 0 0,-13-3 26 0 0,23 3 38 0 0,129-5-136 0 0,-44 0 12 0 0,148 16-8 0 0,-224-12 30 0 0,368 16-22 0 0,-93-20 0 0 0,-183 3 16 0 0,-30 2-12 0 0,26-1-10 0 0,89-2-15 0 0,49-2 10 0 0,-20-1 15 0 0,233-23 0 0 0,28-1 24 0 0,27-5-24 0 0,376-27 1 0 0,-691 46 16 0 0,50-5 4 0 0,122 3-6 0 0,-3 22 1 0 0,-384-7 2 0 0,422 4 6 0 0,8-1 2 0 0,-324 1-9 0 0,200 3 4 0 0,-151-9 0 0 0,410-13 17 0 0,-109-6-23 0 0,-236 13 1 0 0,397-11-16 0 0,-256 20 51 0 0,67-1 12 0 0,399-7 31 0 0,-172 8-42 0 0,-350 2-13 0 0,-109 1-11 0 0,198 14 37 0 0,-139-4-21 0 0,-158-9-12 0 0,194 3 129 0 0,-181-14 151 0 0,-108 6-175 0 0,8 2-677 0 0,-16 0-2075 0 0,-17 2-1768 0 0,17-3-2063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33 10093 0 0,'1'-2'5879'0'0,"-2"-5"-4448"0"0,1 4 1643 0 0,-6-17 7152 0 0,7 29-9906 0 0,25 229 551 0 0,-7 330 0 0 0,-19-541-870 0 0,-10 141-3 0 0,10-165-21 0 0,-8-86-1106 0 0,9 45-606 0 0,-3 13-3084 0 0,1 8-1681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63 328 8977 0 0,'-2'-3'5909'0'0,"-8"-7"-3658"0"0,8 6 1187 0 0,-2-2-2238 0 0,0 0-131 0 0,0 0 0 0 0,0 0 1 0 0,-1 0-1 0 0,0 0 0 0 0,-8-7 0 0 0,12 13-684 0 0,-8-26 901 0 0,10 13-798 0 0,-1 10-320 0 0,0 0 0 0 0,1 0 0 0 0,-1 0 0 0 0,1 0 1 0 0,-1 0-1 0 0,1 0 0 0 0,0 0 0 0 0,0 1 1 0 0,2-5 246 0 0,7-14-318 0 0,-7 14-90 0 0,0 0-1 0 0,1 0 1 0 0,0 0-1 0 0,0 0 1 0 0,0 1-1 0 0,1 0 1 0 0,7-8-1 0 0,4-1-5 0 0,1 1-1 0 0,0 0 1 0 0,22-12-1 0 0,-29 20-3 0 0,0 0 0 0 0,1 1-1 0 0,-1 1 1 0 0,1-1-1 0 0,0 2 1 0 0,1 0 0 0 0,18-4-1 0 0,-27 7 4 0 0,0 0-1 0 0,0 0 0 0 0,-1 1 1 0 0,1-1-1 0 0,0 0 0 0 0,0 1 1 0 0,0 0-1 0 0,-1 0 0 0 0,1-1 1 0 0,0 2-1 0 0,-1-1 1 0 0,1 0-1 0 0,-1 0 0 0 0,1 1 1 0 0,-1 0-1 0 0,1-1 0 0 0,-1 1 1 0 0,0 0-1 0 0,0 0 0 0 0,0 0 1 0 0,0 0-1 0 0,0 0 0 0 0,-1 1 1 0 0,1-1-1 0 0,-1 1 0 0 0,1-1 1 0 0,-1 1-1 0 0,0-1 1 0 0,0 1-1 0 0,1 4 0 0 0,2 5 0 0 0,-1 0 0 0 0,0 0 0 0 0,-1 0 0 0 0,0 1 0 0 0,0 20 0 0 0,-3 3 1 0 0,-1-1 1 0 0,-2 1-1 0 0,-2-1 1 0 0,0 0-1 0 0,-24 66 1 0 0,7-41-1 0 0,-2 0 0 0 0,-47 76 1 0 0,70-132-3 0 0,-10 18-15 0 0,-1-1 1 0 0,0 0-1 0 0,-2-1 0 0 0,-33 36 0 0 0,47-55-11 0 0,2-6-155 0 0,0 0 163 0 0,0 0 0 0 0,0 1 1 0 0,0-1-1 0 0,1 1 1 0 0,0-1-1 0 0,-1 1 0 0 0,2 0 1 0 0,-1-1-1 0 0,0 1 0 0 0,1 0 1 0 0,0 0-1 0 0,0 1 1 0 0,0-1-1 0 0,1 1 0 0 0,4-5 1 0 0,-2 3-14 0 0,1-1 1 0 0,-1 1 0 0 0,1 0-1 0 0,1 1 1 0 0,-1-1 0 0 0,1 1-1 0 0,-1 1 1 0 0,11-4 0 0 0,-16 7 18 0 0,0 0 10 0 0,0 1 7 0 0,-1-1-1 0 0,1 1 0 0 0,0-1 1 0 0,-1 1-1 0 0,1 0 0 0 0,-1-1 1 0 0,0 1-1 0 0,1 0 0 0 0,-1 0 1 0 0,0 0-1 0 0,1 0 0 0 0,-1 0 1 0 0,0 1-1 0 0,0-1 0 0 0,0 0 1 0 0,0 0-1 0 0,0 1 0 0 0,0-1 1 0 0,0 1-1 0 0,-1-1 0 0 0,1 1 1 0 0,0-1-1 0 0,-1 1 1 0 0,1-1-1 0 0,-1 1 0 0 0,1 2 1 0 0,6 21 30 0 0,-4-9-18 0 0,2 0 0 0 0,0-1 1 0 0,0 0-1 0 0,11 19 1 0 0,-14-30-21 0 0,1 0 1 0 0,-1 0-1 0 0,1-1 1 0 0,0 1 0 0 0,0-1-1 0 0,1 1 1 0 0,-1-1-1 0 0,1 0 1 0 0,-1 0-1 0 0,1-1 1 0 0,0 1-1 0 0,0-1 1 0 0,0 0 0 0 0,1 0-1 0 0,-1 0 1 0 0,0 0-1 0 0,1-1 1 0 0,-1 0-1 0 0,8 2 1 0 0,-1-2-24 0 0,1-1 0 0 0,-1 1 1 0 0,0-2-1 0 0,1 0 0 0 0,-1 0 0 0 0,0-1 1 0 0,0 0-1 0 0,0-1 0 0 0,0 0 0 0 0,0-1 1 0 0,0 0-1 0 0,-1-1 0 0 0,0 0 0 0 0,0 0 1 0 0,0-1-1 0 0,-1-1 0 0 0,0 0 0 0 0,0 0 1 0 0,-1 0-1 0 0,1-1 0 0 0,-2-1 1 0 0,1 1-1 0 0,-1-1 0 0 0,0 0 0 0 0,-1-1 1 0 0,0 0-1 0 0,-1 0 0 0 0,0 0 0 0 0,-1 0 1 0 0,5-15-1 0 0,-7 16 67 0 0,0 0 1 0 0,0 1 0 0 0,-1-1-1 0 0,0 0 1 0 0,-1 0 0 0 0,0 0-1 0 0,0 0 1 0 0,-1 0 0 0 0,-2-9-1 0 0,2 15-11 0 0,1 0-1 0 0,-1 0 0 0 0,0 0 1 0 0,0 0-1 0 0,0 0 0 0 0,-1 0 1 0 0,1 0-1 0 0,-1 1 0 0 0,1-1 1 0 0,-1 1-1 0 0,0-1 0 0 0,0 1 1 0 0,0 0-1 0 0,-1-1 0 0 0,1 1 1 0 0,0 0-1 0 0,-1 1 0 0 0,1-1 0 0 0,-1 0 1 0 0,0 1-1 0 0,1-1 0 0 0,-1 1 1 0 0,0 0-1 0 0,0 0 0 0 0,0 0 1 0 0,0 0-1 0 0,0 1 0 0 0,0-1 1 0 0,-5 0-1 0 0,5 1-13 0 0,-1 1-1 0 0,1-1 1 0 0,-1 0 0 0 0,1 1-1 0 0,-1-1 1 0 0,1 1-1 0 0,0 0 1 0 0,-1 0 0 0 0,1 1-1 0 0,0-1 1 0 0,0 1 0 0 0,0-1-1 0 0,0 1 1 0 0,0 0 0 0 0,0 0-1 0 0,1 0 1 0 0,-1 1 0 0 0,1-1-1 0 0,-1 1 1 0 0,1-1-1 0 0,0 1 1 0 0,0 0 0 0 0,0 0-1 0 0,0 0 1 0 0,1 0 0 0 0,-1 0-1 0 0,1 0 1 0 0,-2 4 0 0 0,-1 4-9 0 0,1-1 1 0 0,0 0 0 0 0,1 1-1 0 0,0-1 1 0 0,1 1 0 0 0,0 0 0 0 0,1 18-1 0 0,0-21-11 0 0,1 0 0 0 0,1 0 0 0 0,-1 0-1 0 0,1 0 1 0 0,1 0 0 0 0,-1-1-1 0 0,1 1 1 0 0,1-1 0 0 0,-1 1 0 0 0,1-1-1 0 0,1 0 1 0 0,-1 0 0 0 0,1-1 0 0 0,0 0-1 0 0,12 12 1 0 0,-13-14-1 0 0,1-1-1 0 0,0 1 1 0 0,0-1-1 0 0,0 0 1 0 0,0-1-1 0 0,0 1 1 0 0,1-1-1 0 0,-1 0 1 0 0,1 0-1 0 0,-1 0 1 0 0,1-1-1 0 0,0 0 1 0 0,0 0-1 0 0,0-1 1 0 0,-1 1-1 0 0,1-1 1 0 0,0 0-1 0 0,0-1 1 0 0,0 0-1 0 0,0 0 1 0 0,-1 0-1 0 0,1 0 1 0 0,5-3-1 0 0,-1 0-8 0 0,-1 0 1 0 0,0 0-1 0 0,0-1 0 0 0,0 0 0 0 0,0 0 1 0 0,-1-1-1 0 0,0-1 0 0 0,-1 1 0 0 0,1-1 1 0 0,7-10-1 0 0,-5 6-2 0 0,-1-2 1 0 0,-1 1-1 0 0,0-1 1 0 0,-1-1-1 0 0,0 0 1 0 0,5-17-1 0 0,-2-3 7 0 0,-1-1-1 0 0,-1 0 1 0 0,-2-1-1 0 0,-2 1 1 0 0,0-40 0 0 0,-6-121 115 0 0,-1 56 227 0 0,-11 252-3 0 0,-11 135-199 0 0,-6 36-41 0 0,11-132-69 0 0,-34 350 51 0 0,54-495-70 0 0,-2 16-9 0 0,2 0-1 0 0,0 0 1 0 0,7 40 0 0 0,-7-60 3 0 0,0-1 0 0 0,1 0 1 0 0,-1 0-1 0 0,0 1 0 0 0,1-1 0 0 0,-1 0 1 0 0,1 0-1 0 0,-1 0 0 0 0,1 1 0 0 0,0-1 1 0 0,0 0-1 0 0,-1 0 0 0 0,1 0 1 0 0,0 0-1 0 0,0 0 0 0 0,0 0 0 0 0,0-1 1 0 0,1 2-1 0 0,-1-2-50 0 0,14-18-74 0 0,-13 17 121 0 0,-1-1 0 0 0,1 0 0 0 0,0 0 0 0 0,-1 0-1 0 0,1 0 1 0 0,-1 0 0 0 0,1 0 0 0 0,-1 0 0 0 0,0 0-1 0 0,2-4 1 0 0,4-24-96 0 0,-1 0 0 0 0,-1 0-1 0 0,-1-1 1 0 0,-1-43-1 0 0,-2 38 19 0 0,-3-116-263 0 0,-1 93-7 0 0,7-69-1 0 0,-4 125 323 0 0,1 1 0 0 0,-1-1 0 0 0,1 0 0 0 0,0 1-1 0 0,0-1 1 0 0,0 0 0 0 0,0 1 0 0 0,0-1 0 0 0,1 1-1 0 0,-1 0 1 0 0,1 0 0 0 0,0-1 0 0 0,0 1 0 0 0,0 0-1 0 0,0 0 1 0 0,0 1 0 0 0,0-1 0 0 0,0 0-1 0 0,0 1 1 0 0,5-3 0 0 0,4-2-115 0 0,1 1 1 0 0,-1 1-1 0 0,18-5 0 0 0,-5 2 13 0 0,-13 2 104 0 0,0 1 1 0 0,-1-2-1 0 0,1 1 0 0 0,-1-1 0 0 0,-1-1 1 0 0,1 0-1 0 0,-1 0 0 0 0,-1-1 0 0 0,1 0 1 0 0,-1 0-1 0 0,13-18 0 0 0,-10 9 98 0 0,-1 1-1 0 0,0-2 1 0 0,-1 1-1 0 0,-1-1 1 0 0,-1 0 0 0 0,7-27-1 0 0,-12 40 16 0 0,-1-1 0 0 0,0 0 0 0 0,-1 0 0 0 0,1 0 0 0 0,-1 0 0 0 0,0 0 0 0 0,-1 0 0 0 0,-1-11 0 0 0,1 15-9 0 0,1-1 0 0 0,-1 0-1 0 0,0 0 1 0 0,0 1 0 0 0,0-1 0 0 0,0 0-1 0 0,-1 1 1 0 0,1-1 0 0 0,0 1 0 0 0,-1 0-1 0 0,0-1 1 0 0,0 1 0 0 0,0 0 0 0 0,0 0-1 0 0,0 0 1 0 0,0 0 0 0 0,0 1 0 0 0,-1-1-1 0 0,1 1 1 0 0,-3-2 0 0 0,3 2-49 0 0,0 1 1 0 0,1 0-1 0 0,-1-1 1 0 0,0 1-1 0 0,0 0 0 0 0,1 0 1 0 0,-1 0-1 0 0,0 1 1 0 0,1-1-1 0 0,-1 0 1 0 0,0 1-1 0 0,1-1 0 0 0,-1 1 1 0 0,0-1-1 0 0,1 1 1 0 0,-1 0-1 0 0,1 0 1 0 0,-1 0-1 0 0,1 0 0 0 0,0 0 1 0 0,-1 0-1 0 0,1 0 1 0 0,0 0-1 0 0,-1 0 1 0 0,1 0-1 0 0,0 1 0 0 0,0-1 1 0 0,-1 3-1 0 0,-2 2 5 0 0,0 0 1 0 0,0 0-1 0 0,1 0 0 0 0,-1 1 0 0 0,-1 7 0 0 0,1-3-7 0 0,1 1 1 0 0,0 0-1 0 0,1 0 0 0 0,0 1 0 0 0,1-1 0 0 0,1 0 0 0 0,0 0 0 0 0,0 1 1 0 0,1-1-1 0 0,5 22 0 0 0,-4-26-24 0 0,0 0 0 0 0,1 0 0 0 0,0 0 0 0 0,0-1 0 0 0,0 0 0 0 0,1 0 0 0 0,0 0 0 0 0,1 0 0 0 0,0 0 1 0 0,0-1-1 0 0,0 0 0 0 0,1 0 0 0 0,-1 0 0 0 0,2-1 0 0 0,-1 0 0 0 0,14 9 0 0 0,-15-11-33 0 0,1 0 0 0 0,-1 0 0 0 0,1 0 0 0 0,0-1 0 0 0,0 0 0 0 0,0 0 0 0 0,0-1 0 0 0,0 0 1 0 0,0 0-1 0 0,1 0 0 0 0,-1-1 0 0 0,0 0 0 0 0,0 0 0 0 0,0 0 0 0 0,8-2 0 0 0,-7 0-361 0 0,-1 0 0 0 0,1 0 0 0 0,-1-1 0 0 0,1 0 0 0 0,-1 0-1 0 0,0-1 1 0 0,0 1 0 0 0,9-9 0 0 0,1-2-4039 0 0,-4 1-1995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 66 9085 0 0,'-2'-2'5882'0'0,"-7"-13"-224"0"0,0-1-1551 0 0,6 12 894 0 0,24 43-4742 0 0,29 58 254 0 0,-43-81-399 0 0,0 0-1 0 0,-2 1 1 0 0,0 0-1 0 0,4 22 1 0 0,-9-36-94 0 0,1 1 1 0 0,-1-1-1 0 0,0 1 1 0 0,0-1-1 0 0,-1 1 1 0 0,1-1-1 0 0,-1 0 1 0 0,1 1-1 0 0,-1-1 1 0 0,-2 4-1 0 0,3-6-11 0 0,-1 0 0 0 0,1 1 1 0 0,-1-1-1 0 0,1 0 0 0 0,-1 0 0 0 0,0 0 0 0 0,0 0 1 0 0,0 0-1 0 0,0 0 0 0 0,0 0 0 0 0,0 0 0 0 0,0 0 1 0 0,0 0-1 0 0,0-1 0 0 0,0 1 0 0 0,0 0 0 0 0,0-1 0 0 0,-1 1 1 0 0,1-1-1 0 0,0 1 0 0 0,0-1 0 0 0,-1 0 0 0 0,1 1 1 0 0,0-1-1 0 0,-1 0 0 0 0,-1 0 0 0 0,1 0 25 0 0,-12-14 28 0 0,11 9-56 0 0,0 0-1 0 0,1-1 1 0 0,-1 1-1 0 0,1-1 1 0 0,0 0-1 0 0,0 0 0 0 0,1 0 1 0 0,0 0-1 0 0,0 0 1 0 0,0 0-1 0 0,1 0 1 0 0,0-9-1 0 0,1 0-58 0 0,0 0 0 0 0,1 0-1 0 0,7-27 1 0 0,-3 22-270 0 0,0 1-1 0 0,1 0 0 0 0,13-22 0 0 0,5 5-6697 0 0,-14 25 643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21 186 7377 0 0,'3'-2'4353'0'0,"11"-4"-1516"0"0,-1-1 0 0 0,16-12 0 0 0,-18 11-2047 0 0,-1 0 1 0 0,1-1-1 0 0,-2 0 0 0 0,1-1 0 0 0,13-18 0 0 0,-20 24-498 0 0,-1 0-1 0 0,0 0 0 0 0,0 0 0 0 0,-1 0 1 0 0,1 0-1 0 0,-1-1 0 0 0,1 1 0 0 0,-2 0 1 0 0,1-1-1 0 0,0 1 0 0 0,-1-6 0 0 0,0 9-237 0 0,0 0-1 0 0,0 0 1 0 0,0 0-1 0 0,0 0 1 0 0,0 0-1 0 0,0 0 1 0 0,-1 0-1 0 0,1 0 1 0 0,0 0-1 0 0,-1 0 1 0 0,1 1-1 0 0,-1-1 1 0 0,1 0-1 0 0,-1 0 1 0 0,1 0-1 0 0,-1 0 1 0 0,0 1-1 0 0,1-1 1 0 0,-1 0-1 0 0,0 1 1 0 0,0-1-1 0 0,0 0 1 0 0,1 1-1 0 0,-1-1 1 0 0,0 1-1 0 0,0-1 1 0 0,0 1-1 0 0,0 0 1 0 0,0-1-1 0 0,0 1 1 0 0,0 0-1 0 0,0 0 1 0 0,0 0-1 0 0,0-1 1 0 0,0 1-1 0 0,0 0 1 0 0,0 0-1 0 0,0 1 1 0 0,0-1-1 0 0,-1 0 1 0 0,-3 1 76 0 0,-1-1 0 0 0,1 1 0 0 0,0 0 0 0 0,-9 4 1 0 0,7-2-64 0 0,0 0 1 0 0,0 1-1 0 0,0 0 1 0 0,0 0-1 0 0,1 1 0 0 0,0 0 1 0 0,0 0-1 0 0,0 0 1 0 0,1 1-1 0 0,0 0 1 0 0,0 0-1 0 0,0 0 1 0 0,-5 11-1 0 0,7-13-77 0 0,1 1-1 0 0,-1-1 0 0 0,1 0 0 0 0,1 1 0 0 0,-1-1 0 0 0,1 1 0 0 0,-1 0 0 0 0,1 0 1 0 0,1-1-1 0 0,-1 1 0 0 0,1 0 0 0 0,0 0 0 0 0,0 0 0 0 0,0 0 0 0 0,0 0 0 0 0,1-1 1 0 0,0 1-1 0 0,0 0 0 0 0,1 0 0 0 0,-1-1 0 0 0,1 1 0 0 0,3 5 0 0 0,-2-5-51 0 0,1-1-1 0 0,0 1 1 0 0,0-1-1 0 0,0 1 1 0 0,1-1-1 0 0,0-1 1 0 0,0 1-1 0 0,0-1 1 0 0,0 1-1 0 0,8 3 1 0 0,1-1-317 0 0,1 0 1 0 0,28 8 0 0 0,0-9-1728 0 0,-14-6-2863 0 0,-6 0-1400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75 6473 0 0,'-1'0'4059'0'0,"-7"-3"1861"0"0,4-2-4813 0 0,-3-9 6971 0 0,6 9-8301 0 0,1 3 1293 0 0,0-25 2101 0 0,1 24-2972 0 0,0-9 853 0 0,0 8-345 0 0,-1 6 21 0 0,1 169-432 0 0,-4-72-230 0 0,4-54-26 0 0,-1-44-28 0 0,0-7-9 0 0,4-32 0 0 0,9-72-25 0 0,-10 94 12 0 0,1 1 0 0 0,0 0 0 0 0,1 0 0 0 0,1 0 0 0 0,9-17 0 0 0,-15 31 10 0 0,2-3-4 0 0,0 0 0 0 0,1 0 0 0 0,-1 0 0 0 0,1 0 0 0 0,0 1 0 0 0,0-1 0 0 0,0 1 0 0 0,1 0 1 0 0,5-5-1 0 0,-8 7 5 0 0,0 0-1 0 0,0 0 1 0 0,-1 1 0 0 0,1-1 0 0 0,0 0 0 0 0,0 1 0 0 0,0-1 0 0 0,0 0 0 0 0,1 1-1 0 0,-1-1 1 0 0,0 1 0 0 0,0 0 0 0 0,0-1 0 0 0,0 1 0 0 0,0 0 0 0 0,1 0 0 0 0,-1 0 0 0 0,0 0-1 0 0,0 0 1 0 0,0 0 0 0 0,1 0 0 0 0,-1 0 0 0 0,0 0 0 0 0,0 1 0 0 0,0-1 0 0 0,0 0-1 0 0,0 1 1 0 0,1-1 0 0 0,-1 1 0 0 0,0-1 0 0 0,0 1 0 0 0,0-1 0 0 0,0 1 0 0 0,0 0 0 0 0,0 0-1 0 0,-1-1 1 0 0,1 1 0 0 0,1 2 0 0 0,1 1 3 0 0,-1 0-1 0 0,0 0 1 0 0,0 0 0 0 0,0 1-1 0 0,0-1 1 0 0,1 10 0 0 0,-1-8 2 0 0,2 20-88 0 0,0 0-1 0 0,-2 0 1 0 0,0 0 0 0 0,-2 1 0 0 0,-4 36 0 0 0,4-61-200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 20 4156 0 0,'0'-1'8967'0'0,"-3"-12"3094"0"0,-9 9-10587 0 0,9 3-285 0 0,0 3-248 0 0,-4 5-709 0 0,0-1 0 0 0,1 2 0 0 0,0-1 0 0 0,0 1 0 0 0,0-1 1 0 0,1 2-1 0 0,0-1 0 0 0,1 0 0 0 0,0 1 0 0 0,0 0 0 0 0,1 0 0 0 0,0 0 0 0 0,-2 12 0 0 0,2-4-176 0 0,0 0 0 0 0,1 0 0 0 0,0 0 1 0 0,2 0-1 0 0,0 1 0 0 0,5 31 0 0 0,-5-46-78 0 0,1-1-1 0 0,0 1 1 0 0,0-1 0 0 0,0 1 0 0 0,0-1 0 0 0,0 0 0 0 0,0 1 0 0 0,3 2-1 0 0,-3-4-17 0 0,0 0-1 0 0,-1 0 0 0 0,1-1 1 0 0,0 1-1 0 0,-1 0 0 0 0,1 0 1 0 0,0-1-1 0 0,0 1 1 0 0,-1-1-1 0 0,1 1 0 0 0,0-1 1 0 0,0 1-1 0 0,0-1 0 0 0,0 0 1 0 0,0 1-1 0 0,0-1 0 0 0,0 0 1 0 0,0 0-1 0 0,0 1 0 0 0,0-1 1 0 0,0 0-1 0 0,0 0 0 0 0,0 0 1 0 0,0 0-1 0 0,0 0 0 0 0,0-1 1 0 0,0 1-1 0 0,0 0 0 0 0,1-1 1 0 0,21-10-1751 0 0,-6 1-3283 0 0,-3 0-1382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0 272 12317 0 0,'0'-1'3329'0'0,"1"-11"9533"0"0,0 11-12792 0 0,-1 0 1 0 0,1 0 0 0 0,-1 0-1 0 0,1 0 1 0 0,-1 0-1 0 0,1 0 1 0 0,0 0-1 0 0,-1 0 1 0 0,1 0-1 0 0,0 0 1 0 0,0 0 0 0 0,0 0-1 0 0,0 0 1 0 0,0 0-1 0 0,0 1 1 0 0,0-1-1 0 0,0 0 1 0 0,0 1-1 0 0,2-1 1 0 0,30-13 478 0 0,-15 7-385 0 0,-5 2-84 0 0,1-2 1 0 0,-1 0-1 0 0,0 0 0 0 0,-1-1 0 0 0,0-1 1 0 0,19-17-1 0 0,-27 23-57 0 0,-1-1 1 0 0,1 1 0 0 0,-1-1-1 0 0,0 0 1 0 0,0 0-1 0 0,-1 0 1 0 0,1 0 0 0 0,-1-1-1 0 0,0 1 1 0 0,0-1-1 0 0,0 1 1 0 0,-1-1 0 0 0,1 0-1 0 0,-1 1 1 0 0,-1-1-1 0 0,1 0 1 0 0,0 0 0 0 0,-1 0-1 0 0,0 0 1 0 0,0 0-1 0 0,-1 0 1 0 0,1 0 0 0 0,-4-9-1 0 0,4 12-6 0 0,0 0 1 0 0,-1 1-1 0 0,0-1 0 0 0,1 0 0 0 0,-1 0 0 0 0,0 1 1 0 0,0-1-1 0 0,0 1 0 0 0,0-1 0 0 0,0 1 0 0 0,0-1 1 0 0,0 1-1 0 0,-1-1 0 0 0,1 1 0 0 0,0 0 0 0 0,-1 0 1 0 0,1 0-1 0 0,-1 0 0 0 0,0 0 0 0 0,1 0 0 0 0,-1 0 1 0 0,0 0-1 0 0,1 1 0 0 0,-1-1 0 0 0,0 1 0 0 0,0-1 1 0 0,1 1-1 0 0,-1 0 0 0 0,0-1 0 0 0,0 1 0 0 0,0 0 0 0 0,0 0 1 0 0,0 1-1 0 0,1-1 0 0 0,-1 0 0 0 0,0 0 0 0 0,0 1 1 0 0,0-1-1 0 0,1 1 0 0 0,-3 1 0 0 0,-1 0 2 0 0,0 0 0 0 0,1 0 0 0 0,-1 0 0 0 0,1 1 0 0 0,0 0 0 0 0,0 0 0 0 0,0 0 0 0 0,0 1 0 0 0,1-1 0 0 0,-1 1 0 0 0,1 0-1 0 0,0 0 1 0 0,-6 8 0 0 0,5-1-15 0 0,-1 1 0 0 0,1-1 0 0 0,1 1-1 0 0,0-1 1 0 0,1 1 0 0 0,0 0 0 0 0,1 0-1 0 0,0 0 1 0 0,1 0 0 0 0,1 18 0 0 0,1-16-7 0 0,0 1 1 0 0,1-1-1 0 0,1 1 1 0 0,0-1-1 0 0,0 0 1 0 0,2-1-1 0 0,-1 1 1 0 0,10 13-1 0 0,-13-24-26 0 0,0 0 1 0 0,1 0-1 0 0,-1 0 1 0 0,1-1-1 0 0,0 1 1 0 0,0-1-1 0 0,0 0 1 0 0,0 0-1 0 0,0 0 1 0 0,0 0-1 0 0,0-1 1 0 0,1 1-1 0 0,-1-1 0 0 0,1 0 1 0 0,-1 0-1 0 0,1 0 1 0 0,0 0-1 0 0,-1 0 1 0 0,1-1-1 0 0,0 0 1 0 0,-1 0-1 0 0,1 0 1 0 0,6-1-1 0 0,9-1-1268 0 0,0-1 1 0 0,-1-1-1 0 0,24-7 0 0 0,-36 9 541 0 0,54-15-5747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5 11737 0 0,'-3'-5'17414'0'0,"6"80"-16050"0"0,12 127 117 0 0,-3 30-923 0 0,-11-190-508 0 0,3 89-162 0 0,-2-123 158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55 389 5184 0 0,'-8'-19'9589'0'0,"-4"1"-4365"0"0,9 14-4707 0 0,0 0 1 0 0,1 0 0 0 0,-1-1 0 0 0,1 1-1 0 0,0-1 1 0 0,0 0 0 0 0,0 1 0 0 0,0-1-1 0 0,1 0 1 0 0,0 0 0 0 0,-1-10 0 0 0,-2-27 1126 0 0,2 27-997 0 0,0 1-1 0 0,1-16 0 0 0,1 24-499 0 0,0-8 154 0 0,1 0 0 0 0,0-1 1 0 0,1 1-1 0 0,7-27 0 0 0,-7 36-292 0 0,-1 1 0 0 0,1-1-1 0 0,1 1 1 0 0,-1 0 0 0 0,1 0 0 0 0,0 0 0 0 0,0 0-1 0 0,0 1 1 0 0,0-1 0 0 0,0 1 0 0 0,1 0 0 0 0,0 0 0 0 0,0 0-1 0 0,0 0 1 0 0,0 1 0 0 0,0-1 0 0 0,0 1 0 0 0,9-3 0 0 0,-5 2-15 0 0,0 1 0 0 0,0-1 0 0 0,0 1 0 0 0,0 1 0 0 0,0 0 0 0 0,1 0 0 0 0,-1 1 0 0 0,0 0 0 0 0,1 0 0 0 0,-1 1 0 0 0,1 0 0 0 0,-1 0 0 0 0,0 1 0 0 0,0 0 0 0 0,11 4 0 0 0,-14-3 2 0 0,1-1-1 0 0,-1 1 0 0 0,0 0 1 0 0,0 1-1 0 0,0-1 0 0 0,0 1 0 0 0,0 0 1 0 0,-1 0-1 0 0,0 0 0 0 0,0 1 1 0 0,0 0-1 0 0,0-1 0 0 0,-1 1 1 0 0,1 1-1 0 0,-1-1 0 0 0,-1 0 0 0 0,1 1 1 0 0,-1-1-1 0 0,0 1 0 0 0,0 0 1 0 0,1 11-1 0 0,-1 0 1 0 0,0 1 0 0 0,-2-1 0 0 0,0 1 0 0 0,-1-1 0 0 0,-1 1 1 0 0,-1-1-1 0 0,0 0 0 0 0,-8 24 0 0 0,-1-6-52 0 0,-2 0 0 0 0,-33 62 0 0 0,23-46-849 0 0,23-49 652 0 0,6-4-1822 0 0,14-7 2079 0 0,-14 7 327 0 0,-4 2-301 0 0,-1 0 1 0 0,1 1-1 0 0,0-1 0 0 0,-1 0 1 0 0,1 0-1 0 0,0 1 0 0 0,-1-1 1 0 0,1 0-1 0 0,-1 1 0 0 0,1-1 1 0 0,-1 1-1 0 0,1-1 1 0 0,-1 1-1 0 0,1-1 0 0 0,-1 1 1 0 0,1-1-1 0 0,-1 1 0 0 0,1 0 1 0 0,-1 16 140 0 0,0-1-1 0 0,1 1 1 0 0,1-1 0 0 0,1 0 0 0 0,7 24 0 0 0,-9-35-176 0 0,1 1 0 0 0,1-1 0 0 0,-1 0 0 0 0,1 1 0 0 0,0-1 0 0 0,0-1 0 0 0,0 1 1 0 0,1 0-1 0 0,-1-1 0 0 0,1 0 0 0 0,0 0 0 0 0,1 0 0 0 0,-1 0 0 0 0,1 0 0 0 0,-1-1 0 0 0,1 0 0 0 0,0 0 0 0 0,1-1 0 0 0,8 4 0 0 0,-5-3-24 0 0,0-1 0 0 0,0-1 0 0 0,1 1 0 0 0,-1-1 0 0 0,0-1-1 0 0,1 0 1 0 0,-1-1 0 0 0,1 1 0 0 0,-1-2 0 0 0,0 1 0 0 0,0-1-1 0 0,0-1 1 0 0,0 0 0 0 0,0 0 0 0 0,10-5 0 0 0,-6 1 3 0 0,1 0 0 0 0,-1 0 0 0 0,-1-1 0 0 0,0-1 0 0 0,0 0 0 0 0,-1-1 0 0 0,0 0 0 0 0,18-22 0 0 0,-24 25 78 0 0,1 0 0 0 0,-1-1-1 0 0,-1 0 1 0 0,0 0 0 0 0,0 0-1 0 0,0-1 1 0 0,-1 1-1 0 0,3-12 1 0 0,-5 15 51 0 0,-1 0-1 0 0,1 0 1 0 0,-1 0 0 0 0,1 0-1 0 0,-2 0 1 0 0,1 0 0 0 0,0 0-1 0 0,-1 1 1 0 0,0-1 0 0 0,0 0-1 0 0,0 0 1 0 0,-1 0 0 0 0,0 1-1 0 0,0-1 1 0 0,0 1 0 0 0,-4-7 0 0 0,5 10-77 0 0,0 0 1 0 0,1-1 0 0 0,-1 1 0 0 0,0 0 0 0 0,-1 0 0 0 0,1 0 0 0 0,0 0 0 0 0,0 0 0 0 0,0 0 0 0 0,-1 0 0 0 0,1 1 0 0 0,0-1 0 0 0,-1 0 0 0 0,1 1 0 0 0,0-1-1 0 0,-1 1 1 0 0,1-1 0 0 0,-1 1 0 0 0,1 0 0 0 0,-1-1 0 0 0,1 1 0 0 0,-1 0 0 0 0,1 0 0 0 0,-1 0 0 0 0,1 0 0 0 0,-1 1 0 0 0,1-1 0 0 0,-1 0 0 0 0,1 1 0 0 0,-1-1-1 0 0,1 1 1 0 0,-1-1 0 0 0,1 1 0 0 0,0 0 0 0 0,-1-1 0 0 0,1 1 0 0 0,-2 1 0 0 0,-2 1 0 0 0,1 1 0 0 0,0-1 0 0 0,0 0 1 0 0,0 1-1 0 0,0 0 0 0 0,1 0 0 0 0,-1 0 0 0 0,1 0 0 0 0,-4 7 0 0 0,2-2-13 0 0,1 1-1 0 0,0-1 1 0 0,1 1-1 0 0,0 0 0 0 0,0 0 1 0 0,1 0-1 0 0,0 0 1 0 0,1 1-1 0 0,0 17 1 0 0,1-21-15 0 0,0-1 0 0 0,1 1 1 0 0,1-1-1 0 0,-1 1 1 0 0,1-1-1 0 0,0 0 1 0 0,0 0-1 0 0,1 1 1 0 0,0-2-1 0 0,0 1 0 0 0,0 0 1 0 0,1 0-1 0 0,-1-1 1 0 0,2 0-1 0 0,-1 0 1 0 0,7 6-1 0 0,-6-6-2 0 0,0-1 0 0 0,1 1 0 0 0,0-1 0 0 0,0 0 0 0 0,0-1 0 0 0,1 0 0 0 0,-1 0 0 0 0,1 0 0 0 0,-1 0 0 0 0,1-1 0 0 0,0-1 0 0 0,0 1 0 0 0,0-1 0 0 0,0 0 0 0 0,11 0 0 0 0,-13-1-1 0 0,1-1 0 0 0,-1 1 0 0 0,0-1 1 0 0,0 0-1 0 0,0-1 0 0 0,0 1 0 0 0,0-1 1 0 0,0 0-1 0 0,0 0 0 0 0,0 0 0 0 0,-1-1 0 0 0,1 0 1 0 0,-1 0-1 0 0,0 0 0 0 0,0 0 0 0 0,0-1 1 0 0,0 1-1 0 0,0-1 0 0 0,-1 0 0 0 0,0 0 0 0 0,5-7 1 0 0,-5 5 1 0 0,0-1 0 0 0,-1 1 1 0 0,0 0-1 0 0,0-1 0 0 0,-1 1 0 0 0,1-1 1 0 0,-1 0-1 0 0,-1 1 0 0 0,1-1 1 0 0,-1 0-1 0 0,0 0 0 0 0,-1 1 1 0 0,-2-14-1 0 0,1 8-1 0 0,-1 0 1 0 0,-1 0 0 0 0,1 0-1 0 0,-2 0 1 0 0,0 0-1 0 0,-9-16 1 0 0,10 23-5 0 0,1 0 1 0 0,-1 0-1 0 0,0 0 1 0 0,0 0-1 0 0,-1 1 1 0 0,1 0-1 0 0,-1 0 1 0 0,0 0-1 0 0,0 0 1 0 0,0 1-1 0 0,-1 0 1 0 0,-11-5-1 0 0,16 7-36 0 0,-1 1 0 0 0,1 0 0 0 0,-1 0-1 0 0,1 0 1 0 0,-1 0 0 0 0,0 0 0 0 0,1 0-1 0 0,-1 1 1 0 0,1-1 0 0 0,-1 1 0 0 0,1-1-1 0 0,-1 1 1 0 0,1-1 0 0 0,-1 1 0 0 0,1 0-1 0 0,0-1 1 0 0,-1 1 0 0 0,1 0 0 0 0,0 0-1 0 0,0 0 1 0 0,-1 0 0 0 0,0 2 0 0 0,2-3-49 0 0,-1 1 1 0 0,1 0-1 0 0,0 0 1 0 0,0 0-1 0 0,-1 0 1 0 0,1-1-1 0 0,0 1 1 0 0,0 0-1 0 0,0 0 1 0 0,0 0-1 0 0,0 0 1 0 0,0-1-1 0 0,0 1 1 0 0,0 0-1 0 0,0 1 1 0 0,3 5-5058 0 0,8 7-1348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7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313 770 2824 0 0,'7'-17'11151'0'0,"-8"-1"-4612"0"0,0 14-5869 0 0,-1 0-1 0 0,1 0 0 0 0,-1 1 0 0 0,0-1 1 0 0,0 0-1 0 0,0 1 0 0 0,-4-6 0 0 0,-2 0-102 0 0,0 1 0 0 0,-1-1-1 0 0,0 1 1 0 0,-16-10-1 0 0,18 13-370 0 0,-1 0 0 0 0,-1 1-1 0 0,1 1 1 0 0,-1-1 0 0 0,1 1-1 0 0,-1 1 1 0 0,0 0 0 0 0,0 0-1 0 0,0 0 1 0 0,0 1 0 0 0,0 1-1 0 0,0 0 1 0 0,-1 0 0 0 0,1 0-1 0 0,-10 3 1 0 0,14-2-176 0 0,1-1 1 0 0,-1 1-1 0 0,1 1 1 0 0,0-1-1 0 0,-1 1 1 0 0,1 0 0 0 0,0-1-1 0 0,0 2 1 0 0,0-1-1 0 0,0 0 1 0 0,1 1-1 0 0,-1 0 1 0 0,1 0-1 0 0,-1 0 1 0 0,1 0-1 0 0,0 1 1 0 0,0-1-1 0 0,1 1 1 0 0,-1-1-1 0 0,1 1 1 0 0,0 0-1 0 0,-1 0 1 0 0,2 0-1 0 0,-1 1 1 0 0,0-1-1 0 0,1 0 1 0 0,0 1-1 0 0,0-1 1 0 0,0 0-1 0 0,1 1 1 0 0,-1 0-1 0 0,1 5 1 0 0,1-3-27 0 0,0-1 0 0 0,0 1 0 0 0,1 0-1 0 0,0 0 1 0 0,0 0 0 0 0,0-1 0 0 0,1 1 0 0 0,0-1 0 0 0,0 0-1 0 0,1 0 1 0 0,0 0 0 0 0,0 0 0 0 0,0-1 0 0 0,1 1 0 0 0,-1-1 0 0 0,1 0-1 0 0,0-1 1 0 0,7 5 0 0 0,-4-2-32 0 0,0-2 0 0 0,0 1 1 0 0,0-1-1 0 0,1 0 0 0 0,0-1 0 0 0,0 1 0 0 0,0-2 0 0 0,1 0 1 0 0,-1 0-1 0 0,1 0 0 0 0,0-1 0 0 0,11 0 0 0 0,-18-1 25 0 0,-1-1-1 0 0,0 0 0 0 0,0-1 0 0 0,1 1 1 0 0,-1 0-1 0 0,0-1 0 0 0,0 1 0 0 0,0-1 1 0 0,1 0-1 0 0,-1 1 0 0 0,0-1 1 0 0,0 0-1 0 0,0 0 0 0 0,0-1 0 0 0,0 1 1 0 0,-1 0-1 0 0,1-1 0 0 0,3-2 0 0 0,-3 1 10 0 0,0 0 0 0 0,0 0 0 0 0,0 0 0 0 0,0-1 0 0 0,0 1 0 0 0,-1 0 0 0 0,0-1 0 0 0,0 1 0 0 0,0-1 0 0 0,1-5 0 0 0,0-8 43 0 0,-1 0 1 0 0,-1 1 0 0 0,0-1 0 0 0,-3-17 0 0 0,2 25-18 0 0,1 4 10 0 0,0-1 0 0 0,-1 1 0 0 0,0 0 1 0 0,0-1-1 0 0,-1 1 0 0 0,1 0 1 0 0,-1 0-1 0 0,-4-9 0 0 0,5 13-9 0 0,0 10-48 0 0,1 1 0 0 0,0-1 0 0 0,1 0 0 0 0,0 1 0 0 0,0-1 0 0 0,1 0 0 0 0,0 0 0 0 0,1 0 0 0 0,0 0 0 0 0,6 12 0 0 0,-3-11-14 0 0,0-1 1 0 0,0-1-1 0 0,1 1 0 0 0,0-1 0 0 0,0 0 1 0 0,1-1-1 0 0,0 1 0 0 0,0-2 0 0 0,1 1 0 0 0,0-1 1 0 0,0 0-1 0 0,1-1 0 0 0,-1 0 0 0 0,1-1 0 0 0,0 0 1 0 0,1-1-1 0 0,-1 0 0 0 0,0 0 0 0 0,1-1 0 0 0,0 0 1 0 0,-1-1-1 0 0,1 0 0 0 0,0-1 0 0 0,0 0 1 0 0,0-1-1 0 0,-1 0 0 0 0,1 0 0 0 0,0-1 0 0 0,-1-1 1 0 0,1 0-1 0 0,-1 0 0 0 0,0-1 0 0 0,16-9 0 0 0,-21 10 20 0 0,0-1 0 0 0,0 1 0 0 0,0-1 0 0 0,-1 0 0 0 0,1-1 0 0 0,-1 1 0 0 0,0-1 0 0 0,0 0 0 0 0,4-7 0 0 0,-7 10 42 0 0,1-1 0 0 0,-1 0 0 0 0,1 1 0 0 0,-1-1 0 0 0,0 0 0 0 0,0 0 0 0 0,0 0 0 0 0,-1 0-1 0 0,1 0 1 0 0,-1 0 0 0 0,0 0 0 0 0,1 0 0 0 0,-1 0 0 0 0,-1 0 0 0 0,1 0 0 0 0,0 0 0 0 0,-1 0 0 0 0,1 0 0 0 0,-1 0 0 0 0,-2-5 0 0 0,0 2 42 0 0,0 1 0 0 0,-1-1 0 0 0,0 1 0 0 0,0 0 0 0 0,0 0 0 0 0,0 0 1 0 0,-1 1-1 0 0,0-1 0 0 0,0 1 0 0 0,0 0 0 0 0,-1 1 0 0 0,1-1 0 0 0,-9-3 0 0 0,5 3 1 0 0,-1 0-1 0 0,0 0 0 0 0,0 1 0 0 0,0 1 1 0 0,0 0-1 0 0,0 0 0 0 0,-21 0 0 0 0,26 1-58 0 0,1 1 0 0 0,-1 0 0 0 0,0 1-1 0 0,0-1 1 0 0,0 1 0 0 0,0 0 0 0 0,1 0 0 0 0,-1 1-1 0 0,0-1 1 0 0,1 1 0 0 0,-1 0 0 0 0,1 1-1 0 0,0-1 1 0 0,0 0 0 0 0,0 1 0 0 0,0 0 0 0 0,0 0-1 0 0,0 1 1 0 0,1-1 0 0 0,-1 1 0 0 0,1-1-1 0 0,0 1 1 0 0,0 0 0 0 0,1 0 0 0 0,-1 0 0 0 0,1 1-1 0 0,0-1 1 0 0,0 1 0 0 0,0-1 0 0 0,1 1 0 0 0,-1 0-1 0 0,1-1 1 0 0,0 1 0 0 0,0 0 0 0 0,1 0-1 0 0,0 0 1 0 0,0 0 0 0 0,0-1 0 0 0,0 1 0 0 0,1 0-1 0 0,0 0 1 0 0,0 0 0 0 0,0 0 0 0 0,0-1-1 0 0,1 1 1 0 0,3 6 0 0 0,1 2-8 0 0,0 0 0 0 0,1-1 0 0 0,1 0 0 0 0,0 0 0 0 0,1-1 0 0 0,12 13 0 0 0,-17-20-3 0 0,0 1 0 0 0,1-1 0 0 0,0 0 0 0 0,0 0 0 0 0,0 0 1 0 0,0-1-1 0 0,0 1 0 0 0,1-1 0 0 0,-1-1 0 0 0,1 1 0 0 0,0-1 1 0 0,0 0-1 0 0,0 0 0 0 0,0-1 0 0 0,0 0 0 0 0,11 1 0 0 0,-14-2 1 0 0,1-1 0 0 0,0 0 0 0 0,-1 0 0 0 0,1 0 0 0 0,-1 0 0 0 0,0-1 0 0 0,1 1 0 0 0,-1-1 0 0 0,0 0 0 0 0,0 0 0 0 0,0 0-1 0 0,0 0 1 0 0,0-1 0 0 0,0 1 0 0 0,-1-1 0 0 0,1 1 0 0 0,-1-1 0 0 0,1 0 0 0 0,-1 0 0 0 0,0 0 0 0 0,-1-1 0 0 0,1 1 0 0 0,0 0 0 0 0,-1-1 0 0 0,2-4-1 0 0,2-5 0 0 0,-1-1-1 0 0,0-1 1 0 0,-1 1-1 0 0,-1 0 1 0 0,1-16-1 0 0,-2-7-1 0 0,-1 0 0 0 0,-7-49 1 0 0,-20-77-2 0 0,23 140 7 0 0,-8-33 2 0 0,-20-60 1 0 0,22 86 10 0 0,-2 0 0 0 0,-1 1 0 0 0,-30-50 0 0 0,28 55 9 0 0,4 5 13 0 0,-25-31 0 0 0,32 47-25 0 0,1-1 0 0 0,0 0 1 0 0,-1 1-1 0 0,0 0 0 0 0,1 0 0 0 0,-1 0 0 0 0,0 0 0 0 0,-1 0 0 0 0,1 1 0 0 0,-1 0 0 0 0,1 0 0 0 0,-1 0 1 0 0,-7-2-1 0 0,11 4-8 0 0,0 0 0 0 0,-1 0 1 0 0,1 0-1 0 0,0 0 0 0 0,0 0 1 0 0,-1 1-1 0 0,1-1 0 0 0,0 0 1 0 0,0 1-1 0 0,0-1 0 0 0,-1 1 1 0 0,1-1-1 0 0,0 1 0 0 0,0-1 0 0 0,0 1 1 0 0,0 0-1 0 0,0-1 0 0 0,0 1 1 0 0,0 0-1 0 0,0 0 0 0 0,0 0 1 0 0,1 0-1 0 0,-1 0 0 0 0,0 0 1 0 0,0 0-1 0 0,1 0 0 0 0,-1 0 1 0 0,1 0-1 0 0,-1 0 0 0 0,1 1 1 0 0,-1-1-1 0 0,1 2 0 0 0,-2 3 3 0 0,0 0-1 0 0,1 1 0 0 0,0-1 1 0 0,-1 13-1 0 0,3 1-3 0 0,0-1-1 0 0,1 1 1 0 0,1-1-1 0 0,1 0 1 0 0,0 0-1 0 0,9 22 1 0 0,49 106-2 0 0,-27-79-69 0 0,3-2 0 0 0,2-2 0 0 0,3-2-1 0 0,61 68 1 0 0,-91-115-2396 0 0,25 19 0 0 0,-19-20-3956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54 8853 0 0,'-15'-3'22318'0'0,"27"7"-21452"0"0,23 2-1071 0 0,1-3 366 0 0,-27-1-131 0 0,0-1 0 0 0,0 0-1 0 0,15-2 1 0 0,384-52 172 0 0,-326 40-109 0 0,-80 13-42 0 0,-1 0-48 0 0,0 0 0 0 0,-1 0-1 0 0,1 0 1 0 0,0 0 0 0 0,-1 0-1 0 0,1 0 1 0 0,0 1 0 0 0,-1-1-1 0 0,1 0 1 0 0,0 0 0 0 0,-1 1-1 0 0,1-1 1 0 0,-1 0 0 0 0,1 1 0 0 0,0-1-1 0 0,-1 0 1 0 0,1 1 0 0 0,-1-1-1 0 0,1 1 1 0 0,-1-1 0 0 0,0 1-1 0 0,1-1 1 0 0,-1 1 0 0 0,1-1-1 0 0,-1 1 1 0 0,0 0 0 0 0,1-1-1 0 0,-1 1 1 0 0,0 0 0 0 0,0-1-1 0 0,0 1 1 0 0,1-1 0 0 0,-1 1-1 0 0,0 0 1 0 0,0 0 0 0 0,0-1-1 0 0,0 1 1 0 0,0 0 0 0 0,0-1-1 0 0,0 1 1 0 0,-1 0 0 0 0,1-1 0 0 0,0 1-1 0 0,0 0 1 0 0,0-1 0 0 0,-1 1-1 0 0,1-1 1 0 0,0 1 0 0 0,-1 0-1 0 0,0 0 1 0 0,1 1-1 0 0,-1 1 0 0 0,0-1-1 0 0,1 0 1 0 0,-1 0 0 0 0,1 1 0 0 0,0-1 0 0 0,0 0 0 0 0,0 5 0 0 0,0 5 2 0 0,-10 53 15 0 0,3 0 0 0 0,3 0 1 0 0,7 92-1 0 0,36 193 55 0 0,-34-319-74 0 0,-1-1 0 0 0,2 0 0 0 0,20 58 0 0 0,-24-82-4 0 0,-1-5-22 0 0,-4-6-2543 0 0,-12-13-1588 0 0,6 7-2348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50 6349 0 0,'1'-3'4715'0'0,"1"-1"-3735"0"0,0 1 1 0 0,0 0-1 0 0,0 0 0 0 0,0 0 0 0 0,1 0 0 0 0,-1 1 0 0 0,1-1 0 0 0,0 0 0 0 0,0 1 1 0 0,-1 0-1 0 0,2 0 0 0 0,3-3 0 0 0,-5 4-1027 0 0,15-6 5146 0 0,-30 25-4938 0 0,4-7 97 0 0,-2-1 0 0 0,1-1 0 0 0,-1 0 1 0 0,-1 0-1 0 0,-22 12 0 0 0,18-11 222 0 0,-26 20 1 0 0,9-8 336 0 0,31-21-787 0 0,3 2 5 0 0,5 14 25 0 0,0-1 1 0 0,9 17-1 0 0,8 22 27 0 0,-3-13-43 0 0,-15-32-68 0 0,0-1 0 0 0,-1 1-1 0 0,5 14 1 0 0,-8-18-254 0 0,3 10-164 0 0,0-7-5179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0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14 7721 0 0,'0'-1'4858'0'0,"-4"-11"9289"0"0,3 17-11917 0 0,0 18-1114 0 0,-1 31-1340 0 0,23 247 1029 0 0,0-13-387 0 0,-31 104 65 0 0,4-297-291 0 0,11 148-1 0 0,-2-223-925 0 0,-1-19 211 0 0,-1-6-216 0 0,0-33-6061 0 0,-2 23 425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127 1 7333 0 0,'0'0'17246'0'0,"-2"6"-16447"0"0,-100 284 4348 0 0,86-249-4522 0 0,11-31-83 0 0,3-12-229 0 0,6-29-155 0 0,12-52-183 0 0,-5 42 67 0 0,1 1 1 0 0,2 0 0 0 0,23-46-1 0 0,-36 85-39 0 0,-1 1 0 0 0,0-1 1 0 0,0 1-1 0 0,0 0 0 0 0,0-1 0 0 0,1 1 0 0 0,-1-1 0 0 0,0 1 0 0 0,0-1 0 0 0,1 1 0 0 0,-1 0 1 0 0,0-1-1 0 0,1 1 0 0 0,-1 0 0 0 0,0-1 0 0 0,1 1 0 0 0,-1 0 0 0 0,1 0 0 0 0,-1-1 0 0 0,0 1 0 0 0,1 0 1 0 0,-1 0-1 0 0,1 0 0 0 0,-1-1 0 0 0,1 1 0 0 0,-1 0 0 0 0,1 0 0 0 0,-1 0 0 0 0,1 0 0 0 0,0 0 0 0 0,0 0 1 0 0,0 1-1 0 0,-1-1 1 0 0,1 1-1 0 0,0-1 1 0 0,0 1-1 0 0,-1 0 1 0 0,1-1-1 0 0,0 1 0 0 0,-1 0 1 0 0,1 0-1 0 0,0-1 1 0 0,-1 1-1 0 0,1 0 1 0 0,0 1-1 0 0,12 32 29 0 0,-5-8-223 0 0,0-1 1 0 0,1 0-1 0 0,2-1 0 0 0,15 28 0 0 0,-24-50-326 0 0,-1 0-1 0 0,1 0 1 0 0,-1 0-1 0 0,1 0 1 0 0,0 0 0 0 0,0 0-1 0 0,0-1 1 0 0,0 1-1 0 0,0 0 1 0 0,4 1-1 0 0,9 5-5990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41:54.8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 7 1720,'-15'-5'23992,"38"4"-22821,-16 1-860,99 3 587,-35 0-658,256 6 133,-29-1-320,108-6-64,-347-3-46,80 2-170,-137-1 253,-1 0 63,3 1-79,-6 0 279,-17 5-483,15-4-119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 10125 0 0,'0'0'13665'0'0,"0"-3"-12005"0"0,0 2-1444 0 0,0 1 1 0 0,0-1-1 0 0,0 1 1 0 0,1-1 0 0 0,-1 1-1 0 0,0-1 1 0 0,0 0-1 0 0,0 1 1 0 0,1-1 0 0 0,-1 1-1 0 0,0-1 1 0 0,0 1-1 0 0,1-1 1 0 0,-1 1 0 0 0,0-1-1 0 0,1 1 1 0 0,-1-1-1 0 0,1 1 1 0 0,-1 0 0 0 0,0-1-1 0 0,1 1 1 0 0,-1 0-1 0 0,1-1 1 0 0,-1 1 0 0 0,1 0-1 0 0,0-1 1 0 0,-1 1-1 0 0,1 0 1 0 0,12 4-430 0 0,33 23 569 0 0,-26-16-275 0 0,-1 0 0 0 0,0 1 1 0 0,0 1-1 0 0,28 28 0 0 0,-45-40-88 0 0,-1 1 1 0 0,0-1-1 0 0,0 0 1 0 0,0 1-1 0 0,-1-1 0 0 0,1 1 1 0 0,0-1-1 0 0,0 1 1 0 0,-1-1-1 0 0,1 1 1 0 0,-1-1-1 0 0,0 1 1 0 0,1 0-1 0 0,-1-1 1 0 0,0 1-1 0 0,0 0 1 0 0,0-1-1 0 0,0 1 1 0 0,0 0-1 0 0,0-1 1 0 0,-1 1-1 0 0,1 0 1 0 0,-1-1-1 0 0,1 1 0 0 0,-1 0 1 0 0,1-1-1 0 0,-1 1 1 0 0,0-1-1 0 0,0 1 1 0 0,0-1-1 0 0,1 0 1 0 0,-2 1-1 0 0,1-1 1 0 0,-1 2-1 0 0,-5 4-131 0 0,0 0 1 0 0,0-1-1 0 0,-1 0 0 0 0,-11 8 0 0 0,17-13 108 0 0,-77 45-5762 0 0,22-16-718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4 631 4296 0 0,'-3'-2'24175'0'0,"99"-3"-23619"0"0,105-19 1 0 0,-130 14-451 0 0,282-19 252 0 0,-159 16-167 0 0,-122 6 479 0 0,-70 7-328 0 0,4 1-383 0 0,-6-1 56 0 0,0 0 0 0 0,0 0 1 0 0,0 0-1 0 0,0 0 0 0 0,0 0 0 0 0,0-1 1 0 0,0 1-1 0 0,0 0 0 0 0,-1 0 1 0 0,1 0-1 0 0,0 0 0 0 0,0 0 0 0 0,0 0 1 0 0,0 0-1 0 0,0 0 0 0 0,0 0 0 0 0,0-1 1 0 0,0 1-1 0 0,0 0 0 0 0,0 0 1 0 0,0 0-1 0 0,0 0 0 0 0,0 0 0 0 0,0 0 1 0 0,0 0-1 0 0,0-1 0 0 0,0 1 0 0 0,0 0 1 0 0,0 0-1 0 0,0 0 0 0 0,0 0 1 0 0,0 0-1 0 0,0 0 0 0 0,0 0 0 0 0,0-1 1 0 0,0 1-1 0 0,0 0 0 0 0,0 0 0 0 0,0 0 1 0 0,0 0-1 0 0,0 0 0 0 0,0 0 1 0 0,0 0-1 0 0,0 0 0 0 0,0-1 0 0 0,0 1 1 0 0,0 0-1 0 0,1 0 0 0 0,-1 0 0 0 0,0 0 1 0 0,0 0-1 0 0,0 0 0 0 0,0 0 1 0 0,0 0-1 0 0,0 0 0 0 0,0 0 0 0 0,0 0 1 0 0,1 0-1 0 0,-1 0 0 0 0,0 0 0 0 0,0 0 1 0 0,0 0-1 0 0,0 0 0 0 0,0 0 1 0 0,0 0-1 0 0,1 0 0 0 0,-1 0 0 0 0,0 0 1 0 0,0 0-1 0 0,-5-8-19 0 0,1 0 1 0 0,0 1-1 0 0,1-2 1 0 0,0 1-1 0 0,0 0 0 0 0,0 0 1 0 0,1-1-1 0 0,0 0 0 0 0,0-15 1 0 0,-1-4-50 0 0,4-55-1 0 0,1 55 24 0 0,26-252-225 0 0,-27 264 301 0 0,-3 13-20 0 0,-7 16-18 0 0,7-10-13 0 0,0 1-12 0 0,-2 21-639 0 0,4-25 576 0 0,0 1 0 0 0,0-1-1 0 0,0 1 1 0 0,0-1 0 0 0,0 1 0 0 0,-1-1 0 0 0,1 1 0 0 0,0-1 0 0 0,0 1 0 0 0,0-1-1 0 0,0 1 1 0 0,-1-1 0 0 0,1 0 0 0 0,0 1 0 0 0,0-1 0 0 0,-1 1 0 0 0,1-1 0 0 0,0 0-1 0 0,-1 1 1 0 0,1-1 0 0 0,-1 1 0 0 0,-8 1-6479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172 97 3084 0 0,'0'0'8996'0'0,"14"-27"878"0"0,-10 15-7578 0 0,8-10 131 0 0,-11 21-2033 0 0,1-2-25 0 0,14-21 1223 0 0,-16 23-615 0 0,3-4-724 0 0,-2 3-117 0 0,-6 4 684 0 0,-20 15-681 0 0,0 0 0 0 0,1 2 0 0 0,1 1 0 0 0,1 1 0 0 0,-21 25 0 0 0,22-26-41 0 0,15-15-34 0 0,1 1 0 0 0,-1 0 1 0 0,1 0-1 0 0,-8 12 0 0 0,12-17 19 0 0,37-23-25 0 0,-22 13-35 0 0,22-22 0 0 0,-23 19-7 0 0,1 0 1 0 0,0 1-1 0 0,30-17 0 0 0,-43 27-16 0 0,0 1 0 0 0,0-1 0 0 0,0 1 0 0 0,1 0 1 0 0,-1 0-1 0 0,0-1 0 0 0,0 1 0 0 0,0 0 0 0 0,0 0 0 0 0,0 0 0 0 0,0 0 0 0 0,1 0 0 0 0,-1 1 1 0 0,0-1-1 0 0,0 0 0 0 0,0 0 0 0 0,0 1 0 0 0,0-1 0 0 0,0 1 0 0 0,0-1 0 0 0,0 1 0 0 0,0-1 1 0 0,0 1-1 0 0,0-1 0 0 0,2 3 0 0 0,21 23-55 0 0,-15-16-14 0 0,-3-4-100 0 0,0 0 0 0 0,1 0 0 0 0,-1-1 0 0 0,1 0 0 0 0,14 8 0 0 0,-13-10-1242 0 0,0 1 1 0 0,0-1-1 0 0,12 3 1 0 0,12 0-5098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44 9821 0 0,'-7'-4'3877'0'0,"-10"0"11029"0"0,5 4-11832 0 0,14 0-3054 0 0,-1 0-1 0 0,1 1 1 0 0,0-1-1 0 0,-1 1 1 0 0,1-1-1 0 0,0 1 1 0 0,-1-1-1 0 0,1 1 1 0 0,-1 0-1 0 0,1 0 1 0 0,1 1-1 0 0,4 3 20 0 0,2-3-5 0 0,-1 0 0 0 0,1 0 0 0 0,0-1 0 0 0,-1 0-1 0 0,1-1 1 0 0,0 1 0 0 0,11-3 0 0 0,4 2-3 0 0,317-19 94 0 0,-173 7-109 0 0,-84 6-13 0 0,175-7-18 0 0,7 8-215 0 0,-265 5 222 0 0,0 0 1 0 0,0 0 0 0 0,0 0 0 0 0,0 0 0 0 0,0 0 0 0 0,0 0 0 0 0,0 1-1 0 0,0-1 1 0 0,0 0 0 0 0,0 1 0 0 0,0-1 0 0 0,0 1 0 0 0,0-1 0 0 0,-1 1-1 0 0,1-1 1 0 0,0 1 0 0 0,0 0 0 0 0,0-1 0 0 0,-1 1 0 0 0,1 0 0 0 0,0-1-1 0 0,-1 1 1 0 0,1 0 0 0 0,-1 0 0 0 0,1 0 0 0 0,-1 0 0 0 0,1 0 0 0 0,-1 0-1 0 0,0 0 1 0 0,1-1 0 0 0,-1 1 0 0 0,1 2 0 0 0,-1 4 39 0 0,1 0 0 0 0,-1-1 0 0 0,0 1 0 0 0,-1 9-1 0 0,0 10 2 0 0,2 11 80 0 0,-4 62 1 0 0,-2-19-7 0 0,1 6-25 0 0,2-57-57 0 0,0 1-1 0 0,2 0 0 0 0,1-1 1 0 0,2 1-1 0 0,8 43 0 0 0,-11-72-36 0 0,-1 3-2104 0 0,-4-11 1876 0 0,-4-8-5332 0 0,3 5-916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70 7845 0 0,'0'-3'13126'0'0,"-1"2"-13771"0"0,1 0 1094 0 0,0 1-1 0 0,-1-1 1 0 0,1 0 0 0 0,0 0 0 0 0,0 0-1 0 0,0 1 1 0 0,-1-1 0 0 0,1 0 0 0 0,0 0 0 0 0,0 0-1 0 0,0 0 1 0 0,0 0 0 0 0,1 0 0 0 0,-1 1-1 0 0,0-1 1 0 0,0 0 0 0 0,0 0 0 0 0,1 0-1 0 0,-1 1 1 0 0,0-1 0 0 0,1-1 0 0 0,0 1 263 0 0,4 3-446 0 0,72 34 519 0 0,57 30-459 0 0,-125-60-265 0 0,-6-4-107 0 0,-1 0 0 0 0,1-1 1 0 0,-1 1-1 0 0,1-1 0 0 0,0 0 0 0 0,-1 0 0 0 0,7 2 1 0 0,-8-3 29 0 0,-1 0-1 0 0,1-1 1 0 0,0 1 0 0 0,0 0 0 0 0,0 0 0 0 0,-1 0 0 0 0,1-1 0 0 0,0 1 0 0 0,0 0 0 0 0,0-1-1 0 0,-1 1 1 0 0,1 0 0 0 0,0-1 0 0 0,-1 1 0 0 0,1-1 0 0 0,0 0 0 0 0,-1 1 0 0 0,1-1 0 0 0,-1 1-1 0 0,1-1 1 0 0,-1 0 0 0 0,1 1 0 0 0,-1-1 0 0 0,0 0 0 0 0,1 0 0 0 0,-1 1 0 0 0,0-1 0 0 0,1 0 0 0 0,-1 0-1 0 0,0 1 1 0 0,0-1 0 0 0,0 0 0 0 0,0 0 0 0 0,0-1 0 0 0,3-9-54 0 0,0 0 0 0 0,0 0 0 0 0,1 0 0 0 0,1 0 0 0 0,-1 1 0 0 0,2 0 0 0 0,-1 0 0 0 0,1 0 0 0 0,1 1 0 0 0,0 0 0 0 0,15-15 0 0 0,-22 23 106 0 0,1 0 1 0 0,0 0-1 0 0,0 0 1 0 0,0 0-1 0 0,-1 1 1 0 0,1-1-1 0 0,0 0 1 0 0,0 1-1 0 0,0-1 1 0 0,0 0-1 0 0,1 1 1 0 0,-1-1-1 0 0,0 1 0 0 0,0 0 1 0 0,0-1-1 0 0,2 1 1 0 0,-3 1-21 0 0,0 0 1 0 0,0 0 0 0 0,1 1-1 0 0,-1-1 1 0 0,0 0-1 0 0,0 1 1 0 0,0-1-1 0 0,-1 0 1 0 0,1 0 0 0 0,0 1-1 0 0,0-1 1 0 0,-1 0-1 0 0,0 2 1 0 0,0 2-19 0 0,-1-1 1 0 0,1 1-1 0 0,-1 0 0 0 0,-1-1 1 0 0,1 1-1 0 0,0-1 0 0 0,-1 0 1 0 0,0 0-1 0 0,-4 5 0 0 0,-34 32-287 0 0,27-29 109 0 0,-33 31-1590 0 0,15-18-3202 0 0,11-9-1489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6 2204 0 0,'-7'-5'24115'0'0,"3"15"-23900"0"0,1 1 1 0 0,0-1-1 0 0,0 1 0 0 0,2 0 1 0 0,-2 21-1 0 0,3 65 455 0 0,1-31-326 0 0,-15 239 832 0 0,17-215-823 0 0,0-24-72 0 0,4-42-150 0 0,-2-17-352 0 0,-3-5-225 0 0,7-1-1240 0 0,-8 9-1879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 4940 0 0,'0'0'22256'0'0,"6"2"-21875"0"0,7 4-213 0 0,0-1-1 0 0,1-1 1 0 0,-1 0 0 0 0,1-1-1 0 0,0 0 1 0 0,16 0 0 0 0,95 2 293 0 0,-81-5-318 0 0,-21 1-108 0 0,15 1-54 0 0,0-2 0 0 0,0-2 1 0 0,-1-1-1 0 0,47-10 0 0 0,-83 13-62 0 0,1-1 1 0 0,-1 1-1 0 0,1 0 1 0 0,-1-1-1 0 0,0 0 0 0 0,1 1 1 0 0,-1-1-1 0 0,1 0 1 0 0,-1 0-1 0 0,0 0 1 0 0,0 0-1 0 0,0 0 0 0 0,1 0 1 0 0,0-2-1 0 0,-1 2-245 0 0,-19-13-13930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 7 4192 0 0,'-5'-7'21937'0'0,"14"10"-21774"0"0,20 4 611 0 0,42 18 0 0 0,-62-21-626 0 0,-1 0 0 0 0,0 0 0 0 0,1 1 0 0 0,-1 0 0 0 0,-1 1 0 0 0,1-1 0 0 0,-1 2 0 0 0,0-1-1 0 0,10 12 1 0 0,-15-14-119 0 0,1 0 0 0 0,-1 1 0 0 0,0-1 0 0 0,-1 0 0 0 0,1 1 0 0 0,-1 0 0 0 0,1-1 0 0 0,-1 1 0 0 0,-1-1 0 0 0,1 1 0 0 0,-1 0 0 0 0,0 0 0 0 0,0-1 0 0 0,0 1 0 0 0,0 0 0 0 0,-1 0 0 0 0,0-1 0 0 0,0 1 0 0 0,-2 5 0 0 0,-2 6-88 0 0,-1 0-1 0 0,-1-1 1 0 0,0 0-1 0 0,-11 18 0 0 0,5-13-377 0 0,-1 0 0 0 0,-1-1 0 0 0,-19 20 0 0 0,-29 21-5469 0 0,15-21-340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10985 0 0,'-2'-4'19049'0'0,"23"8"-18880"0"0,-1-1 0 0 0,1-1 0 0 0,34 0 0 0 0,72-8-48 0 0,-61 1-70 0 0,120-6 28 0 0,112-5 18 0 0,-124 23-29 0 0,-131-4-115 0 0,-41-3 37 0 0,-7 2-987 0 0,-16 4-506 0 0,6-3-4782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53 3212 0 0,'-4'-7'21164'0'0,"55"-34"-18375"0"0,-49 41-2523 0 0,1-4 1339 0 0,-4 4-1566 0 0,1 0 1 0 0,-38 19 360 0 0,-77 25 0 0 0,-50 4 123 0 0,65-28 181 0 0,67-15-285 0 0,31-5 100 0 0,7-1-468 0 0,19-5 0 0 0,-23 6-46 0 0,0 0 0 0 0,-1 0 0 0 0,1 0-1 0 0,0 0 1 0 0,0 0 0 0 0,0 0 0 0 0,0 0 0 0 0,0 0 0 0 0,0 0 0 0 0,0 0 0 0 0,-1 0 0 0 0,1 1 0 0 0,0-1 0 0 0,0 0 0 0 0,0 1 0 0 0,-1-1 0 0 0,1 1 0 0 0,0-1 0 0 0,0 1 0 0 0,-1-1 0 0 0,1 1 0 0 0,0-1 0 0 0,-1 1 0 0 0,1 0 0 0 0,0 0 0 0 0,10 19 70 0 0,-9-17-55 0 0,11 19-10 0 0,1-1 0 0 0,1-1 0 0 0,0 0 0 0 0,2-1 1 0 0,0 0-1 0 0,1-2 0 0 0,1 0 0 0 0,1-1 0 0 0,0-1 0 0 0,29 16 1 0 0,-39-25-227 0 0,1-1 0 0 0,0 0-1 0 0,20 7 1 0 0,-6-8-5905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8 12269 0 0,'-1'0'4787'0'0,"-14"0"2270"0"0,3 4-3284 0 0,10 1-1591 0 0,19 3-1076 0 0,39 1-1284 0 0,283-13 744 0 0,-95 1-416 0 0,36-3-37 0 0,-23-10-643 0 0,-249 13 1211 0 0,-7 1-2295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45 112 8129 0 0,'-1'-30'10004'0'0,"2"-3"-4517"0"0,0 2-3493 0 0,-1 29-1654 0 0,2-10 742 0 0,1 8 1489 0 0,-3 82-2116 0 0,-4 1 1 0 0,-14 80-1 0 0,17-147-414 0 0,-5 32 88 0 0,-5 54 146 0 0,10-74-186 0 0,-1-1 0 0 0,-4 23 1 0 0,4-78-1358 0 0,3 0-414 0 0,0 2-3456 0 0,1 5-1278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175 108 1104 0 0,'1'-3'6965'0'0,"21"-62"6409"0"0,-21 62-12756 0 0,-1 0 1 0 0,1 0 0 0 0,-1-1 0 0 0,1 1 0 0 0,-1 0-1 0 0,0-1 1 0 0,0 1 0 0 0,-1 0 0 0 0,1-1-1 0 0,-2-3 1 0 0,-13 24-290 0 0,1 0 1 0 0,0 0-1 0 0,1 1 0 0 0,-13 27 0 0 0,-4 2 81 0 0,-1-4-50 0 0,19-26-93 0 0,0 0 0 0 0,-18 35 0 0 0,29-51-135 0 0,3-6-100 0 0,24-53 114 0 0,57-91 0 0 0,-82 147-141 0 0,-1 1-1 0 0,1 0 0 0 0,0-1 1 0 0,0 1-1 0 0,0 0 1 0 0,0 0-1 0 0,0 0 0 0 0,0 0 1 0 0,0-1-1 0 0,0 1 1 0 0,0 1-1 0 0,0-1 0 0 0,0 0 1 0 0,1 0-1 0 0,-1 0 1 0 0,0 1-1 0 0,1-1 0 0 0,-1 0 1 0 0,1 1-1 0 0,-1-1 0 0 0,1 1 1 0 0,-1 0-1 0 0,3-1 1 0 0,-1 2-13 0 0,-1 0 1 0 0,1 0 0 0 0,-1-1 0 0 0,1 2 0 0 0,-1-1 0 0 0,0 0 0 0 0,1 0-1 0 0,-1 1 1 0 0,0-1 0 0 0,0 1 0 0 0,0 0 0 0 0,0 0 0 0 0,3 3 0 0 0,11 10-666 0 0,29 22 0 0 0,-2-10-5117 0 0,-17-15-700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78 0 2956 0 0,'-10'3'10158'0'0,"-1"2"-4267"0"0,-23 13 4239 0 0,21-11-7836 0 0,13-7-2250 0 0,-1 0 0 0 0,1 0 1 0 0,-1 1-1 0 0,1-1 0 0 0,-1 0 0 0 0,1 0 1 0 0,-1 1-1 0 0,1-1 0 0 0,-1 0 0 0 0,1 1 0 0 0,0-1 1 0 0,-1 1-1 0 0,1-1 0 0 0,-1 1 0 0 0,1-1 1 0 0,0 0-1 0 0,0 1 0 0 0,-1-1 0 0 0,1 1 0 0 0,0 0 1 0 0,0-1-1 0 0,-1 1 0 0 0,1-1 0 0 0,0 1 1 0 0,0-1-1 0 0,0 2 0 0 0,2 0-40 0 0,0 0-1 0 0,0 1 1 0 0,0-1-1 0 0,0 0 1 0 0,0 0 0 0 0,1 0-1 0 0,-1 0 1 0 0,1-1-1 0 0,-1 1 1 0 0,1-1 0 0 0,0 1-1 0 0,-1-1 1 0 0,1 0-1 0 0,0 0 1 0 0,0 0 0 0 0,0-1-1 0 0,0 1 1 0 0,0-1-1 0 0,0 1 1 0 0,0-1 0 0 0,4 0-1 0 0,40 1-3 0 0,78-8-1 0 0,-41 1-2 0 0,286-23-11 0 0,72-2 9 0 0,-281 30-28 0 0,-160 1 32 0 0,-1 0 0 0 0,0 0 0 0 0,1 0 0 0 0,-1 0 0 0 0,1 0 0 0 0,-1 0 0 0 0,1 0-1 0 0,-1 0 1 0 0,0 1 0 0 0,1-1 0 0 0,-1 0 0 0 0,1 0 0 0 0,-1 0 0 0 0,0 1 0 0 0,1-1 0 0 0,-1 0 0 0 0,1 0-1 0 0,-1 1 1 0 0,0-1 0 0 0,1 0 0 0 0,-1 1 0 0 0,0-1 0 0 0,0 0 0 0 0,1 1 0 0 0,-1-1 0 0 0,0 0-1 0 0,0 1 1 0 0,0-1 0 0 0,1 1 0 0 0,-1-1 0 0 0,0 0 0 0 0,0 1 0 0 0,0-1 0 0 0,0 1 0 0 0,0-1 0 0 0,0 1-1 0 0,0-1 1 0 0,0 0 0 0 0,0 1 0 0 0,0-1 0 0 0,0 1 0 0 0,0-1 0 0 0,0 1 0 0 0,0 0-8 0 0,-1 0 0 0 0,1 0 0 0 0,0 0 0 0 0,-1-1 0 0 0,1 1 1 0 0,0 0-1 0 0,-1 0 0 0 0,1-1 0 0 0,-1 1 0 0 0,1 0 0 0 0,-1-1 0 0 0,1 1 1 0 0,-1 0-1 0 0,0-1 0 0 0,1 1 0 0 0,-1-1 0 0 0,0 1 0 0 0,1-1 0 0 0,-1 1 1 0 0,0-1-1 0 0,0 0 0 0 0,1 1 0 0 0,-1-1 0 0 0,-2 1 0 0 0,-8 2-176 0 0,-6 2-1117 0 0,6-3-4195 0 0,5-2-1009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5 6097 0 0,'-3'-4'23468'0'0,"3"38"-23126"0"0,-3 0 1 0 0,0 0-1 0 0,-11 43 1 0 0,-2 11 19 0 0,5-9-119 0 0,-19 189 367 0 0,29-237-553 0 0,0-8 11 0 0,-3 28-1 0 0,4-48-68 0 0,0-1 1 0 0,0 1-1 0 0,0-1 0 0 0,0 1 1 0 0,1 0-1 0 0,-1-1 1 0 0,1 0-1 0 0,0 1 1 0 0,0-1-1 0 0,0 1 1 0 0,2 3-1 0 0,-3-5-21 0 0,-1-24-2582 0 0,-3 7-2883 0 0,2 6-977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 61 5993 0 0,'0'0'4503'0'0,"-6"-9"2327"0"0,-1-32 1762 0 0,6 40-8070 0 0,-2-5 228 0 0,2 2 2458 0 0,15 12-2779 0 0,-1 1 0 0 0,0 0-1 0 0,19 20 1 0 0,-9-8-331 0 0,29 20 0 0 0,-31-25-73 0 0,-20-16-29 0 0,-1 1 0 0 0,1-1-1 0 0,0 0 1 0 0,0 0-1 0 0,0 0 1 0 0,0 0 0 0 0,-1 0-1 0 0,1 0 1 0 0,0 0 0 0 0,0-1-1 0 0,0 1 1 0 0,0 0 0 0 0,-1 0-1 0 0,1-1 1 0 0,0 1-1 0 0,0 0 1 0 0,0-1 0 0 0,-1 1-1 0 0,1-1 1 0 0,0 1 0 0 0,-1-1-1 0 0,1 1 1 0 0,0-1-1 0 0,-1 1 1 0 0,1-1 0 0 0,-1 0-1 0 0,1 1 1 0 0,-1-1 0 0 0,1-1-1 0 0,0 1 12 0 0,3-4-70 0 0,1-1 0 0 0,-1 0 1 0 0,6-12-1 0 0,4-4-89 0 0,15-20-223 0 0,-28 41 349 0 0,-5 6-226 0 0,-86 91-3150 0 0,67-73-1743 0 0,9-7-1181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31 6949 0 0,'6'-30'23686'0'0,"-6"43"-23617"0"0,-1 21 300 0 0,8 63 1 0 0,16 53-123 0 0,-11-59-157 0 0,17 148 67 0 0,-19-142-110 0 0,-4-51-27 0 0,0 1 64 0 0,-6-45 47 0 0,6 20-39 0 0,-3-5-86 0 0,-3-19-7 0 0,4 54 21 0 0,-3 6-2 0 0,-1-17-9 0 0,0-26-5 0 0,2 0-1 0 0,-3 0-2 0 0,3 17 0 0 0,-2-30 2 0 0,1-1 0 0 0,2 5-1 0 0,-2-5 9 0 0,-1 1-7 0 0,-1 8 0 0 0,2-6-1 0 0,0 2-1 0 0,0-5 4 0 0,-1 1-6 0 0,1 6 2 0 0,-1-6 85 0 0,0-2-85 0 0,0 0-1 0 0,0 1 1 0 0,-1-1 0 0 0,1 0-1 0 0,0 0 1 0 0,0 1 0 0 0,0-1-1 0 0,0 0 1 0 0,-1 1-1 0 0,1-1 1 0 0,0 0 0 0 0,0 0-1 0 0,-1 1 1 0 0,1-1 0 0 0,0 0-1 0 0,0 0 1 0 0,-1 0 0 0 0,1 1-1 0 0,0-1 1 0 0,-1 0 0 0 0,1 0-1 0 0,0 0 1 0 0,-1 0 0 0 0,1 0-1 0 0,0 0 1 0 0,-1 0 0 0 0,1 0-1 0 0,0 0 1 0 0,-1 0 0 0 0,1 0-1 0 0,0 0 1 0 0,-1 0 0 0 0,1 0-1 0 0,-1 0 1 0 0,-16 0 28 0 0,15-1-26 0 0,-91-8 47 0 0,-87-6 2 0 0,167 15-49 0 0,1-1-1 0 0,2 1-3 0 0,8 1-3 0 0,-2 0-542 0 0,-1 0-420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41 8381 0 0,'0'0'13971'0'0,"2"-3"-13248"0"0,24-35 3774 0 0,-34 55-1462 0 0,-45 57-2240 0 0,-77 73 365 0 0,129-146-1155 0 0,1-1 0 0 0,0 0 0 0 0,-1 1 0 0 0,1-1 0 0 0,-1 1 0 0 0,1-1 0 0 0,0 0 0 0 0,-1 1 0 0 0,1-1 0 0 0,0 1 0 0 0,0-1 0 0 0,0 1 0 0 0,-1-1 0 0 0,1 1 0 0 0,0 0 0 0 0,0-1 0 0 0,0 1 0 0 0,0-1 0 0 0,0 1 0 0 0,0-1 0 0 0,0 1 0 0 0,0-1 0 0 0,0 1 0 0 0,0 0 0 0 0,0-1 0 0 0,0 1 0 0 0,0-1 0 0 0,0 1 0 0 0,1-1 1 0 0,-1 1-1 0 0,0-1 0 0 0,1 2 0 0 0,0-1-4 0 0,0-1 0 0 0,1 1 0 0 0,-1 0 1 0 0,0 0-1 0 0,1-1 0 0 0,-1 1 0 0 0,0 0 0 0 0,1-1 1 0 0,-1 1-1 0 0,1-1 0 0 0,-1 0 0 0 0,2 1 1 0 0,45 0-209 0 0,-47-1 196 0 0,46-1-1145 0 0,0 2-3704 0 0,-11 0-1632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31 822 8609 0 0,'4'53'12114'0'0,"-4"-33"-9628"0"0,2 0 1 0 0,6 33 0 0 0,-8-52-2417 0 0,0 0 0 0 0,0 0-1 0 0,0-1 1 0 0,1 1 0 0 0,-1 0-1 0 0,0 0 1 0 0,0-1 0 0 0,0 1-1 0 0,1 0 1 0 0,-1 0 0 0 0,0-1 0 0 0,1 1-1 0 0,-1 0 1 0 0,1-1 0 0 0,-1 1-1 0 0,1 0 1 0 0,-1-1 0 0 0,1 1-1 0 0,-1-1 1 0 0,1 1 0 0 0,0-1-1 0 0,-1 1 1 0 0,1-1 0 0 0,0 0-1 0 0,-1 1 1 0 0,2-1 0 0 0,-1 0-47 0 0,0 0 1 0 0,-1 0-1 0 0,1-1 1 0 0,0 1 0 0 0,0 0-1 0 0,0-1 1 0 0,-1 1-1 0 0,1-1 1 0 0,0 0-1 0 0,0 1 1 0 0,-1-1-1 0 0,1 1 1 0 0,-1-1 0 0 0,1 0-1 0 0,0 1 1 0 0,-1-1-1 0 0,0 0 1 0 0,2-1-1 0 0,2-7 23 0 0,1 1 1 0 0,6-20-1 0 0,-1-6 31 0 0,-2 0 0 0 0,-1-1-1 0 0,-1 0 1 0 0,-2 0 0 0 0,-2 0 0 0 0,-2-43 0 0 0,-31-215 26 0 0,23 236-87 0 0,1 11 1 0 0,-3 0 1 0 0,-2 0 0 0 0,-27-68-1 0 0,37 111-12 0 0,-2 0-2 0 0,1 7-4 0 0,-1 14 14 0 0,1 1-1 0 0,1-1 1 0 0,0 1 0 0 0,1-1-1 0 0,3 30 1 0 0,15 98 111 0 0,-13-117-103 0 0,47 269 194 0 0,-39-246-184 0 0,3-1 0 0 0,1 0 0 0 0,36 74 1 0 0,-48-117-32 0 0,0 0 0 0 0,1 0-1 0 0,0 0 1 0 0,1-1 0 0 0,-1 1 0 0 0,1-2 0 0 0,13 13 0 0 0,-16-17-6 0 0,-1 0 0 0 0,1 0 0 0 0,0 0 1 0 0,0-1-1 0 0,0 1 0 0 0,0-1 0 0 0,0 1 0 0 0,1-1 0 0 0,-1 0 0 0 0,0 0 0 0 0,1-1 0 0 0,-1 1 0 0 0,0-1 0 0 0,1 1 0 0 0,-1-1 0 0 0,1 0 0 0 0,-1 0 0 0 0,0-1 1 0 0,1 1-1 0 0,-1-1 0 0 0,0 0 0 0 0,1 1 0 0 0,3-3 0 0 0,1-1-12 0 0,-1 1 0 0 0,0-1-1 0 0,0-1 1 0 0,-1 1 0 0 0,1-1 0 0 0,-1-1 0 0 0,0 1-1 0 0,0-1 1 0 0,0 0 0 0 0,-1 0 0 0 0,0-1 0 0 0,-1 1 0 0 0,1-1-1 0 0,-1 0 1 0 0,6-13 0 0 0,-4 3-20 0 0,1 0 0 0 0,-2 0 0 0 0,0-1 0 0 0,-2 1 0 0 0,4-37 0 0 0,-6 36 23 0 0,-1 0 1 0 0,-1-1-1 0 0,0 1 1 0 0,-1 0 0 0 0,-1 0-1 0 0,-1 0 1 0 0,-1 0-1 0 0,0 1 1 0 0,-2 0 0 0 0,0 0-1 0 0,-15-28 1 0 0,21 44 21 0 0,0-1-1 0 0,0 1 1 0 0,0 0 0 0 0,0 0-1 0 0,0 0 1 0 0,-1 0 0 0 0,1 0-1 0 0,0 1 1 0 0,0-1 0 0 0,-1 0 0 0 0,1 0-1 0 0,-1 1 1 0 0,1-1 0 0 0,0 1-1 0 0,-1-1 1 0 0,1 1 0 0 0,-2 0-1 0 0,2-1-5 0 0,-1 1 20 0 0,-1 1 4 0 0,1 1-20 0 0,-1 0-1 0 0,1-1 1 0 0,0 1 0 0 0,0 0-1 0 0,0 0 1 0 0,0 0-1 0 0,0 0 1 0 0,1 0-1 0 0,-1 1 1 0 0,1-1 0 0 0,-1 1-1 0 0,1-1 1 0 0,-2 5-1 0 0,0 0 4 0 0,1 1 0 0 0,1-1-1 0 0,-1 0 1 0 0,0 15 0 0 0,1 3 5 0 0,2-1 0 0 0,4 31 0 0 0,-3-41-11 0 0,0 1 1 0 0,1-1 0 0 0,1 1 0 0 0,0-1 0 0 0,1 0-1 0 0,1-1 1 0 0,0 1 0 0 0,10 16 0 0 0,-15-29-7 0 0,1 1 0 0 0,-1 0 0 0 0,0-1 0 0 0,0 1 0 0 0,1-1 1 0 0,-1 0-1 0 0,1 1 0 0 0,-1-1 0 0 0,1 0 0 0 0,0 0 0 0 0,-1 0 0 0 0,1 0 0 0 0,0 0 0 0 0,0 0 0 0 0,-1 0 1 0 0,1-1-1 0 0,0 1 0 0 0,0-1 0 0 0,0 1 0 0 0,0-1 0 0 0,0 0 0 0 0,0 0 0 0 0,0 0 0 0 0,0 0 1 0 0,0 0-1 0 0,0 0 0 0 0,0 0 0 0 0,0-1 0 0 0,0 1 0 0 0,0-1 0 0 0,0 0 0 0 0,0 1 0 0 0,0-1 1 0 0,-1 0-1 0 0,1 0 0 0 0,0 0 0 0 0,-1 0 0 0 0,1 0 0 0 0,2-2 0 0 0,4-4-23 0 0,0 0-1 0 0,-1 0 0 0 0,1 0 1 0 0,-1-1-1 0 0,-1 0 0 0 0,7-9 1 0 0,-2-1-36 0 0,0-1 1 0 0,-1 0-1 0 0,-1-1 1 0 0,0 1-1 0 0,-2-2 1 0 0,0 1-1 0 0,6-39 1 0 0,-8 26-40 0 0,-2 0 0 0 0,-2-1-1 0 0,-1 1 1 0 0,-5-47 0 0 0,3 64 74 0 0,-7-69-130 0 0,-32-140 0 0 0,24 160 781 0 0,17 63-343 0 0,-2 8-232 0 0,0 0 0 0 0,1 1 0 0 0,-1-1-1 0 0,1 0 1 0 0,1 1 0 0 0,-1-1 0 0 0,2 11-1 0 0,-1-2 28 0 0,0 31 135 0 0,14 86 0 0 0,-4-47-81 0 0,28 230 191 0 0,23 87-51 0 0,35-4-132 0 0,-86-365-204 0 0,1-1 0 0 0,2 0 0 0 0,18 32 0 0 0,-31-63 50 0 0,1 0 0 0 0,-1 0 1 0 0,1 0-1 0 0,-1 0 0 0 0,1-1 1 0 0,-1 1-1 0 0,1 0 1 0 0,0 0-1 0 0,-1 0 0 0 0,1-1 1 0 0,0 1-1 0 0,0 0 0 0 0,0-1 1 0 0,0 1-1 0 0,-1-1 1 0 0,3 1-1 0 0,-2 0-151 0 0,1-5-10 0 0,0-1 137 0 0,0 0 0 0 0,0-1 1 0 0,0 1-1 0 0,-1 0 0 0 0,0-1 0 0 0,0 1 0 0 0,-1-1 1 0 0,1 1-1 0 0,-1-1 0 0 0,0 1 0 0 0,-1-1 0 0 0,-1-9 1 0 0,-3-9-103 0 0,-13-38 0 0 0,9 34 75 0 0,-12-36-19 0 0,-3 2 0 0 0,-3 0 0 0 0,-35-58 0 0 0,59 113 56 0 0,0 0 0 0 0,0 0-1 0 0,0 0 1 0 0,1-1 0 0 0,0 1-1 0 0,0-1 1 0 0,1 1-1 0 0,0-1 1 0 0,0 0 0 0 0,1 1-1 0 0,0-1 1 0 0,0 0 0 0 0,1 0-1 0 0,3-14 1 0 0,2-2-175 0 0,2-1 0 0 0,1 2 0 0 0,15-29 0 0 0,7-20-164 0 0,-21 45 268 0 0,-1 0-1 0 0,-1-1 1 0 0,-2 0 0 0 0,-1 0-1 0 0,-1-1 1 0 0,-1 0-1 0 0,-2 1 1 0 0,0-1 0 0 0,-8-57-1 0 0,-5 18 474 0 0,-3 0-1 0 0,-3 1 1 0 0,-37-92-1 0 0,52 153-165 0 0,1 0 0 0 0,-1 0-1 0 0,0 1 1 0 0,-1-1 0 0 0,1 1-1 0 0,-9-9 1 0 0,11 12 154 0 0,2 4-329 0 0,0 1 0 0 0,-1-1 0 0 0,1 0 0 0 0,0 0 0 0 0,-1 0 0 0 0,1 0 0 0 0,-1 1 0 0 0,0 3 0 0 0,1 6 23 0 0,10 25 116 0 0,2-1-1 0 0,25 53 0 0 0,-10-27-68 0 0,26 66-25 0 0,114 259-1510 0 0,-164-381-206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2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12 227 5184 0 0,'-5'-5'11426'0'0,"-2"-7"-7118"0"0,16-5-2908 0 0,3 5-284 0 0,8-4-192 0 0,11-6-172 0 0,3-4-172 0 0,1 5-128 0 0,-1-1-176 0 0,-4 4-116 0 0,-3-2-168 0 0,-9 8-160 0 0,-6 0-252 0 0,-9 6-1192 0 0,-1 0-3076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1061 7905 0 0,'0'1'5556'0'0,"0"15"5019"0"0,3-20-8805 0 0,5-15-689 0 0,10-31-734 0 0,-3-5-119 0 0,-2 0 0 0 0,-3-1 0 0 0,-2-1 1 0 0,-2 1-1 0 0,-4-99 0 0 0,-8 51-123 0 0,-5 0 1 0 0,-30-125-1 0 0,22 159 68 0 0,16 62-100 0 0,0 0 1 0 0,0 1-1 0 0,-1-1 0 0 0,0 1 0 0 0,0 0 1 0 0,-9-10-1 0 0,12 16 63 0 0,-2 4-76 0 0,0 1-49 0 0,0 0-1 0 0,0 0 0 0 0,0 0 1 0 0,1 0-1 0 0,0 0 0 0 0,0 1 0 0 0,0-1 1 0 0,0 1-1 0 0,1-1 0 0 0,0 1 0 0 0,0 0 1 0 0,0-1-1 0 0,0 7 0 0 0,-1 11 37 0 0,4 38-1 0 0,0-27-15 0 0,49 421 500 0 0,-43-398-469 0 0,1-2 41 0 0,22 71 1 0 0,-23-98-85 0 0,2 1 0 0 0,1-2 0 0 0,1 0 1 0 0,22 34-1 0 0,-32-57-28 0 0,0 0 1 0 0,0 0-1 0 0,0 0 0 0 0,0 0 1 0 0,1 0-1 0 0,-1-1 0 0 0,1 1 1 0 0,0-1-1 0 0,-1 0 1 0 0,1 1-1 0 0,1-1 0 0 0,-1-1 1 0 0,0 1-1 0 0,0 0 0 0 0,1-1 1 0 0,-1 0-1 0 0,0 0 1 0 0,1 0-1 0 0,0 0 0 0 0,-1 0 1 0 0,1-1-1 0 0,-1 1 0 0 0,1-1 1 0 0,0 0-1 0 0,-1 0 1 0 0,8-2-1 0 0,-5 1-22 0 0,1-1 0 0 0,-1-1 0 0 0,0 1 0 0 0,0-1 0 0 0,0 0 0 0 0,0 0 0 0 0,-1-1 0 0 0,1 0 0 0 0,-1 0 0 0 0,0 0 0 0 0,0-1 0 0 0,0 1 0 0 0,-1-1 0 0 0,5-7 0 0 0,-1 0-39 0 0,0 0 0 0 0,-1-1 0 0 0,0 1-1 0 0,-1-1 1 0 0,-1-1 0 0 0,0 1 0 0 0,-1-1 0 0 0,0 0-1 0 0,-1 0 1 0 0,2-28 0 0 0,-4 17-18 0 0,0 0 1 0 0,-2-1-1 0 0,-1 1 1 0 0,-1 0-1 0 0,-8-33 1 0 0,-3 20 170 0 0,14 38-79 0 0,0-1 0 0 0,0 1 0 0 0,0 0 1 0 0,-1-1-1 0 0,1 1 0 0 0,0 0 0 0 0,0 0 0 0 0,0-1 0 0 0,-1 1 0 0 0,1 0 0 0 0,0 0 0 0 0,0-1 0 0 0,-1 1 0 0 0,1 0 0 0 0,0 0 0 0 0,0 0 0 0 0,-1-1 0 0 0,1 1 0 0 0,0 0 0 0 0,-1 0 0 0 0,1 0 0 0 0,0 0 0 0 0,-1 0 0 0 0,1 0 0 0 0,0 0 0 0 0,-1 0 1 0 0,1 0-1 0 0,0 0 0 0 0,-1 0 0 0 0,1 0 0 0 0,0 0 0 0 0,-1 0 0 0 0,1 0 0 0 0,0 0 0 0 0,-1 0 0 0 0,1 0 0 0 0,0 0 0 0 0,-1 0 0 0 0,1 1 0 0 0,0-1 0 0 0,-1 0 0 0 0,0 1 5 0 0,0-1-1 0 0,0 1 1 0 0,0-1-1 0 0,0 1 1 0 0,0 0-1 0 0,0-1 0 0 0,1 1 1 0 0,-1 0-1 0 0,0 0 1 0 0,0 0-1 0 0,1 0 1 0 0,-1 0-1 0 0,1-1 1 0 0,-2 3-1 0 0,-4 14 92 0 0,1 0-1 0 0,0 0 1 0 0,2 1-1 0 0,-4 32 1 0 0,7-43-76 0 0,-1 0 0 0 0,1 0 1 0 0,0 0-1 0 0,1 0 0 0 0,0 0 1 0 0,0 0-1 0 0,1 0 0 0 0,0 0 1 0 0,0 0-1 0 0,0 0 1 0 0,1-1-1 0 0,0 1 0 0 0,0-1 1 0 0,1 0-1 0 0,6 9 0 0 0,-8-13-20 0 0,-1 0-1 0 0,1-1 1 0 0,0 1-1 0 0,0 0 0 0 0,0-1 1 0 0,0 1-1 0 0,0-1 0 0 0,0 0 1 0 0,1 0-1 0 0,-1 0 0 0 0,0 0 1 0 0,1 0-1 0 0,-1 0 0 0 0,0-1 1 0 0,1 1-1 0 0,-1-1 1 0 0,5 1-1 0 0,-2-1-7 0 0,0-1 1 0 0,0 1 0 0 0,-1-1-1 0 0,1 0 1 0 0,-1 0-1 0 0,1-1 1 0 0,-1 1 0 0 0,9-5-1 0 0,3-3-40 0 0,-1-1 0 0 0,0-1 0 0 0,24-22 0 0 0,-25 21-26 0 0,0-1 0 0 0,-1 0 0 0 0,-1-1 0 0 0,0 0-1 0 0,-1-1 1 0 0,0 0 0 0 0,-2-1 0 0 0,0 0 0 0 0,0-1 0 0 0,-1 0-1 0 0,-1 0 1 0 0,-1-1 0 0 0,-1 0 0 0 0,5-29 0 0 0,-5 5 45 0 0,-2-1 0 0 0,-3 0 0 0 0,-1 0-1 0 0,-2 0 1 0 0,-1 0 0 0 0,-21-80 0 0 0,23 116 320 0 0,-1 0-1 0 0,0-1 0 0 0,0 1 0 0 0,-4-7 1 0 0,1 31-186 0 0,2 0-1 0 0,0 0 1 0 0,1 0 0 0 0,-1 25 0 0 0,1 77 134 0 0,3-76-163 0 0,20 418 371 0 0,-11-311-354 0 0,18 136 54 0 0,-16-196-125 0 0,-6-35-112 0 0,3-1 0 0 0,1-1 1 0 0,23 69-1 0 0,-32-121 80 0 0,10 22-198 0 0,-9-22 172 0 0,-1-1 0 0 0,0 1 1 0 0,0 0-1 0 0,1 0 0 0 0,-1-1 0 0 0,1 1 1 0 0,-1 0-1 0 0,1-1 0 0 0,-1 1 0 0 0,1 0 1 0 0,-1-1-1 0 0,1 1 0 0 0,-1-1 0 0 0,1 1 0 0 0,0-1 1 0 0,-1 1-1 0 0,1-1 0 0 0,0 1 0 0 0,-1-1 1 0 0,1 0-1 0 0,0 0 0 0 0,0 1 0 0 0,-1-1 0 0 0,1 0 1 0 0,0 0-1 0 0,1 1 0 0 0,-2-2-13 0 0,1 0 0 0 0,0 0 1 0 0,0 0-1 0 0,-1 0 0 0 0,1 0 0 0 0,-1 0 0 0 0,1 0 0 0 0,-1 0 1 0 0,1 0-1 0 0,-1 0 0 0 0,1 0 0 0 0,-1 0 0 0 0,0 0 0 0 0,0-1 0 0 0,1-1 1 0 0,-1 2-39 0 0,3-14-171 0 0,-2-1-1 0 0,1 0 1 0 0,-2 1 0 0 0,0-1 0 0 0,-4-28-1 0 0,-19-78-340 0 0,17 97 499 0 0,-9-42 114 0 0,-3 0 0 0 0,-35-84 0 0 0,49 140 26 0 0,-1 1 1 0 0,2-1-1 0 0,0 0 1 0 0,0 0-1 0 0,-1-14 1 0 0,4 22-53 0 0,0 0 1 0 0,0 0-1 0 0,1 0 1 0 0,0 0-1 0 0,-1 0 1 0 0,1 1 0 0 0,0-1-1 0 0,1 0 1 0 0,-1 0-1 0 0,0 1 1 0 0,1-1-1 0 0,-1 1 1 0 0,1-1-1 0 0,0 1 1 0 0,2-3-1 0 0,5-3-103 0 0,0 0 0 0 0,15-11-1 0 0,7-7-154 0 0,3-8-53 0 0,-1-2-1 0 0,27-41 1 0 0,-51 64 273 0 0,0-1 1 0 0,0-1-1 0 0,-2 0 1 0 0,0 0-1 0 0,0 0 1 0 0,-1-1-1 0 0,-1 0 1 0 0,-1 0 0 0 0,4-28-1 0 0,-7 18 133 0 0,0-1 1 0 0,-2 1-1 0 0,-1-1 0 0 0,-1 1 1 0 0,-10-41-1 0 0,-48-124 1563 0 0,57 181-1525 0 0,1 1 134 0 0,-1 1 1 0 0,0-1-1 0 0,0 1 0 0 0,-1-1 1 0 0,0 1-1 0 0,0 1 0 0 0,-11-13 1 0 0,16 20-241 0 0,-1 0 0 0 0,1-1 0 0 0,0 1 0 0 0,0 0 0 0 0,0 0 0 0 0,-1 0 0 0 0,1-1 0 0 0,0 1 0 0 0,0 0-1 0 0,-1 0 1 0 0,1 0 0 0 0,0 0 0 0 0,0 0 0 0 0,-1 0 0 0 0,1-1 0 0 0,0 1 0 0 0,-1 0 0 0 0,1 0 0 0 0,0 0 0 0 0,0 0 0 0 0,-1 0 0 0 0,1 0 0 0 0,0 0 0 0 0,-1 0 0 0 0,1 0 0 0 0,0 0 0 0 0,0 1 0 0 0,-1-1 0 0 0,1 0 0 0 0,0 0 0 0 0,-1 0 0 0 0,1 0 0 0 0,0 0 0 0 0,0 0 0 0 0,0 1 0 0 0,-1-1 0 0 0,1 0 0 0 0,0 0 0 0 0,0 0 0 0 0,-1 0 0 0 0,1 1 0 0 0,0-1 0 0 0,0 0 0 0 0,0 0 0 0 0,0 1 0 0 0,-1-1 0 0 0,1 1 0 0 0,-2 8 41 0 0,1 0 1 0 0,0 0 0 0 0,0 0 0 0 0,0 0 0 0 0,1 0 0 0 0,1 0-1 0 0,0 1 1 0 0,3 15 0 0 0,24 79 167 0 0,-23-87-202 0 0,31 97 51 0 0,102 215 0 0 0,-137-328-87 0 0,6 15-238 0 0,1-1 0 0 0,1 0 0 0 0,0 0 0 0 0,17 20 0 0 0,-10-26-5795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33 138 6017 0 0,'-12'-7'9833'0'0,"11"6"-9241"0"0,-1 0 1 0 0,0 0-1 0 0,1 0 1 0 0,-1 0-1 0 0,1 0 1 0 0,0 0-1 0 0,-1 0 1 0 0,1-1-1 0 0,0 1 1 0 0,0 0 0 0 0,-1-1-1 0 0,1 1 1 0 0,0-1-1 0 0,0-1 1 0 0,0 1 313 0 0,14-9 247 0 0,-8 7-960 0 0,10-5 87 0 0,1 1 1 0 0,1 0-1 0 0,-1 1 1 0 0,35-9-1 0 0,-19 6-219 0 0,-17 5-586 0 0,44-15 755 0 0,-21 10-7818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24 7965 0 0,'0'-3'6093'0'0,"0"1"-4435"0"0,-2-17 13760 0 0,1 21-15368 0 0,-1-1-25 0 0,1 1 1 0 0,1-1-1 0 0,-1 0 0 0 0,0 0 0 0 0,0 0 1 0 0,0 0-1 0 0,1 1 0 0 0,-1-1 0 0 0,0 0 1 0 0,1 1-1 0 0,-1-1 0 0 0,0 3 0 0 0,2-3-22 0 0,-1-1 0 0 0,0 1-1 0 0,1-1 1 0 0,-1 1 0 0 0,1-1-1 0 0,-1 0 1 0 0,0 1 0 0 0,1-1-1 0 0,-1 1 1 0 0,1-1 0 0 0,-1 0-1 0 0,1 0 1 0 0,-1 1 0 0 0,1-1-1 0 0,-1 0 1 0 0,1 0 0 0 0,0 0-1 0 0,-1 1 1 0 0,1-1 0 0 0,0 0-1 0 0,-5-22-8198 0 0,3 16 1794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34 1079 11985 0 0,'-1'9'6282'0'0,"1"-7"-5918"0"0,0-1 1 0 0,-1 1-1 0 0,1-1 1 0 0,0 1-1 0 0,0-1 1 0 0,0 1-1 0 0,0-1 1 0 0,0 0-1 0 0,0 1 1 0 0,0-1-1 0 0,1 1 1 0 0,-1-1-1 0 0,1 1 1 0 0,-1-1-1 0 0,1 0 1 0 0,-1 1-1 0 0,1-1 1 0 0,0 0-1 0 0,-1 0 1 0 0,1 1-1 0 0,0-1 1 0 0,2 2-1 0 0,-2-3 291 0 0,1-4-136 0 0,7-12-365 0 0,-1 0 0 0 0,-1 0 0 0 0,-1-1 1 0 0,0 0-1 0 0,-2 0 0 0 0,4-22 0 0 0,0-10-97 0 0,0-57 0 0 0,-7 47-22 0 0,-12-100 0 0 0,-25-61 24 0 0,27 172 245 0 0,-23-73 1 0 0,25 110 21 0 0,1 15-69 0 0,0 18-107 0 0,6-22-155 0 0,-1 17 70 0 0,-1-1 1 0 0,2 1-1 0 0,0-1 1 0 0,1 1 0 0 0,6 27-1 0 0,0 7 60 0 0,31 281 451 0 0,-25-259-448 0 0,3 0 1 0 0,38 105-1 0 0,-47-158-108 0 0,2 0 1 0 0,16 30 0 0 0,-22-46-27 0 0,-1 0 0 0 0,1 0 0 0 0,0 0 0 0 0,0 0 0 0 0,0 0 0 0 0,0-1 0 0 0,1 1 0 0 0,-1-1 0 0 0,1 0 0 0 0,0 0 0 0 0,0 0 1 0 0,0-1-1 0 0,1 0 0 0 0,-1 1 0 0 0,0-1 0 0 0,1-1 0 0 0,8 4 0 0 0,-9-5-7 0 0,0-1 0 0 0,0 1 1 0 0,0 0-1 0 0,-1-1 0 0 0,1 0 1 0 0,0 0-1 0 0,0 0 0 0 0,-1 0 0 0 0,1 0 1 0 0,-1-1-1 0 0,1 0 0 0 0,-1 0 1 0 0,0 0-1 0 0,1 0 0 0 0,-1 0 0 0 0,0 0 1 0 0,0-1-1 0 0,-1 0 0 0 0,1 1 1 0 0,3-5-1 0 0,4-6-36 0 0,0 0 1 0 0,-1-1-1 0 0,10-18 1 0 0,-11 14 16 0 0,0 1 0 0 0,-2-1 0 0 0,0 0 0 0 0,-1 0 0 0 0,0-1 0 0 0,-2 0 0 0 0,0 1 0 0 0,-2-1 0 0 0,0 0 0 0 0,-1 0 0 0 0,0 0 0 0 0,-2 0 0 0 0,0 0 0 0 0,-8-29 0 0 0,9 44 33 0 0,1 0 0 0 0,-1 1 1 0 0,-1-1-1 0 0,1 0 0 0 0,0 1 1 0 0,-1 0-1 0 0,1-1 0 0 0,-1 1 1 0 0,0 0-1 0 0,-1 0 1 0 0,1 0-1 0 0,0 0 0 0 0,-1 0 1 0 0,1 1-1 0 0,-1-1 0 0 0,0 1 1 0 0,0-1-1 0 0,0 1 0 0 0,0 0 1 0 0,0 0-1 0 0,-5-2 1 0 0,6 4 2 0 0,1 0 1 0 0,0 0 0 0 0,-1 0 0 0 0,1 0-1 0 0,0 0 1 0 0,-1 0 0 0 0,1 1 0 0 0,0-1-1 0 0,0 0 1 0 0,-1 1 0 0 0,1-1 0 0 0,0 1-1 0 0,0-1 1 0 0,-1 1 0 0 0,1 0 0 0 0,0 0-1 0 0,0-1 1 0 0,0 1 0 0 0,0 0 0 0 0,0 0-1 0 0,0 0 1 0 0,0 0 0 0 0,1 0 0 0 0,-1 0-1 0 0,-1 2 1 0 0,-15 27 104 0 0,14-23-90 0 0,0 0 1 0 0,1 0-1 0 0,0 0 1 0 0,0 1 0 0 0,1-1-1 0 0,-1 1 1 0 0,2-1 0 0 0,-1 15-1 0 0,2-16-16 0 0,0 1 1 0 0,0-2-1 0 0,1 1 0 0 0,0 0 0 0 0,0 0 1 0 0,0 0-1 0 0,1-1 0 0 0,-1 1 0 0 0,1-1 0 0 0,1 0 1 0 0,6 9-1 0 0,-7-11-21 0 0,-1-1 1 0 0,1 1-1 0 0,0-1 1 0 0,0 0-1 0 0,0 1 1 0 0,1-2-1 0 0,-1 1 0 0 0,0 0 1 0 0,1 0-1 0 0,-1-1 1 0 0,1 0-1 0 0,0 0 1 0 0,-1 0-1 0 0,1 0 1 0 0,0-1-1 0 0,-1 1 1 0 0,1-1-1 0 0,0 0 0 0 0,0 0 1 0 0,0 0-1 0 0,4-1 1 0 0,1-1-36 0 0,1 1 1 0 0,-1-1-1 0 0,1-1 0 0 0,-1 0 1 0 0,0 0-1 0 0,-1-1 1 0 0,12-5-1 0 0,-8 2-50 0 0,0 0-1 0 0,0-1 1 0 0,-1-1-1 0 0,0 1 1 0 0,-1-2-1 0 0,0 1 1 0 0,0-2-1 0 0,-1 1 1 0 0,0-1-1 0 0,-1 0 1 0 0,0-1-1 0 0,-1 0 1 0 0,-1 0-1 0 0,1-1 1 0 0,-2 0-1 0 0,0 0 1 0 0,0 0-1 0 0,-2-1 1 0 0,1 1-1 0 0,-2-1 1 0 0,2-18-1 0 0,-2-14-224 0 0,-2 0 0 0 0,-11-83 0 0 0,-28-88 738 0 0,21 128 410 0 0,12 74-448 0 0,2 7 71 0 0,4 8-431 0 0,0 0-1 0 0,0 0 0 0 0,0 0 0 0 0,0 0 1 0 0,0 0-1 0 0,0 0 0 0 0,0 0 1 0 0,-1 0-1 0 0,1 0 0 0 0,0 0 0 0 0,0 0 1 0 0,0 0-1 0 0,0-1 0 0 0,0 1 0 0 0,0 0 1 0 0,0 0-1 0 0,0 0 0 0 0,0 0 0 0 0,0 0 1 0 0,0 0-1 0 0,0 0 0 0 0,0 0 1 0 0,-1 0-1 0 0,1 0 0 0 0,0 0 0 0 0,0 0 1 0 0,0 0-1 0 0,0 0 0 0 0,0 0 0 0 0,0 0 1 0 0,0 0-1 0 0,0 0 0 0 0,0 0 0 0 0,0 0 1 0 0,0 0-1 0 0,0 1 0 0 0,-1-1 1 0 0,1 0-1 0 0,0 0 0 0 0,0 0 0 0 0,0 0 1 0 0,0 0-1 0 0,0 0 0 0 0,0 0 0 0 0,0 0 1 0 0,0 0-1 0 0,0 0 0 0 0,0 0 1 0 0,0 0-1 0 0,0 0 0 0 0,0 0 0 0 0,0 0 1 0 0,0 0-1 0 0,0 1 0 0 0,0-1 0 0 0,0 0 1 0 0,0 0-1 0 0,0 0 0 0 0,0 0 0 0 0,0 0 1 0 0,0 0-1 0 0,0 0 0 0 0,0 0 1 0 0,0 0-1 0 0,0 0 0 0 0,-6 27 206 0 0,1 0 1 0 0,2 0-1 0 0,1 0 0 0 0,1 39 1 0 0,16 118 185 0 0,-8-119-251 0 0,52 365 318 0 0,9-143-323 0 0,-49-226-176 0 0,29 60 1 0 0,-45-113 3 0 0,-1-4-4 0 0,-1 1 0 0 0,1-1-1 0 0,0 0 1 0 0,0 0-1 0 0,0 0 1 0 0,1 0-1 0 0,-1-1 1 0 0,1 1-1 0 0,0-1 1 0 0,0 1-1 0 0,1-1 1 0 0,4 4-1 0 0,-8-7-86 0 0,1-4 4 0 0,0-2 81 0 0,-1-1-1 0 0,0 1 0 0 0,0 0 0 0 0,0 0 1 0 0,-1-1-1 0 0,0 1 0 0 0,0 0 1 0 0,-1 0-1 0 0,-3-10 0 0 0,-29-62-144 0 0,17 44 97 0 0,-61-129-255 0 0,12 28 6 0 0,64 132 295 0 0,1 0 0 0 0,-1 0 0 0 0,1 0 0 0 0,0-1 0 0 0,0 1 0 0 0,0-1 0 0 0,1 1 0 0 0,-1-1 0 0 0,1 1-1 0 0,0-1 1 0 0,0 1 0 0 0,0-7 0 0 0,1 7-16 0 0,0 0 0 0 0,1 0 0 0 0,-1 0-1 0 0,1 0 1 0 0,-1 0 0 0 0,1 0 0 0 0,0 0 0 0 0,0 1-1 0 0,0-1 1 0 0,0 1 0 0 0,0 0 0 0 0,1 0-1 0 0,-1-1 1 0 0,4-1 0 0 0,36-27-361 0 0,-8 6-111 0 0,60-57 0 0 0,-84 71 446 0 0,-1 0 0 0 0,0 0 1 0 0,-1-1-1 0 0,0 0 0 0 0,0 0 0 0 0,-2-1 0 0 0,1 0 0 0 0,-2 0 1 0 0,8-23-1 0 0,-9 14 42 0 0,0 1-1 0 0,-1-1 1 0 0,-1 0 0 0 0,-1 0 0 0 0,-1 1-1 0 0,-1-1 1 0 0,-4-23 0 0 0,-7-20 256 0 0,-20-64 0 0 0,20 89 177 0 0,-2 0 0 0 0,-1 1 0 0 0,-28-49-1 0 0,42 85-331 0 0,-2-2 105 0 0,0-1 1 0 0,0 1-1 0 0,0 0 1 0 0,-1-1-1 0 0,0 2 1 0 0,0-1-1 0 0,-6-5 1 0 0,9 9 49 0 0,0 5-15 0 0,-1 4-139 0 0,0 1 0 0 0,1-1 0 0 0,0 1 1 0 0,0-1-1 0 0,1 1 0 0 0,0 0 0 0 0,1-1 0 0 0,0 1 0 0 0,0-1 0 0 0,4 15 0 0 0,-1-1 4 0 0,8 38 147 0 0,30 85-1 0 0,32 55 23 0 0,-38-104-158 0 0,-5-20-31 0 0,29 90-73 0 0,-34-93-950 0 0,-26-71-554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83 9105 0 0,'0'0'5224'0'0,"-8"-5"2877"0"0,32-3-7085 0 0,-5 4-176 0 0,3 1-156 0 0,11-7-132 0 0,0 1-176 0 0,-7 3-168 0 0,-4-1-164 0 0,-2 3-200 0 0,-4 0-224 0 0,-4-3-432 0 0,-7 2-804 0 0,-8-6-8893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28 932 8005 0 0,'4'-14'11291'0'0,"3"-6"-5669"0"0,25-95-4727 0 0,23-226-59 0 0,-50 283-557 0 0,-3 1 0 0 0,-2-1-1 0 0,-15-111 1 0 0,14 161-199 0 0,0-1 76 0 0,0 0 0 0 0,-1 1 0 0 0,0 0 1 0 0,0-1-1 0 0,-1 1 0 0 0,0 0 0 0 0,0 0 1 0 0,-9-14-1 0 0,12 21-142 0 0,-1 1 0 0 0,1 0 0 0 0,-1 0 0 0 0,1 0 0 0 0,-1-1 0 0 0,1 1 0 0 0,-1 0 0 0 0,1 0 0 0 0,-1 0 0 0 0,1 0 0 0 0,-1 0 0 0 0,1 0 0 0 0,-1 0 0 0 0,1 0 0 0 0,-1 0 0 0 0,1 0 0 0 0,-1 0-1 0 0,1 0 1 0 0,-1 0 0 0 0,1 1 0 0 0,-1-1 0 0 0,1 0 0 0 0,0 0 0 0 0,-1 1 0 0 0,1-1 0 0 0,-1 0 0 0 0,1 0 0 0 0,-1 1 0 0 0,1-1 0 0 0,0 0 0 0 0,-1 1 0 0 0,1-1 0 0 0,0 1 0 0 0,0-1 0 0 0,-1 0 0 0 0,1 2 0 0 0,-12 13 120 0 0,12-15-130 0 0,-5 8 44 0 0,0 0 0 0 0,1 0 0 0 0,1 1 0 0 0,-1-1 0 0 0,1 1 0 0 0,1 0 0 0 0,-3 10 0 0 0,-5 64 129 0 0,8-59-129 0 0,-9 106 212 0 0,5 1-1 0 0,18 206 1 0 0,-8-300-205 0 0,14 57 0 0 0,-15-83-57 0 0,0 0 0 0 0,1 1-1 0 0,0-1 1 0 0,1-1 0 0 0,0 1-1 0 0,1-1 1 0 0,0 0-1 0 0,1 0 1 0 0,12 15 0 0 0,-16-23-9 0 0,-1 1 1 0 0,1-1-1 0 0,-1 0 0 0 0,1 0 1 0 0,0 0-1 0 0,0 0 1 0 0,0 0-1 0 0,0 0 1 0 0,1-1-1 0 0,-1 0 1 0 0,0 1-1 0 0,1-1 1 0 0,-1-1-1 0 0,1 1 1 0 0,-1 0-1 0 0,1-1 1 0 0,3 1-1 0 0,-2-2-11 0 0,0 1-1 0 0,0-1 1 0 0,0 0-1 0 0,0 0 1 0 0,-1-1 0 0 0,1 0-1 0 0,0 1 1 0 0,0-2-1 0 0,-1 1 1 0 0,8-5-1 0 0,1-3-59 0 0,0-1 0 0 0,0 0 0 0 0,-1 0 0 0 0,-1-2 0 0 0,0 1 0 0 0,11-17 0 0 0,-13 15-12 0 0,-1 1-1 0 0,0-1 0 0 0,-1-1 0 0 0,-1 1 1 0 0,0-1-1 0 0,-1 0 0 0 0,4-23 0 0 0,-2-2-230 0 0,3-68 0 0 0,-10 100 330 0 0,0-1 1 0 0,0 1-1 0 0,-1 0 0 0 0,0 0 1 0 0,-1 0-1 0 0,0-1 1 0 0,0 1-1 0 0,0 1 1 0 0,-1-1-1 0 0,-4-8 1 0 0,6 16 6 0 0,1-1 0 0 0,-1 1 0 0 0,0-1 1 0 0,1 1-1 0 0,-1-1 0 0 0,0 1 0 0 0,0-1 1 0 0,1 1-1 0 0,-1-1 0 0 0,0 1 0 0 0,0 0 1 0 0,0 0-1 0 0,1-1 0 0 0,-1 1 0 0 0,0 0 1 0 0,0 0-1 0 0,0 0 0 0 0,0 0 0 0 0,1 0 1 0 0,-1 0-1 0 0,0 0 0 0 0,0 0 0 0 0,0 0 1 0 0,0 1-1 0 0,0-1 0 0 0,1 0 0 0 0,-1 0 1 0 0,0 1-1 0 0,0-1 0 0 0,0 0 0 0 0,1 1 1 0 0,-1-1-1 0 0,0 1 0 0 0,1-1 0 0 0,-1 1 1 0 0,0 0-1 0 0,1-1 0 0 0,-1 1 0 0 0,0 0 1 0 0,-4 7 32 0 0,1 0-1 0 0,0 0 1 0 0,1 0 0 0 0,-1 0 0 0 0,2 1 0 0 0,-1-1 0 0 0,1 1 0 0 0,0-1 0 0 0,0 15-1 0 0,0-7 3 0 0,2 0-1 0 0,0-1 0 0 0,0 1 0 0 0,6 27 0 0 0,-5-36-31 0 0,1-1 0 0 0,0 0 0 0 0,0 1 0 0 0,0-1 0 0 0,1 0-1 0 0,-1 0 1 0 0,2-1 0 0 0,5 10 0 0 0,-7-12-11 0 0,0-1 0 0 0,0 0 0 0 0,0 0 0 0 0,1 0 1 0 0,-1 0-1 0 0,1 0 0 0 0,-1-1 0 0 0,1 1 0 0 0,-1-1 0 0 0,1 1 0 0 0,0-1 0 0 0,0 0 0 0 0,-1 0 0 0 0,1 0 0 0 0,0-1 1 0 0,0 1-1 0 0,0-1 0 0 0,0 1 0 0 0,0-1 0 0 0,0 0 0 0 0,4-1 0 0 0,4 0-7 0 0,0-2 0 0 0,-1 1-1 0 0,1-2 1 0 0,-1 1 0 0 0,0-1 0 0 0,0-1 0 0 0,0 0-1 0 0,0 0 1 0 0,-1-1 0 0 0,0 0 0 0 0,0-1 0 0 0,-1 0-1 0 0,0 0 1 0 0,10-11 0 0 0,-4 3-36 0 0,-1-1 0 0 0,0 0 1 0 0,-2-1-1 0 0,1 0 0 0 0,-2-1 0 0 0,14-33 1 0 0,-14 23-2 0 0,-1 0 0 0 0,-2-1 1 0 0,-1 0-1 0 0,-1-1 0 0 0,1-49 1 0 0,-6 23 139 0 0,-2 0 0 0 0,-10-59 0 0 0,11 108 17 0 0,0 0-1 0 0,-1 0 0 0 0,0 0 0 0 0,0 0 1 0 0,-6-13-1 0 0,8 20-105 0 0,0 0-1 0 0,0 0 1 0 0,-1-1 0 0 0,1 1-1 0 0,0 0 1 0 0,0 0 0 0 0,-1-1-1 0 0,1 1 1 0 0,0 0 0 0 0,0 0-1 0 0,-1 0 1 0 0,1-1 0 0 0,0 1 0 0 0,-1 0-1 0 0,1 0 1 0 0,0 0 0 0 0,0 0-1 0 0,-1 0 1 0 0,1 0 0 0 0,0 0-1 0 0,-1-1 1 0 0,1 1 0 0 0,0 0 0 0 0,-1 0-1 0 0,1 0 1 0 0,0 0 0 0 0,-1 1-1 0 0,1-1 1 0 0,0 0 0 0 0,-1 0-1 0 0,1 0 1 0 0,0 0 0 0 0,-1 0 0 0 0,1 0-1 0 0,0 0 1 0 0,-1 1 0 0 0,1-1-1 0 0,0 0 1 0 0,0 0 0 0 0,-1 0-1 0 0,1 1 1 0 0,0-1 0 0 0,0 0-1 0 0,-1 0 1 0 0,1 1 0 0 0,0-1 0 0 0,-10 12 117 0 0,3 2-64 0 0,1 0 0 0 0,0 0 0 0 0,1 0 0 0 0,0 1 0 0 0,1-1-1 0 0,-4 29 1 0 0,6-29-32 0 0,-34 235 225 0 0,21 287 35 0 0,20-423-267 0 0,6-1-1 0 0,40 187 1 0 0,-48-289-34 0 0,-1 2-27 0 0,2 0 0 0 0,-1-1 0 0 0,6 13 1 0 0,-9-24 27 0 0,0 0 0 0 0,1 1 0 0 0,-1-1 0 0 0,0 0 0 0 0,0 1 0 0 0,0-1 0 0 0,0 0 0 0 0,1 1 0 0 0,-1-1 0 0 0,0 0 0 0 0,0 0 0 0 0,1 1 0 0 0,-1-1 0 0 0,0 0 1 0 0,0 0-1 0 0,1 0 0 0 0,-1 1 0 0 0,0-1 0 0 0,1 0 0 0 0,-1 0 0 0 0,0 0 0 0 0,1 0 0 0 0,-1 0 0 0 0,0 1 0 0 0,1-1 0 0 0,-1 0 0 0 0,0 0 0 0 0,1 0 0 0 0,-1 0 0 0 0,0 0 1 0 0,1 0-1 0 0,-1 0 0 0 0,0 0 0 0 0,1 0 0 0 0,-1-1 0 0 0,0 1 0 0 0,1 0 0 0 0,-1 0 0 0 0,0 0 0 0 0,1 0 0 0 0,-1 0 0 0 0,0-1 0 0 0,1 1 0 0 0,-1 0 0 0 0,0 0 0 0 0,0 0 1 0 0,1-1-1 0 0,-1 1 0 0 0,0 0 0 0 0,0 0 0 0 0,1-1 0 0 0,-1 1 0 0 0,0 0 0 0 0,0-1 0 0 0,0 1 0 0 0,0 0 0 0 0,1-1 0 0 0,10-19-222 0 0,-11 19 247 0 0,3-6-62 0 0,-1-1-1 0 0,-1 0 0 0 0,1 0 1 0 0,-1 0-1 0 0,-1 0 1 0 0,1-1-1 0 0,-1 1 1 0 0,-1 0-1 0 0,0 0 0 0 0,0 0 1 0 0,-4-15-1 0 0,0-8-73 0 0,-24-124-327 0 0,17 102 191 0 0,3 0 0 0 0,-6-93 0 0 0,16 138 217 0 0,-1 0 0 0 0,1 0 0 0 0,1 0 0 0 0,-1 0 0 0 0,1 1 1 0 0,1-1-1 0 0,-1 1 0 0 0,1-1 0 0 0,1 1 0 0 0,-1 0 0 0 0,1 0 1 0 0,6-7-1 0 0,6-7-102 0 0,1 1 1 0 0,26-24-1 0 0,-2 1-24 0 0,-23 26 73 0 0,-1-2 0 0 0,-1-1-1 0 0,-1 0 1 0 0,-1-1 0 0 0,-1 0 0 0 0,0-1 0 0 0,13-33 0 0 0,-19 30 84 0 0,0 0 0 0 0,-1-1-1 0 0,-2 1 1 0 0,0-1 0 0 0,-2 0 0 0 0,-1 0 0 0 0,-4-43 0 0 0,-3 11 375 0 0,-3 0 0 0 0,-21-71-1 0 0,24 112-37 0 0,0 0-1 0 0,-10-19 0 0 0,7 15 235 0 0,9 21-549 0 0,-1 0 0 0 0,1-1 0 0 0,0 1 0 0 0,0 0 1 0 0,0 0-1 0 0,0 0 0 0 0,-1 0 0 0 0,1-1 0 0 0,0 1 0 0 0,0 0 0 0 0,0 0 1 0 0,-1 0-1 0 0,1 0 0 0 0,0 0 0 0 0,0 0 0 0 0,-1 0 0 0 0,1-1 1 0 0,0 1-1 0 0,0 0 0 0 0,-1 0 0 0 0,1 0 0 0 0,0 0 0 0 0,0 0 0 0 0,-1 0 1 0 0,1 0-1 0 0,0 0 0 0 0,0 0 0 0 0,-1 0 0 0 0,1 1 0 0 0,0-1 1 0 0,0 0-1 0 0,-1 0 0 0 0,1 0 0 0 0,0 0 0 0 0,0 0 0 0 0,-1 0 0 0 0,1 0 1 0 0,0 1-1 0 0,0-1 0 0 0,0 0 0 0 0,-1 0 0 0 0,1 0 0 0 0,0 1 0 0 0,0-1 1 0 0,0 0-1 0 0,0 0 0 0 0,0 0 0 0 0,-1 1 0 0 0,1-1 0 0 0,0 0 1 0 0,-3 11 50 0 0,1 0 0 0 0,0 0 0 0 0,1 0 1 0 0,0 1-1 0 0,1-1 0 0 0,1 12 0 0 0,9 74 142 0 0,-6-66-166 0 0,39 214 181 0 0,-8-57-162 0 0,-31-157-130 0 0,0 3-299 0 0,2 0 0 0 0,1-1 0 0 0,17 47-1 0 0,-22-74-502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17 134 5184 0 0,'-13'-11'13160'0'0,"10"4"-5981"0"0,8 1-4428 0 0,9-2-3467 0 0,-14 8 714 0 0,25-11 406 0 0,2 1 1 0 0,47-12-1 0 0,-16 5-416 0 0,-47 14-190 0 0,25-10-314 0 0,-18 0-2712 0 0,-13 1-7262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0 5885 0 0,'-2'0'7497'0'0,"-12"2"4184"0"0,6 6-10757 0 0,6-6-152 0 0,-2 8 1789 0 0,4-4-2301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11 696 10797 0 0,'1'9'14444'0'0,"13"-31"-14092"0"0,-1 0 0 0 0,-1 0 1 0 0,-2-1-1 0 0,0-1 0 0 0,-1 0 0 0 0,-1 0 0 0 0,-1 0 1 0 0,-2-1-1 0 0,0 0 0 0 0,1-37 0 0 0,-3 11-226 0 0,-3-1 1 0 0,-3 1-1 0 0,-1-1 0 0 0,-14-63 1 0 0,18 114-122 0 0,-2-10 106 0 0,-1 0 0 0 0,1 0 0 0 0,-2 0 0 0 0,1 0 0 0 0,-7-12-1 0 0,9 21 50 0 0,-3 6-91 0 0,-1 4-40 0 0,0 0 0 0 0,0-1 0 0 0,1 2 0 0 0,0-1 0 0 0,0 0-1 0 0,1 1 1 0 0,0 0 0 0 0,-2 12 0 0 0,-4 26 73 0 0,3 0-1 0 0,2 1 1 0 0,2 62-1 0 0,25 142 119 0 0,-18-218-201 0 0,15 53 0 0 0,-16-74-31 0 0,1 0 0 0 0,0 0 0 0 0,0-1 0 0 0,2 0 0 0 0,-1 0 0 0 0,17 22 0 0 0,-21-31-2 0 0,1-1 0 0 0,-1 1 0 0 0,0 0 0 0 0,1-1 0 0 0,-1 0 0 0 0,1 1 0 0 0,0-1 0 0 0,0 0 0 0 0,0 0 0 0 0,0-1 0 0 0,0 1 0 0 0,0-1 0 0 0,1 1 0 0 0,-1-1 0 0 0,0 0-1 0 0,1 0 1 0 0,-1-1 0 0 0,1 1 0 0 0,-1-1 0 0 0,1 1 0 0 0,-1-1 0 0 0,1 0 0 0 0,-1-1 0 0 0,1 1 0 0 0,-1 0 0 0 0,1-1 0 0 0,-1 0 0 0 0,0 0 0 0 0,1 0 0 0 0,-1 0 0 0 0,0-1 0 0 0,0 1 0 0 0,0-1 0 0 0,1 0 0 0 0,4-4 0 0 0,1 0-49 0 0,-1-1 1 0 0,0-1 0 0 0,0 1 0 0 0,-1-1 0 0 0,0-1 0 0 0,0 1 0 0 0,-1-1 0 0 0,0 0 0 0 0,-1-1 0 0 0,8-17-1 0 0,-7 10 0 0 0,-1 0-1 0 0,0 0 1 0 0,-2-1-1 0 0,0 0 1 0 0,1-22-1 0 0,-4 26 43 0 0,1 0 0 0 0,-2 1 0 0 0,0-1 0 0 0,-1 0-1 0 0,0 0 1 0 0,-1 0 0 0 0,-6-19 0 0 0,8 31 27 0 0,0 0-1 0 0,0 0 1 0 0,0 0 0 0 0,0 0 0 0 0,0 0-1 0 0,0 1 1 0 0,0-1 0 0 0,-1 0 0 0 0,1 1 0 0 0,-1-1-1 0 0,1 1 1 0 0,-1-1 0 0 0,0 1 0 0 0,1 0 0 0 0,-1-1-1 0 0,0 1 1 0 0,0 0 0 0 0,0 0 0 0 0,0 1-1 0 0,0-1 1 0 0,-3-1 0 0 0,4 2 21 0 0,-3 2 9 0 0,0-1-24 0 0,1 1 1 0 0,0 0-1 0 0,-1 0 1 0 0,1 1-1 0 0,0-1 1 0 0,0 0-1 0 0,0 1 1 0 0,0 0-1 0 0,1 0 1 0 0,-1 0-1 0 0,1 0 1 0 0,0 0-1 0 0,0 0 1 0 0,0 1-1 0 0,0-1 1 0 0,0 1-1 0 0,1-1 1 0 0,0 1-1 0 0,0 0 1 0 0,-2 5-1 0 0,2-2-1 0 0,1-1-1 0 0,-1 1 1 0 0,1 0-1 0 0,0 0 0 0 0,1-1 1 0 0,-1 1-1 0 0,1 0 0 0 0,1 0 1 0 0,-1-1-1 0 0,1 1 1 0 0,4 7-1 0 0,-5-11-10 0 0,0 0 0 0 0,1 0 0 0 0,-1-1 0 0 0,1 1 0 0 0,0-1 0 0 0,-1 0 0 0 0,1 1 0 0 0,0-1 0 0 0,1 0 0 0 0,-1 0 0 0 0,0 0-1 0 0,1 0 1 0 0,-1-1 0 0 0,1 1 0 0 0,-1-1 0 0 0,1 1 0 0 0,0-1 0 0 0,0 0 0 0 0,0 0 0 0 0,-1 0 0 0 0,1 0 0 0 0,0-1 0 0 0,0 1 0 0 0,0-1 0 0 0,0 0 0 0 0,0 0 0 0 0,6 0 0 0 0,2-2-9 0 0,-1 0 1 0 0,0 0 0 0 0,1-1 0 0 0,-1-1-1 0 0,0 1 1 0 0,-1-2 0 0 0,1 1-1 0 0,-1-1 1 0 0,0-1 0 0 0,14-10-1 0 0,-11 7-23 0 0,0-1 1 0 0,-1-1-1 0 0,0 0 0 0 0,-1 0 0 0 0,0-1 0 0 0,14-22 0 0 0,-16 18-6 0 0,0-1-1 0 0,0 0 1 0 0,-2-1-1 0 0,0 1 1 0 0,-1-1-1 0 0,-1-1 1 0 0,-1 1-1 0 0,2-26 1 0 0,-2-18 50 0 0,-6-70 0 0 0,3 127-3 0 0,-1-8 123 0 0,1 0 1 0 0,-2 1-1 0 0,1-1 0 0 0,-2 1 1 0 0,0-1-1 0 0,0 1 1 0 0,-6-12-1 0 0,8 22 25 0 0,-9 12 92 0 0,2-5-197 0 0,4 2-6 0 0,-1 1 1 0 0,2-1 0 0 0,-1 1 0 0 0,1 0 0 0 0,0 0 0 0 0,-3 15 0 0 0,2-9-6 0 0,-12 45 92 0 0,4 2 1 0 0,-9 96 0 0 0,8 126 44 0 0,10-180-136 0 0,0-22-31 0 0,4 1 0 0 0,3-1 0 0 0,20 116 0 0 0,-22-188-33 0 0,0 1 1 0 0,0-1 0 0 0,1 0 0 0 0,0 1 0 0 0,0-1 0 0 0,1-1-1 0 0,9 17 1 0 0,-13-25 15 0 0,1 0 0 0 0,-1 1 0 0 0,0-1-1 0 0,1 0 1 0 0,-1 1 0 0 0,0-1 0 0 0,1 0-1 0 0,-1 1 1 0 0,1-1 0 0 0,-1 0 0 0 0,0 1 0 0 0,1-1-1 0 0,-1 0 1 0 0,1 0 0 0 0,-1 0 0 0 0,1 0-1 0 0,-1 1 1 0 0,1-1 0 0 0,-1 0 0 0 0,1 0 0 0 0,-1 0-1 0 0,1 0 1 0 0,-1 0 0 0 0,0 0 0 0 0,1 0-1 0 0,-1 0 1 0 0,1 0 0 0 0,-1 0 0 0 0,1-1 0 0 0,-1 1-1 0 0,1 0 1 0 0,-1 0 0 0 0,1 0 0 0 0,-1-1-1 0 0,1 1 1 0 0,-1 0 0 0 0,0 0 0 0 0,1-1 0 0 0,-1 1-1 0 0,0 0 1 0 0,1-1 0 0 0,-1 1 0 0 0,1-1-1 0 0,0 0-8 0 0,1-1-1 0 0,-1 0 1 0 0,0 0-1 0 0,0 0 1 0 0,0 0 0 0 0,0 0-1 0 0,0 0 1 0 0,0 0-1 0 0,0-2 1 0 0,2-10-30 0 0,-1 0 0 0 0,-1 0 0 0 0,0 0 1 0 0,-1 0-1 0 0,-2-20 0 0 0,-14-74-107 0 0,9 69 82 0 0,-12-40-73 0 0,13 60 18 0 0,1-1 0 0 0,1 1 0 0 0,1-1 0 0 0,0 1 0 0 0,2-1 0 0 0,1-39 0 0 0,2 48 19 0 0,1 0 0 0 0,0 1 0 0 0,0 0 0 0 0,1-1 0 0 0,0 1 0 0 0,1 1 0 0 0,1-1 0 0 0,9-14 0 0 0,9-7-246 0 0,30-30 0 0 0,-5 5 50 0 0,-33 37 272 0 0,-2-1 0 0 0,0 0 0 0 0,-2-1-1 0 0,0 0 1 0 0,-1-1 0 0 0,-1-1 0 0 0,7-24-1 0 0,-13 31 167 0 0,0-1 0 0 0,-1 1-1 0 0,0-1 1 0 0,-1 0-1 0 0,-1 0 1 0 0,-1 0 0 0 0,0 1-1 0 0,-2-1 1 0 0,1 0-1 0 0,-2 0 1 0 0,-5-18 0 0 0,4 22 74 0 0,3 7-48 0 0,0 1-1 0 0,-1 0 1 0 0,1 0-1 0 0,-1-1 1 0 0,0 1-1 0 0,-1 0 1 0 0,1 1-1 0 0,-6-9 1 0 0,7 12 145 0 0,0 3-290 0 0,1-1-1 0 0,0 1 1 0 0,0 0 0 0 0,-1-1 0 0 0,1 1 0 0 0,-1 0 0 0 0,0-1 0 0 0,1 1 0 0 0,-1-1 0 0 0,0 0 0 0 0,-1 3 0 0 0,-3 5 21 0 0,2 7 10 0 0,0 0 1 0 0,1 1 0 0 0,1-1-1 0 0,0 1 1 0 0,2 20-1 0 0,0-14-11 0 0,4 60 59 0 0,32 157 0 0 0,-27-188-137 0 0,-9-45-2 0 0,1 7-175 0 0,1 0 1 0 0,0 1 0 0 0,1-1 0 0 0,1 0 0 0 0,7 16 0 0 0,-6-23-1693 0 0,-2-4-2160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3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82 10281 0 0,'-8'-5'9113'0'0,"-4"1"-2181"0"0,33-10-6292 0 0,-2 9-183 0 0,3-3-181 0 0,11 0-176 0 0,-9 2-184 0 0,-2-1-188 0 0,4 0-241 0 0,-5 2-1071 0 0,2-2-3148 0 0,-8 2-1541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 72 8205 0 0,'-2'-1'6300'0'0,"1"-1"-5527"0"0,-1 1 1 0 0,1 0-1 0 0,-1 0 1 0 0,1 0-1 0 0,-1 0 1 0 0,0 0-1 0 0,0 0 1 0 0,0 0-1 0 0,1 0 1 0 0,-1 1-1 0 0,0-1 1 0 0,-3 0-1 0 0,-29 4 4373 0 0,32-3-5092 0 0,1 0 20 0 0,1 1-1 0 0,-1-1 1 0 0,0 0 0 0 0,0 0-1 0 0,0 1 1 0 0,0-1 0 0 0,0 1-1 0 0,0-1 1 0 0,1 0 0 0 0,-1 1-1 0 0,0 0 1 0 0,0-1 0 0 0,0 1-1 0 0,1-1 1 0 0,-2 2 0 0 0,2-1 348 0 0,25-2-377 0 0,-23 1-46 0 0,-1 0 1 0 0,0 0 0 0 0,1 0-1 0 0,-1-1 1 0 0,0 1-1 0 0,1 0 1 0 0,-1-1 0 0 0,0 1-1 0 0,0-1 1 0 0,1 0 0 0 0,-1 1-1 0 0,0-1 1 0 0,0 0 0 0 0,0 0-1 0 0,0 1 1 0 0,0-1 0 0 0,0 0-1 0 0,0 0 1 0 0,0 0 0 0 0,0 0-1 0 0,0 0 1 0 0,-1-1 0 0 0,1 1-1 0 0,0 0 1 0 0,-1 0 0 0 0,2-3-1 0 0,-2 2-22 0 0,1-1-1 0 0,0 0 1 0 0,-1 1 0 0 0,1-1-1 0 0,-1 0 1 0 0,0 1-1 0 0,0-6 1 0 0,0 7-22 0 0,0 1 1 0 0,1-1 0 0 0,-2 0-1 0 0,1 0 1 0 0,0 0 0 0 0,0 1-1 0 0,0-1 1 0 0,0 0-1 0 0,0 0 1 0 0,-1 1 0 0 0,1-1-1 0 0,0 0 1 0 0,0 0 0 0 0,-1 1-1 0 0,1-1 1 0 0,-1 0-1 0 0,1 1 1 0 0,-1-1 0 0 0,1 0-1 0 0,-1 1 1 0 0,1-1-1 0 0,-1 1 1 0 0,0-1 0 0 0,1 1-1 0 0,-1-1 1 0 0,0 1 0 0 0,1-1-1 0 0,-1 1 1 0 0,-1-1-1 0 0,1 1-735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1 809 8997 0 0,'0'3'5628'0'0,"0"0"-4023"0"0,0 15 9759 0 0,11-39-11131 0 0,0 0 0 0 0,-2 0 0 0 0,-1-1 0 0 0,-1 0 1 0 0,0-1-1 0 0,3-28 0 0 0,12-147-118 0 0,-18 109 54 0 0,-11-122 0 0 0,4 186 131 0 0,-2 0 0 0 0,-12-40 1 0 0,17 64-287 0 0,0 0 250 0 0,-3 4-190 0 0,0 2-54 0 0,0-1 0 0 0,0 1 0 0 0,0 0-1 0 0,1 0 1 0 0,0 0 0 0 0,0 1 0 0 0,1-1 0 0 0,-3 11-1 0 0,-3 52 106 0 0,5-41-85 0 0,-1 64 145 0 0,4 0 0 0 0,16 113 0 0 0,-15-183-167 0 0,1-1 1 0 0,0 0-1 0 0,2 0 1 0 0,0 0-1 0 0,2 0 1 0 0,13 28-1 0 0,-18-42-20 0 0,1-1 0 0 0,0 0 0 0 0,0 0 0 0 0,1 0 0 0 0,0 0-1 0 0,-1 0 1 0 0,2 0 0 0 0,-1-1 0 0 0,0 0 0 0 0,1 0 0 0 0,0 0 0 0 0,0-1-1 0 0,0 0 1 0 0,0 0 0 0 0,1 0 0 0 0,-1 0 0 0 0,1-1 0 0 0,0 0 0 0 0,-1 0 0 0 0,1 0-1 0 0,0-1 1 0 0,0 0 0 0 0,0 0 0 0 0,0 0 0 0 0,0-1 0 0 0,9-1 0 0 0,-3 0-30 0 0,0-1 0 0 0,0-1 1 0 0,0 0-1 0 0,0-1 0 0 0,0 0 1 0 0,-1-1-1 0 0,0 0 0 0 0,0-1 1 0 0,0 0-1 0 0,0-1 0 0 0,-1 0 1 0 0,-1 0-1 0 0,1-1 0 0 0,-1 0 1 0 0,14-17-1 0 0,-16 17 3 0 0,0 0 0 0 0,-1-1 0 0 0,0 0-1 0 0,0 0 1 0 0,-1-1 0 0 0,0 0 0 0 0,-1 1 0 0 0,0-1 0 0 0,0-1-1 0 0,-1 1 1 0 0,-1-1 0 0 0,0 1 0 0 0,0-1 0 0 0,-1 0 0 0 0,0 1-1 0 0,-1-1 1 0 0,0 0 0 0 0,-3-14 0 0 0,3 20 51 0 0,-1 0 0 0 0,0 0 0 0 0,-1 0 1 0 0,1 0-1 0 0,-1 1 0 0 0,0-1 0 0 0,0 0 0 0 0,0 1 1 0 0,-1-1-1 0 0,0 1 0 0 0,1 0 0 0 0,-2 0 0 0 0,1 0 1 0 0,0 0-1 0 0,-1 1 0 0 0,-5-6 0 0 0,8 9-12 0 0,0-1-1 0 0,0 1 1 0 0,0-1-1 0 0,-1 1 0 0 0,1-1 1 0 0,0 1-1 0 0,0-1 1 0 0,0 1-1 0 0,0 0 1 0 0,0 0-1 0 0,0 0 1 0 0,-1 0-1 0 0,1-1 0 0 0,0 1 1 0 0,0 1-1 0 0,0-1 1 0 0,0 0-1 0 0,-1 0 1 0 0,1 0-1 0 0,0 1 1 0 0,0-1-1 0 0,-1 1 1 0 0,0 0-1 0 0,0 0 1 0 0,0 1 0 0 0,0-1 0 0 0,0 1 0 0 0,0-1-1 0 0,1 1 1 0 0,-1 0 0 0 0,1-1 0 0 0,-1 1 0 0 0,-1 3 0 0 0,0 0 2 0 0,0 1-1 0 0,0-1 1 0 0,1 0 0 0 0,0 1 0 0 0,0 0 0 0 0,0-1 0 0 0,-1 12 0 0 0,2-4 1 0 0,1 0 0 0 0,0 0 1 0 0,1 0-1 0 0,0 0 0 0 0,1 0 0 0 0,4 17 1 0 0,-4-25-18 0 0,-1 0 0 0 0,1 0 1 0 0,0 0-1 0 0,1 0 1 0 0,-1 0-1 0 0,1-1 1 0 0,0 1-1 0 0,0-1 1 0 0,0 0-1 0 0,1 0 1 0 0,-1 0-1 0 0,1 0 1 0 0,0 0-1 0 0,0-1 1 0 0,0 0-1 0 0,1 0 1 0 0,9 5-1 0 0,-9-6-11 0 0,0-1-1 0 0,0 1 0 0 0,0-1 1 0 0,0 0-1 0 0,0-1 0 0 0,1 1 1 0 0,-1-1-1 0 0,0 0 0 0 0,0 0 1 0 0,1-1-1 0 0,-1 1 0 0 0,0-1 1 0 0,0-1-1 0 0,0 1 0 0 0,0-1 1 0 0,7-2-1 0 0,0-2-59 0 0,1 0 0 0 0,-1-1 0 0 0,0 0 0 0 0,19-15 1 0 0,-22 14-5 0 0,0-1 0 0 0,-1 0 1 0 0,0 0-1 0 0,0-1 1 0 0,-1 0-1 0 0,0-1 1 0 0,-1 1-1 0 0,0-1 1 0 0,-1 0-1 0 0,6-16 1 0 0,0-9-273 0 0,14-71-1 0 0,-9-42-225 0 0,-13 106 474 0 0,-2-115 463 0 0,0 157-317 0 0,-1-1 1 0 0,0 1-1 0 0,0 0 1 0 0,0-1-1 0 0,0 1 1 0 0,0-1-1 0 0,0 1 1 0 0,0-1 0 0 0,0 1-1 0 0,0 0 1 0 0,-1-1-1 0 0,1 1 1 0 0,-1 0-1 0 0,1-1 1 0 0,-1 1-1 0 0,1 0 1 0 0,-1 0-1 0 0,0-1 1 0 0,0 1 0 0 0,1 0-1 0 0,-1 0 1 0 0,0 0-1 0 0,0 0 1 0 0,0 0-1 0 0,0 0 1 0 0,-1 0-1 0 0,1 0 1 0 0,-2 0-1 0 0,0 3 157 0 0,-6 15-79 0 0,1-1 0 0 0,1 1 0 0 0,0 1 0 0 0,2-1-1 0 0,0 1 1 0 0,-5 32 0 0 0,5-26-54 0 0,-61 384 567 0 0,55-293-498 0 0,7 181-1 0 0,7-254-122 0 0,1 0 1 0 0,14 55-1 0 0,-18-97-13 0 0,13 41-27 0 0,-12-39 19 0 0,0 0 0 0 0,-1 0-1 0 0,1-1 1 0 0,0 1-1 0 0,0 0 1 0 0,1-1-1 0 0,-1 1 1 0 0,0-1-1 0 0,0 1 1 0 0,1-1-1 0 0,-1 0 1 0 0,1 0-1 0 0,-1 0 1 0 0,1 1-1 0 0,-1-1 1 0 0,1-1 0 0 0,0 1-1 0 0,3 1 1 0 0,-1-4-64 0 0,0-3 43 0 0,0-1 1 0 0,0 1 0 0 0,0-1-1 0 0,-1 0 1 0 0,0 0 0 0 0,0-1 0 0 0,0 1-1 0 0,-1 0 1 0 0,0-1 0 0 0,0 0-1 0 0,-1 1 1 0 0,0-1 0 0 0,0 0-1 0 0,0 0 1 0 0,-1-11 0 0 0,-1-12-54 0 0,0 1 0 0 0,-8-39 1 0 0,-2 14-56 0 0,-27-78 0 0 0,25 93 83 0 0,10 31 38 0 0,1 1 0 0 0,0-1 0 0 0,1 0 0 0 0,-1 1 0 0 0,2-1 0 0 0,-1-12 0 0 0,1 17 6 0 0,1-1 1 0 0,-1 0-1 0 0,1 1 1 0 0,0-1 0 0 0,1 0-1 0 0,-1 1 1 0 0,0-1-1 0 0,1 1 1 0 0,0-1-1 0 0,0 1 1 0 0,0 0-1 0 0,0 0 1 0 0,0 0-1 0 0,1 0 1 0 0,3-3-1 0 0,101-83-343 0 0,-73 63 112 0 0,52-50 0 0 0,-77 66 181 0 0,1-1 0 0 0,-1 0-1 0 0,-1-1 1 0 0,0 0 0 0 0,-1 0-1 0 0,0 0 1 0 0,-1-1 0 0 0,0 0-1 0 0,4-16 1 0 0,-5 10 58 0 0,-1 0 0 0 0,-1-1 1 0 0,0 0-1 0 0,-2 1 0 0 0,-1-39 0 0 0,-1 43 136 0 0,-1 1 0 0 0,0 0 0 0 0,-1 0 0 0 0,0 0 0 0 0,-1 1 0 0 0,-1-1-1 0 0,0 1 1 0 0,-1 0 0 0 0,-9-14 0 0 0,1 9 312 0 0,14 17-429 0 0,-1 1 0 0 0,1-1-1 0 0,0 1 1 0 0,-1-1 0 0 0,1 1 0 0 0,-1-1 0 0 0,1 1-1 0 0,-1-1 1 0 0,1 1 0 0 0,-1 0 0 0 0,1-1 0 0 0,-1 1-1 0 0,1 0 1 0 0,-1-1 0 0 0,1 1 0 0 0,-1 0 0 0 0,0 0-1 0 0,1 0 1 0 0,-1 0 0 0 0,1-1 0 0 0,-1 1 0 0 0,0 0-1 0 0,1 0 1 0 0,-1 0 0 0 0,0 0 0 0 0,1 0 0 0 0,-1 0-1 0 0,1 1 1 0 0,-1-1 0 0 0,0 0 0 0 0,1 0 0 0 0,-1 0-1 0 0,1 0 1 0 0,-1 1 0 0 0,0-1 0 0 0,0 1 0 0 0,-2 3 12 0 0,0 0 0 0 0,1 0 0 0 0,-1 1 0 0 0,1-1 0 0 0,0 1 0 0 0,0 0 0 0 0,0 0 0 0 0,0 0 1 0 0,1 0-1 0 0,0 0 0 0 0,0 0 0 0 0,1 0 0 0 0,-1 9 0 0 0,1 10 42 0 0,4 37-1 0 0,10 34 38 0 0,34 121-1 0 0,24 0-318 0 0,-70-210 179 0 0,-1-3-188 0 0,-1-2 75 0 0,1 1 0 0 0,-1-1 0 0 0,0 1 0 0 0,1-1 0 0 0,-1 0 0 0 0,1 0 0 0 0,0 1 0 0 0,-1-1 0 0 0,1 0 0 0 0,0 0 0 0 0,0 0 0 0 0,0 1 0 0 0,0-1 0 0 0,-1 0 0 0 0,2 0 0 0 0,0 1 0 0 0,0-6-4112 0 0,7-15-2253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1:54.84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10693 0 0,'0'-1'4702'0'0,"2"-9"1985"0"0,13 5-5751 0 0,1 0-1 0 0,1 0 1 0 0,-1 2-1 0 0,30-3 1 0 0,71 1 446 0 0,-99 4-3643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7:49.9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22 8853 0 0,'1'-1'926'0'0,"5"-13"10320"0"0,-2 7-5438 0 0,-2 7-2986 0 0,2 22-2597 0 0,0 0-1 0 0,-2 1 0 0 0,-1-1 0 0 0,-3 45 0 0 0,1-16-104 0 0,17 373 366 0 0,-10-343-424 0 0,9 88 72 0 0,-11-142-114 0 0,14 80 54 0 0,-17-92-69 0 0,-1-13-5 0 0,0 1 0 0 0,0-1 0 0 0,1 1 1 0 0,-1-1-1 0 0,0 0 0 0 0,1 1 0 0 0,0-1 0 0 0,-1 0 1 0 0,1 1-1 0 0,2 3 0 0 0,-2-5 4 0 0,0 1-1 0 0,0 4-1 0 0,0-4 7 0 0,-3-8-1059 0 0,2 5 905 0 0,-8-26-936 0 0,2 4-4664 0 0,2 10-677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7:50.6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1 132 10173 0 0,'-1'-6'14160'0'0,"2"6"-13823"0"0,10-6 5425 0 0,28 0-6864 0 0,-17 2 2261 0 0,51-12-684 0 0,2 3 0 0 0,103-6 0 0 0,-154 19-408 0 0,-14 0-17 0 0,-1 0 0 0 0,1-1 0 0 0,0 0 0 0 0,17-4 0 0 0,-25 4-59 0 0,-2-1-123 0 0,-1 0-59 0 0,1-1 0 0 0,-1 1 0 0 0,0-1 1 0 0,0 1-1 0 0,0 0 0 0 0,0 0 0 0 0,0 0 0 0 0,-1 0 1 0 0,1-1-1 0 0,0 2 0 0 0,-1-1 0 0 0,0 0 1 0 0,-1-2-1 0 0,-7-8-6504 0 0,3 4 365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7:50.9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44 39 2156 0 0,'-6'-8'15366'0'0,"-6"-9"-5989"0"0,10 15-8971 0 0,1 1 0 0 0,-1 0-1 0 0,1 0 1 0 0,-1-1 0 0 0,0 1-1 0 0,0 0 1 0 0,0 0 0 0 0,1 1-1 0 0,-1-1 1 0 0,0 0 0 0 0,-2 0 0 0 0,2 1 475 0 0,7 1-862 0 0,49 8 24 0 0,32 9-5 0 0,-77-16-36 0 0,-1 1 0 0 0,1 0 0 0 0,-1 1 1 0 0,0 0-1 0 0,0 0 0 0 0,0 1 0 0 0,12 9 0 0 0,-17-12-6 0 0,-1 1 0 0 0,1-1 0 0 0,-1 1 1 0 0,0 0-1 0 0,1 0 0 0 0,-1 0 0 0 0,-1 0 0 0 0,1 0 0 0 0,0 0 0 0 0,-1 1 0 0 0,1-1 0 0 0,-1 1 0 0 0,0-1 0 0 0,0 1 0 0 0,0 3 0 0 0,-1-1 12 0 0,1 0-1 0 0,-1 0 0 0 0,-1 0 1 0 0,1 1-1 0 0,-1-1 0 0 0,0 0 1 0 0,0 0-1 0 0,-3 7 0 0 0,-2 2-273 0 0,0-1 0 0 0,-1 0-1 0 0,0-1 1 0 0,-1 1-1 0 0,-1-1 1 0 0,-13 15-1 0 0,-4 0-3668 0 0,0-1-2532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03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8853 0 0,'0'0'19090'0'0,"-1"5"-18786"0"0,-3 19-36 0 0,1 0 1 0 0,1 0-1 0 0,2 0 1 0 0,4 49-1 0 0,-1-16-70 0 0,2 66 151 0 0,5-1 0 0 0,40 180 0 0 0,-8-95-65 0 0,-38-189-302 0 0,1 14 191 0 0,-3-12-1055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03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6 108 92 0 0,'-5'-10'23088'0'0,"5"10"-22911"0"0,0-1 0 0 0,0 1 1 0 0,0 0-1 0 0,0 0 0 0 0,2-6 4967 0 0,-2 6-4967 0 0,13 0 1214 0 0,16 13-1392 0 0,-2 4 260 0 0,-1 0 0 0 0,0 2-1 0 0,31 31 1 0 0,-56-50-261 0 0,-1 1 0 0 0,0-1 0 0 0,1 0 0 0 0,-1 1 0 0 0,1-1 0 0 0,-1 0 0 0 0,1 0 1 0 0,-1 1-1 0 0,1-1 0 0 0,-1 0 0 0 0,1 0 0 0 0,-1 0 0 0 0,1 0 0 0 0,-1 1 0 0 0,1-1 0 0 0,-1 0 1 0 0,1 0-1 0 0,0 0 0 0 0,-1 0 0 0 0,1 0 0 0 0,-1 0 0 0 0,1 0 0 0 0,-1-1 0 0 0,1 1 1 0 0,-1 0-1 0 0,1 0 0 0 0,-1 0 0 0 0,1 0 0 0 0,-1-1 0 0 0,1 1 0 0 0,-1 0 0 0 0,1-1 1 0 0,-1 1-1 0 0,1 0 0 0 0,-1-1 0 0 0,0 1 0 0 0,1 0 0 0 0,-1-1 0 0 0,0 1 0 0 0,1-1 0 0 0,-1 1 1 0 0,0-1-1 0 0,1 1 0 0 0,-1-1 0 0 0,0 1 0 0 0,0-1 0 0 0,0 1 0 0 0,1-1 0 0 0,-1 1 1 0 0,0-1-1 0 0,12-34-189 0 0,-10 30 152 0 0,6-20-80 0 0,2 0-1 0 0,0 1 0 0 0,2 0 1 0 0,24-37-1 0 0,-90 131-2997 0 0,44-55-1350 0 0,1-1-1923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23 5641 0 0,'-1'-2'795'0'0,"0"1"1"0"0,-1-1-1 0 0,1 0 1 0 0,0 1-1 0 0,-1-1 1 0 0,1 1-1 0 0,-1 0 1 0 0,0-1-1 0 0,1 1 1 0 0,-1 0-1 0 0,0 0 1 0 0,0 0-1 0 0,0 0 1 0 0,1 0-1 0 0,-1 1 1 0 0,0-1 0 0 0,0 0-1 0 0,-4 0 1 0 0,3 1-320 0 0,0 0 0 0 0,-1 0 0 0 0,1 1 0 0 0,0-1 0 0 0,0 1 0 0 0,-1-1 0 0 0,1 1 0 0 0,0 0 1 0 0,0 0-1 0 0,-5 3 0 0 0,-2 2-112 0 0,0 0 1 0 0,0 0 0 0 0,1 1 0 0 0,0 0 0 0 0,-14 15-1 0 0,4 0-77 0 0,1 2 0 0 0,1 0-1 0 0,1 0 1 0 0,1 1-1 0 0,1 1 1 0 0,1 1 0 0 0,1 0-1 0 0,2 1 1 0 0,-9 37 0 0 0,12-37-183 0 0,1-1 1 0 0,1 1-1 0 0,2 0 1 0 0,1 0-1 0 0,1 0 1 0 0,3 29-1 0 0,-1-43-80 0 0,1 0 0 0 0,1 0 0 0 0,0 1 0 0 0,1-2 0 0 0,0 1 0 0 0,1 0 0 0 0,1-1 0 0 0,0 0 0 0 0,0 0 0 0 0,2-1 0 0 0,-1 0 0 0 0,2 0 0 0 0,17 19 0 0 0,-17-22-41 0 0,-1-2 0 0 0,1 1 0 0 0,1-1 0 0 0,-1-1 0 0 0,1 1 0 0 0,0-2 0 0 0,1 1 0 0 0,20 6 0 0 0,-15-7-118 0 0,1-1 1 0 0,-1-1 0 0 0,1 0-1 0 0,-1-1 1 0 0,25-1 0 0 0,-33-1-58 0 0,-1-1 0 0 0,0 0 0 0 0,1 0 1 0 0,-1 0-1 0 0,13-5 0 0 0,16-8-4691 0 0,-31 11 3624 0 0,19-7-5182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42 5725 0 0,'-3'-4'2998'0'0,"0"-1"0"0"0,0 1 0 0 0,-1 0 1 0 0,0 1-1 0 0,-5-6 0 0 0,-11-3 2065 0 0,19 11-3895 0 0,-3 15-389 0 0,-2 6-422 0 0,10 48 78 0 0,3 0 0 0 0,26 108 0 0 0,-11-61-295 0 0,22 86-327 0 0,-40-190-1027 0 0,-6-19-1778 0 0,-3-16-1207 0 0,-1 1-2241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42 448 19234 0 0,'-7'-70'3968'0'0,"-21"-99"0"0"0,25 157-3692 0 0,2 1 0 0 0,0-1 0 0 0,0 0 0 0 0,1 1 1 0 0,0-1-1 0 0,1 0 0 0 0,4-20 0 0 0,-4 27-230 0 0,0 0 1 0 0,1-1-1 0 0,-1 1 0 0 0,1 0 0 0 0,0 0 0 0 0,1 0 1 0 0,-1 1-1 0 0,1-1 0 0 0,0 0 0 0 0,0 1 1 0 0,0 0-1 0 0,0 0 0 0 0,1 0 0 0 0,0 0 1 0 0,0 0-1 0 0,0 1 0 0 0,0-1 0 0 0,10-4 0 0 0,-13 7-43 0 0,1 0-1 0 0,-1 1 1 0 0,1-1-1 0 0,0 1 1 0 0,-1-1-1 0 0,1 1 1 0 0,0-1-1 0 0,-1 1 0 0 0,1 0 1 0 0,0 0-1 0 0,0 0 1 0 0,-1 0-1 0 0,1 0 1 0 0,0 0-1 0 0,0 1 1 0 0,-1-1-1 0 0,1 0 0 0 0,0 1 1 0 0,-1 0-1 0 0,1-1 1 0 0,-1 1-1 0 0,3 1 1 0 0,-2 0-5 0 0,1 0 0 0 0,0 0 1 0 0,-1 1-1 0 0,0-1 0 0 0,1 1 0 0 0,-1 0 1 0 0,0 0-1 0 0,0-1 0 0 0,-1 1 1 0 0,3 5-1 0 0,2 6-16 0 0,-1 1 0 0 0,-1 0-1 0 0,5 26 1 0 0,-6-17 11 0 0,-1 0 0 0 0,-2 0 0 0 0,0-1 0 0 0,-1 1 0 0 0,-2 0 0 0 0,0 0 0 0 0,-2-1 0 0 0,0 1 0 0 0,-2-1 0 0 0,-16 38 0 0 0,19-42-275 0 0,4-19 271 0 0,0 0 0 0 0,1 1 0 0 0,-1-1 0 0 0,0 1 1 0 0,0-1-1 0 0,0 0 0 0 0,1 1 0 0 0,-1-1 0 0 0,0 0 0 0 0,1 1 1 0 0,-1-1-1 0 0,0 0 0 0 0,1 0 0 0 0,-1 1 0 0 0,0-1 0 0 0,1 0 0 0 0,-1 0 1 0 0,1 1-1 0 0,-1-1 0 0 0,0 0 0 0 0,1 0 0 0 0,-1 0 0 0 0,1 0 1 0 0,-1 0-1 0 0,1 0 0 0 0,0 0 0 0 0,1 1 46 0 0,16-1 271 0 0,-5 6-83 0 0,0 1 0 0 0,0 0-1 0 0,-1 1 1 0 0,0 1-1 0 0,16 14 1 0 0,22 15 42 0 0,-32-25-204 0 0,-14-10-81 0 0,1 1 0 0 0,-1-1 0 0 0,0 0 0 0 0,1 0 0 0 0,0-1 0 0 0,0 1 0 0 0,0-1 0 0 0,0 0-1 0 0,0 0 1 0 0,0-1 0 0 0,7 2 0 0 0,-11-3-35 0 0,3 0-101 0 0,0 0 0 0 0,1 0 0 0 0,-1 0 1 0 0,0 0-1 0 0,0-1 0 0 0,0 1 1 0 0,0-1-1 0 0,0 0 0 0 0,0-1 0 0 0,5-1 1 0 0,10-13-5994 0 0,-10 4-256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58 4756 0 0,'-19'-28'13976'0'0,"16"25"-13011"0"0,0 0 1 0 0,0 0 0 0 0,0 0 0 0 0,-1 0 0 0 0,1 1 0 0 0,-5-3 0 0 0,6 4-783 0 0,0 0 1 0 0,-1 0-1 0 0,1 0 0 0 0,0 0 1 0 0,-1 1-1 0 0,1-1 1 0 0,-1 1-1 0 0,1-1 1 0 0,-1 1-1 0 0,1 0 1 0 0,0 0-1 0 0,-1 0 1 0 0,1 0-1 0 0,-1 0 1 0 0,1 1-1 0 0,-1-1 1 0 0,1 1-1 0 0,0 0 1 0 0,-1-1-1 0 0,1 1 1 0 0,0 0-1 0 0,0 0 1 0 0,-1 1-1 0 0,1-1 1 0 0,0 0-1 0 0,-3 3 1 0 0,0 1-103 0 0,1 0 0 0 0,0-1 1 0 0,-1 2-1 0 0,2-1 0 0 0,-1 0 1 0 0,0 1-1 0 0,1-1 0 0 0,0 1 1 0 0,1 0-1 0 0,-1 0 0 0 0,1 1 1 0 0,0-1-1 0 0,1 0 0 0 0,-1 1 1 0 0,1-1-1 0 0,1 1 0 0 0,-1 8 1 0 0,1 1-36 0 0,0-1 0 0 0,2 1 0 0 0,-1-1 0 0 0,2 0 0 0 0,0 0 0 0 0,7 21 0 0 0,-3-21-26 0 0,-1 0 0 0 0,2 0 0 0 0,0-1-1 0 0,0 0 1 0 0,2 0 0 0 0,0-1 0 0 0,0 0 0 0 0,1-1 0 0 0,24 21 0 0 0,-28-26-18 0 0,1-1 0 0 0,0 0 0 0 0,0-1 0 0 0,0 0 0 0 0,1 0 1 0 0,0 0-1 0 0,0-1 0 0 0,0-1 0 0 0,0 1 0 0 0,0-2 0 0 0,1 1 0 0 0,0-1 1 0 0,-1 0-1 0 0,1-1 0 0 0,0-1 0 0 0,0 1 0 0 0,19-3 0 0 0,-25 1-4 0 0,0 1-1 0 0,1-1 0 0 0,-1-1 0 0 0,0 1 0 0 0,0-1 1 0 0,-1 1-1 0 0,1-1 0 0 0,0 0 0 0 0,0-1 1 0 0,-1 1-1 0 0,0-1 0 0 0,1 1 0 0 0,-1-1 0 0 0,0 0 1 0 0,0 0-1 0 0,0 0 0 0 0,-1-1 0 0 0,1 1 1 0 0,-1-1-1 0 0,3-5 0 0 0,-2 2 1 0 0,-1 1 1 0 0,0-1-1 0 0,0 1 1 0 0,-1-1-1 0 0,0 0 1 0 0,0 1-1 0 0,0-1 0 0 0,-1 0 1 0 0,0 0-1 0 0,-1 0 1 0 0,1 1-1 0 0,-3-10 1 0 0,-1 0 6 0 0,0-1 1 0 0,-2 1-1 0 0,0 0 0 0 0,-1 0 1 0 0,0 1-1 0 0,-1 0 1 0 0,-1 0-1 0 0,0 1 1 0 0,-17-19-1 0 0,19 24-3 0 0,0 2 0 0 0,-1-1 1 0 0,0 1-1 0 0,0 0 0 0 0,-1 1 0 0 0,0 0 0 0 0,-11-5 0 0 0,14 8-8 0 0,0 0 1 0 0,0 1-1 0 0,-1 0 0 0 0,1 0 1 0 0,0 1-1 0 0,-1-1 1 0 0,0 1-1 0 0,1 1 0 0 0,-1-1 1 0 0,1 1-1 0 0,-1 1 0 0 0,-8 0 1 0 0,11 0-21 0 0,-1 0-1 0 0,1 1 1 0 0,0-1 0 0 0,0 1 0 0 0,0 0 0 0 0,1 0 0 0 0,-1 0 0 0 0,0 0 0 0 0,1 1 0 0 0,-1-1-1 0 0,1 1 1 0 0,0 0 0 0 0,0 0 0 0 0,-5 5 0 0 0,-11 23-1523 0 0,8 2-3566 0 0,7-10-1389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110 123 7801 0 0,'24'-36'9709'0'0,"6"-20"-3359"0"0,-29 55-6202 0 0,-1 0 0 0 0,1 0 0 0 0,-1 1 0 0 0,1-1 0 0 0,-1 0 0 0 0,0 0 0 0 0,1 0 0 0 0,-1 0 0 0 0,0 0 0 0 0,0 0 0 0 0,0 0 0 0 0,1 0 0 0 0,-1 1 0 0 0,0-1 0 0 0,0 0 0 0 0,0 0 0 0 0,-1 0 0 0 0,1 0 0 0 0,0 0 0 0 0,0 0 0 0 0,0 0 0 0 0,-1 0 0 0 0,1 0 0 0 0,0 0 0 0 0,-1 0 0 0 0,0-1 0 0 0,0 1-50 0 0,-1 1 1 0 0,1-1-1 0 0,0 1 0 0 0,0-1 1 0 0,0 1-1 0 0,-1-1 1 0 0,1 1-1 0 0,0 0 1 0 0,-1 0-1 0 0,1-1 1 0 0,0 1-1 0 0,0 0 0 0 0,-1 0 1 0 0,1 0-1 0 0,0 0 1 0 0,-3 1-1 0 0,-3 1 62 0 0,-1-1-1 0 0,1 1 1 0 0,-1 1 0 0 0,1-1-1 0 0,-11 6 1 0 0,11-3-46 0 0,-5 2 91 0 0,0 0-1 0 0,-15 13 1 0 0,24-18-181 0 0,1 0 0 0 0,0 0-1 0 0,0 0 1 0 0,0 0 0 0 0,0 0 0 0 0,0 0 0 0 0,1 1 0 0 0,-1-1 0 0 0,1 1-1 0 0,-1-1 1 0 0,1 1 0 0 0,0-1 0 0 0,0 1 0 0 0,0 0 0 0 0,1 0 0 0 0,-1 0-1 0 0,0 4 1 0 0,1-4-21 0 0,1 0 0 0 0,0 0 0 0 0,-1 0 0 0 0,1 0 0 0 0,0 0 0 0 0,0 0 0 0 0,1-1 0 0 0,-1 1 0 0 0,1-1 0 0 0,-1 1 0 0 0,1-1 0 0 0,0 1 0 0 0,0-1 0 0 0,0 0 0 0 0,0 0 0 0 0,2 2 0 0 0,40 29-24 0 0,-43-32 21 0 0,131 73-30 0 0,-52-31 87 0 0,-75-41-37 0 0,-1 1-1 0 0,1 0 1 0 0,-1 0 0 0 0,0 0 0 0 0,0 1-1 0 0,0-1 1 0 0,-1 1 0 0 0,1 0-1 0 0,-1 0 1 0 0,0 1 0 0 0,0-1 0 0 0,-1 0-1 0 0,5 10 1 0 0,-6-12-6 0 0,0 1 0 0 0,-1 0 0 0 0,1 0 0 0 0,0 0 0 0 0,-1 0 0 0 0,0 0 0 0 0,0 0 0 0 0,0 0 0 0 0,0 0 0 0 0,0 0 0 0 0,-1 0 0 0 0,1 0 0 0 0,-1 0 0 0 0,0 0 0 0 0,0 0 0 0 0,0 0 0 0 0,0 0 0 0 0,0-1 0 0 0,-1 1 0 0 0,1 0 0 0 0,-1-1 1 0 0,0 1-1 0 0,0-1 0 0 0,0 0 0 0 0,-3 3 0 0 0,-4 3-13 0 0,-2 0 0 0 0,1-1 0 0 0,-1 0 0 0 0,0-1 1 0 0,-1 0-1 0 0,1-1 0 0 0,-1-1 0 0 0,0 1 0 0 0,0-2 1 0 0,0 0-1 0 0,-1 0 0 0 0,1-1 0 0 0,-1-1 0 0 0,-15 0 1 0 0,24-1-29 0 0,0 0 0 0 0,-1 0 1 0 0,1 0-1 0 0,0-1 0 0 0,0 0 1 0 0,0 0-1 0 0,0 0 0 0 0,0-1 1 0 0,0 1-1 0 0,0-1 0 0 0,0 0 1 0 0,0 0-1 0 0,0 0 0 0 0,-5-5 1 0 0,7 5-166 0 0,0 0-1 0 0,0 0 1 0 0,0 0 0 0 0,1-1 0 0 0,-1 1 0 0 0,0 0-1 0 0,1-1 1 0 0,0 1 0 0 0,-2-5 0 0 0,2 4-508 0 0,0-1-1 0 0,0 1 1 0 0,1 0 0 0 0,-1-1 0 0 0,1 1 0 0 0,0-1 0 0 0,0 1 0 0 0,1-7 0 0 0,1-5-5727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57 5004 0 0,'4'-4'2013'0'0,"0"0"-1"0"0,-1-1 0 0 0,0 1 0 0 0,0-1 0 0 0,-1 0 0 0 0,1 0 0 0 0,-1 0 0 0 0,0 0 1 0 0,2-10 2758 0 0,-9 17-4112 0 0,-2 1-479 0 0,1 0 0 0 0,-1 1-1 0 0,1 0 1 0 0,0 0 0 0 0,0 0 0 0 0,1 1 0 0 0,-1-1-1 0 0,1 1 1 0 0,0 1 0 0 0,0-1 0 0 0,-7 12 0 0 0,10-15-159 0 0,0 2 0 0 0,0-1 0 0 0,0 0 0 0 0,1 0 0 0 0,0 0 0 0 0,-1 1 0 0 0,1-1 0 0 0,0 1 1 0 0,0-1-1 0 0,1 1 0 0 0,-1 0 0 0 0,1-1 0 0 0,0 1 0 0 0,0-1 0 0 0,0 1 0 0 0,0 0 1 0 0,1-1-1 0 0,-1 1 0 0 0,1-1 0 0 0,0 1 0 0 0,0-1 0 0 0,0 1 0 0 0,1-1 0 0 0,-1 0 1 0 0,1 0-1 0 0,0 1 0 0 0,3 3 0 0 0,18 20 9 0 0,2-2 0 0 0,0-1 1 0 0,2-1-1 0 0,57 38 0 0 0,25 21 338 0 0,-106-80-345 0 0,-1 1 1 0 0,1 0-1 0 0,-1-1 1 0 0,1 1 0 0 0,-1 0-1 0 0,0 0 1 0 0,0 0-1 0 0,0 1 1 0 0,0-1-1 0 0,-1 0 1 0 0,0 1 0 0 0,1-1-1 0 0,-1 1 1 0 0,0-1-1 0 0,0 6 1 0 0,-1-8-17 0 0,0 1 1 0 0,0 0-1 0 0,0 0 0 0 0,0-1 0 0 0,-1 1 1 0 0,1 0-1 0 0,0-1 0 0 0,-1 1 0 0 0,0-1 1 0 0,1 1-1 0 0,-1 0 0 0 0,0-1 1 0 0,0 0-1 0 0,0 1 0 0 0,0-1 0 0 0,0 1 1 0 0,0-1-1 0 0,0 0 0 0 0,0 0 1 0 0,-1 0-1 0 0,1 1 0 0 0,0-1 0 0 0,-1 0 1 0 0,1-1-1 0 0,-1 1 0 0 0,1 0 1 0 0,-1 0-1 0 0,1-1 0 0 0,-1 1 0 0 0,1-1 1 0 0,-1 1-1 0 0,-2 0 0 0 0,-6 1 2 0 0,0 0 0 0 0,1-1 1 0 0,-21 1-1 0 0,21-2 6 0 0,-1 0 1 0 0,0-1 0 0 0,1-1 0 0 0,-1 1 0 0 0,1-1-1 0 0,0-1 1 0 0,0 0 0 0 0,-1 0 0 0 0,2-1 0 0 0,-16-8-1 0 0,18 8-263 0 0,1 0-1 0 0,-1 0 0 0 0,1 0 0 0 0,0-1 0 0 0,0 0 1 0 0,-8-9-1 0 0,10 9-489 0 0,0 0 1 0 0,0 1-1 0 0,1-1 0 0 0,-1 0 1 0 0,1 0-1 0 0,0 0 0 0 0,1 0 1 0 0,-1-1-1 0 0,0-6 0 0 0,1-3-5669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 8149 0 0,'-3'-17'16741'0'0,"3"17"-16602"0"0,0 0 0 0 0,0 0 0 0 0,0 0 0 0 0,-1 0 0 0 0,1 0 0 0 0,0 0 0 0 0,0 0 0 0 0,0 0 0 0 0,-1 0 0 0 0,1 0-1 0 0,0 0 1 0 0,0 0 0 0 0,0 0 0 0 0,-1 0 0 0 0,1 1 0 0 0,0-1 0 0 0,0 0 0 0 0,0 0 0 0 0,0 0 0 0 0,-1 0 0 0 0,1 0 0 0 0,0 0-1 0 0,0 0 1 0 0,0 1 0 0 0,0-1 0 0 0,-1 0 0 0 0,1 0 0 0 0,0 0 0 0 0,0 0 0 0 0,0 1 0 0 0,0-1 0 0 0,0 0 0 0 0,0 0 0 0 0,0 0-1 0 0,-1 0 1 0 0,1 1 0 0 0,0-1 0 0 0,0 0 0 0 0,0 1 0 0 0,-1 2-82 0 0,0 0 0 0 0,0 0 0 0 0,0 0 0 0 0,0 0 0 0 0,0 0 0 0 0,0 1-1 0 0,1-1 1 0 0,0 0 0 0 0,0 6 0 0 0,8 70 363 0 0,4-1 1 0 0,37 133-1 0 0,-49-207-632 0 0,1 0 0 0 0,1 1 0 0 0,-1-1 0 0 0,1 0 0 0 0,0 0 0 0 0,-1-1 0 0 0,2 1 0 0 0,-1 0 0 0 0,0 0 0 0 0,1-1 0 0 0,0 0 0 0 0,3 4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26 1488 0 0,'-1'-5'13427'0'0,"-5"-15"-2120"0"0,5 20-11186 0 0,1 0-1 0 0,0 0 1 0 0,-1 0 0 0 0,1 0 0 0 0,-1 0 0 0 0,1 0 0 0 0,-1 0 0 0 0,1 0-1 0 0,-1 0 1 0 0,1 0 0 0 0,-1 0 0 0 0,1 0 0 0 0,-1 0 0 0 0,1 0 0 0 0,-1 0-1 0 0,1 1 1 0 0,-1-1 0 0 0,1 0 0 0 0,-1 0 0 0 0,1 1 0 0 0,0-1 0 0 0,-1 0-1 0 0,1 0 1 0 0,0 1 0 0 0,-1-1 0 0 0,1 1 0 0 0,-1-1 0 0 0,-6 18 1061 0 0,1 27-931 0 0,6-38 113 0 0,-3 37-189 0 0,1 1 0 0 0,3-1 0 0 0,2 1 0 0 0,2-1 0 0 0,1 0 0 0 0,17 59 0 0 0,-3-46-458 0 0,-19-56 90 0 0,-2-9-7167 0 0,-5-32 870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2 136 676 0 0,'1'-34'12374'0'0,"0"-3"-4398"0"0,-3 5-3578 0 0,1 31-4245 0 0,1 0 0 0 0,0-1 0 0 0,0 1 0 0 0,-1 0 0 0 0,1 0 0 0 0,0-1 1 0 0,0 1-1 0 0,0 0 0 0 0,0 0 0 0 0,1-1 0 0 0,-1 1 0 0 0,0 0 0 0 0,0 0 1 0 0,1 0-1 0 0,-1-1 0 0 0,1 1 0 0 0,-1 0 0 0 0,1 0 0 0 0,1-2 0 0 0,-1 2-71 0 0,0 1 0 0 0,-1-1-1 0 0,1 0 1 0 0,0 1 0 0 0,0-1-1 0 0,0 1 1 0 0,0 0 0 0 0,0-1-1 0 0,0 1 1 0 0,0 0 0 0 0,0-1-1 0 0,0 1 1 0 0,0 0 0 0 0,0 0-1 0 0,0 0 1 0 0,0 0 0 0 0,0 0-1 0 0,2 0 1 0 0,1 1 11 0 0,0 0 1 0 0,0 0-1 0 0,0 0 1 0 0,0 0-1 0 0,0 0 1 0 0,-1 1-1 0 0,1 0 1 0 0,-1 0-1 0 0,1 0 1 0 0,5 4-1 0 0,5 9 68 0 0,-1-1-1 0 0,-1 1 1 0 0,0 1-1 0 0,10 19 1 0 0,2 2 16 0 0,4 2-23 0 0,62 88 94 0 0,-62-98-1160 0 0,-27-31 808 0 0,1 0 1 0 0,-1 1 0 0 0,0-1 0 0 0,0 0-1 0 0,0 0 1 0 0,0 0 0 0 0,0 1 0 0 0,0-1 0 0 0,0 0-1 0 0,-1 0 1 0 0,1 0 0 0 0,-1 0 0 0 0,0-1 0 0 0,1 1-1 0 0,-1-3 1 0 0,-4-32-4124 0 0,3 27 2118 0 0,-3-15-4305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41 186 22354 0 0,'-4'-35'866'0'0,"-12"-42"1"0"0,-4 5 3939 0 0,20 70-2615 0 0,3 10-1951 0 0,13 37 9 0 0,-2 2 1 0 0,-2-1 0 0 0,-2 1 0 0 0,7 89-1 0 0,-15-106-223 0 0,0-21-77 0 0,-1 1-1 0 0,-1 0 1 0 0,0 0-1 0 0,0-1 1 0 0,-2 11-1 0 0,-4-14 84 0 0,3-5-1148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18 9313 0 0,'0'-3'5388'0'0,"0"3"-4935"0"0,0-1 1 0 0,0 1 0 0 0,0-1 0 0 0,0 0 0 0 0,0 1 0 0 0,-1-1-1 0 0,1 1 1 0 0,0-1 0 0 0,0 1 0 0 0,0-1 0 0 0,0 0-1 0 0,-1 1 1 0 0,1-1 0 0 0,0 1 0 0 0,-1-1 0 0 0,1 1-1 0 0,0 0 1 0 0,-1-1 0 0 0,1 1 0 0 0,-1-1 0 0 0,1 1 0 0 0,-1 0-1 0 0,1-1 1 0 0,-1 1 0 0 0,0-1 0 0 0,-5 0-562 0 0,3 0 1176 0 0,-1 4-193 0 0,-6 7-548 0 0,0 0 0 0 0,0 1 0 0 0,1 0 0 0 0,1 1 1 0 0,0-1-1 0 0,0 2 0 0 0,1-1 0 0 0,-8 20 0 0 0,5-8-189 0 0,1 1 1 0 0,1 0-1 0 0,1 0 0 0 0,-3 26 0 0 0,7-33-107 0 0,1 0 0 0 0,1 0 0 0 0,1 1 0 0 0,0-1 0 0 0,1 0 0 0 0,1 0 0 0 0,1 0 0 0 0,1 0 0 0 0,0-1 0 0 0,1 1 0 0 0,12 25 0 0 0,-13-37-40 0 0,1 1 0 0 0,0 0 0 0 0,0-1-1 0 0,0 0 1 0 0,1 0 0 0 0,0-1 0 0 0,0 0 0 0 0,0 0-1 0 0,1 0 1 0 0,0-1 0 0 0,0 0 0 0 0,0 0 0 0 0,0 0-1 0 0,1-1 1 0 0,0-1 0 0 0,15 5 0 0 0,-18-6-23 0 0,1 1 0 0 0,-1-1 0 0 0,1 0-1 0 0,-1-1 1 0 0,1 1 0 0 0,0-1 0 0 0,-1 0 0 0 0,1 0 0 0 0,0-1 0 0 0,-1 0 0 0 0,1 0 0 0 0,-1 0 0 0 0,1-1 0 0 0,-1 0-1 0 0,1 0 1 0 0,-1 0 0 0 0,0 0 0 0 0,0-1 0 0 0,0 0 0 0 0,0 0 0 0 0,-1 0 0 0 0,1-1 0 0 0,-1 0 0 0 0,7-7 0 0 0,-9 7 7 0 0,1 0 1 0 0,-1-1-1 0 0,0 1 1 0 0,0-1-1 0 0,0 0 1 0 0,0 1-1 0 0,-1-1 1 0 0,0 0-1 0 0,0 0 1 0 0,0 0-1 0 0,-1 0 1 0 0,0 0-1 0 0,0 0 1 0 0,0 0-1 0 0,0 0 1 0 0,-1 0-1 0 0,0 0 1 0 0,0 0-1 0 0,0 0 1 0 0,-1 0 0 0 0,0 0-1 0 0,-2-4 1 0 0,-5-12-7 0 0,-2 0 1 0 0,0 1 0 0 0,-20-26-1 0 0,30 44 27 0 0,-25-31-19 0 0,17 23-18 0 0,2 0 0 0 0,-14-20-1 0 0,21 29 13 0 0,0 1-1 0 0,-1-1 1 0 0,1 1-1 0 0,0-1 1 0 0,0 1-1 0 0,-1-1 1 0 0,1 0-1 0 0,0 1 1 0 0,0-1-1 0 0,0 1 1 0 0,0-1-1 0 0,0 1 1 0 0,0-1-1 0 0,0 0 1 0 0,0 1-1 0 0,0-1 1 0 0,0 1 0 0 0,0-1-1 0 0,0 1 1 0 0,0-1-1 0 0,0 0 1 0 0,1 1-1 0 0,-1-1 1 0 0,0 1-1 0 0,0-1 1 0 0,1 1-1 0 0,-1-2 1 0 0,1 2-20 0 0,1-1 0 0 0,-1 0 0 0 0,0 0 0 0 0,0 1 0 0 0,0-1 0 0 0,0 0 0 0 0,0 1 0 0 0,1-1 0 0 0,-1 1 0 0 0,0-1 0 0 0,1 1 0 0 0,0 0 0 0 0,44-2-706 0 0,-37 2 645 0 0,51-5 554 0 0,-59 4-106 0 0,0 1-280 0 0,0 0 1 0 0,0 0 0 0 0,-1 0 0 0 0,1 0 0 0 0,0 0-1 0 0,0 0 1 0 0,0 0 0 0 0,-1 0 0 0 0,1 1 0 0 0,0-1-1 0 0,0 0 1 0 0,0 0 0 0 0,-1 1 0 0 0,1-1 0 0 0,0 0-1 0 0,-1 1 1 0 0,1-1 0 0 0,0 1 0 0 0,-1-1 0 0 0,1 1-1 0 0,0-1 1 0 0,-1 1 0 0 0,1 0 0 0 0,-1-1 0 0 0,1 1-1 0 0,-1-1 1 0 0,0 1 0 0 0,1 0 0 0 0,-1 0 0 0 0,1 1-1 0 0,-2 68 214 0 0,0-12 146 0 0,2 1-1 0 0,2-1 1 0 0,13 68-1 0 0,20 58-417 0 0,-35-181-94 0 0,0-1 0 0 0,-1 1-1 0 0,1-1 1 0 0,-1 1 0 0 0,0 0 0 0 0,1-1 0 0 0,-1 1-1 0 0,-1-1 1 0 0,1 1 0 0 0,0 0 0 0 0,0-1 0 0 0,-1 1-1 0 0,0 0 1 0 0,1-1 0 0 0,-1 1 0 0 0,0-1-1 0 0,0 0 1 0 0,-1 1 0 0 0,-1 2 0 0 0,-11-1-10323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30 4692 0 0,'-1'0'10827'0'0,"-12"0"-2522"0"0,12 1-8232 0 0,1-1 0 0 0,-1 0 0 0 0,0 0 1 0 0,0 0-1 0 0,0 0 0 0 0,0 0 0 0 0,1-1 0 0 0,-1 1 0 0 0,0 0 0 0 0,0 0 0 0 0,0 0 0 0 0,1-1 0 0 0,-1 1 0 0 0,0 0 0 0 0,0-1 1 0 0,1 1-1 0 0,-1-1 0 0 0,0 1 0 0 0,1-1 0 0 0,-1 1 0 0 0,0-1 0 0 0,1 1 0 0 0,-1-1 0 0 0,1 0 0 0 0,-1 1 0 0 0,1-1 0 0 0,-1 0 1 0 0,1 1-1 0 0,0-1 0 0 0,-1 0 0 0 0,1 0 0 0 0,0 1 0 0 0,-1-3 0 0 0,-32-9 1469 0 0,32 11-1517 0 0,-1 1 0 0 0,1 0 0 0 0,-1 0 0 0 0,1 0 1 0 0,-1 0-1 0 0,1 1 0 0 0,-1-1 0 0 0,1 0 0 0 0,-1 0 1 0 0,1 1-1 0 0,-1-1 0 0 0,1 1 0 0 0,-1 0 1 0 0,1-1-1 0 0,0 1 0 0 0,-1 0 0 0 0,1 0 0 0 0,0 0 1 0 0,0 0-1 0 0,0 0 0 0 0,-1 0 0 0 0,1 0 0 0 0,0 0 1 0 0,0 0-1 0 0,1 0 0 0 0,-2 2 0 0 0,1-1-2 0 0,-9 11-166 0 0,12-35 192 0 0,-2 21-42 0 0,0 1 1 0 0,0 0-1 0 0,0-1 1 0 0,0 1-1 0 0,0-1 1 0 0,0 1-1 0 0,0-1 1 0 0,0 1-1 0 0,-1-1 0 0 0,1 1 1 0 0,0-1-1 0 0,0 1 1 0 0,0 0-1 0 0,-1-1 1 0 0,1 1-1 0 0,0-1 1 0 0,0 1-1 0 0,-1 0 0 0 0,1-1 1 0 0,0 1-1 0 0,-1 0 1 0 0,1-1-1 0 0,0 1 1 0 0,-1 0-1 0 0,1 0 1 0 0,-1-1-1 0 0,1 1 1 0 0,0 0-1 0 0,-1 0 0 0 0,1 0 1 0 0,-1-1-1 0 0,1 1 1 0 0,-1 0-1 0 0,-15 0 229 0 0,5 2-148 0 0,0 1 1 0 0,1 1-1 0 0,0 0 1 0 0,0 0 0 0 0,0 1-1 0 0,-17 11 1 0 0,2 1 140 0 0,-32 28 0 0 0,48-37-195 0 0,0 0 0 0 0,1 1 0 0 0,0 0 0 0 0,0 1 0 0 0,1 0 0 0 0,0 0 0 0 0,1 0 0 0 0,0 1 0 0 0,1 0 0 0 0,0 0 0 0 0,0 0 0 0 0,2 1 0 0 0,-1 0 0 0 0,1 0 0 0 0,1-1 0 0 0,0 1 0 0 0,1 1 0 0 0,0-1 0 0 0,1 0 0 0 0,0 0 0 0 0,1 0 0 0 0,0 0 0 0 0,6 21 0 0 0,-1-11-51 0 0,0-1 1 0 0,2 1-1 0 0,1-1 1 0 0,0-1-1 0 0,2 1 1 0 0,0-2-1 0 0,1 1 1 0 0,1-2 0 0 0,1 0-1 0 0,1 0 1 0 0,0-1-1 0 0,1-1 1 0 0,27 21-1 0 0,130 73-210 0 0,-130-85 187 0 0,-1 1 0 0 0,75 62-1 0 0,-105-77 42 0 0,0 0 0 0 0,-1 1 1 0 0,0 1-1 0 0,-1 0 0 0 0,-1 0 0 0 0,0 1 0 0 0,0 0 1 0 0,8 21-1 0 0,-12-23 19 0 0,-1 0 0 0 0,0 0 0 0 0,-1 0 0 0 0,0 1 0 0 0,-1 0 0 0 0,-1-1 1 0 0,0 1-1 0 0,0 0 0 0 0,-1 0 0 0 0,-1 0 0 0 0,-3 15 0 0 0,2-17 16 0 0,0 0-1 0 0,-1-1 0 0 0,-1 1 1 0 0,0 0-1 0 0,0-1 0 0 0,-1 0 1 0 0,0 0-1 0 0,-1 0 0 0 0,0-1 1 0 0,0 0-1 0 0,-1 0 1 0 0,-10 9-1 0 0,11-12-13 0 0,0-1 0 0 0,0 1 0 0 0,-1-2 0 0 0,0 1 0 0 0,0-1 0 0 0,-1 0 1 0 0,1 0-1 0 0,-1-1 0 0 0,0 0 0 0 0,0 0 0 0 0,0-1 0 0 0,0 0 0 0 0,0 0 0 0 0,0-1 0 0 0,-1 0 0 0 0,1-1 0 0 0,-11 0 1 0 0,11-1-23 0 0,-1 0 1 0 0,1-1 0 0 0,-1 0 0 0 0,1 0-1 0 0,0-1 1 0 0,0 0 0 0 0,0-1 0 0 0,0 0-1 0 0,1 0 1 0 0,0 0 0 0 0,-1-1 0 0 0,2 0 0 0 0,-1-1-1 0 0,0 1 1 0 0,1-1 0 0 0,0-1 0 0 0,1 1-1 0 0,-1-1 1 0 0,1 0 0 0 0,-5-9 0 0 0,6 9-63 0 0,-1-1 1 0 0,2 0-1 0 0,-1 1 1 0 0,1-1 0 0 0,0-1-1 0 0,1 1 1 0 0,0 0-1 0 0,0 0 1 0 0,0-1-1 0 0,1 0 1 0 0,1 1-1 0 0,0-1 1 0 0,0 1 0 0 0,0-1-1 0 0,1 1 1 0 0,0-1-1 0 0,1 1 1 0 0,0-1-1 0 0,0 1 1 0 0,6-12-1 0 0,-7 17 1 0 0,1-1 1 0 0,0 1-1 0 0,-1 0 0 0 0,1-1 0 0 0,1 1 0 0 0,-1 0 0 0 0,0 1 0 0 0,1-1 0 0 0,-1 0 0 0 0,1 1 0 0 0,0-1 0 0 0,0 1 0 0 0,0 0 0 0 0,0 0 0 0 0,0 0 0 0 0,1 0 0 0 0,-1 1 0 0 0,1-1 0 0 0,-1 1 0 0 0,1 0 0 0 0,-1 0 0 0 0,1 0 0 0 0,0 1 1 0 0,-1-1-1 0 0,1 1 0 0 0,0 0 0 0 0,-1 0 0 0 0,1 0 0 0 0,0 0 0 0 0,0 1 0 0 0,-1-1 0 0 0,1 1 0 0 0,0 0 0 0 0,-1 0 0 0 0,1 0 0 0 0,-1 1 0 0 0,5 2 0 0 0,6 4-478 0 0,11 6-1905 0 0,-10-5-2438 0 0,-2-1-1075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9261 0 0,'1'1'11045'0'0,"0"5"-5596"0"0,7 42-4078 0 0,-7-38-1139 0 0,42 393 3942 0 0,-16-176-3696 0 0,-27-222-928 0 0,3 16 594 0 0,-3-14-6965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10825 0 0,'0'0'8116'0'0,"-5"3"-5518"0"0,0 0-2103 0 0,0 0 1 0 0,0 0-1 0 0,1 1 0 0 0,0-1 0 0 0,-1 1 0 0 0,1 0 1 0 0,1 0-1 0 0,-1 1 0 0 0,-5 9 0 0 0,-5 9 409 0 0,2 1 0 0 0,1 1 0 0 0,-14 48 0 0 0,-9 83 143 0 0,31-142-993 0 0,2 1 0 0 0,-1 0 0 0 0,2 0-1 0 0,0 0 1 0 0,1 0 0 0 0,0 0 0 0 0,6 26 0 0 0,-5-35-72 0 0,-1-1-1 0 0,1 1 0 0 0,1 0 1 0 0,-1 0-1 0 0,1-1 0 0 0,0 0 1 0 0,0 1-1 0 0,0-1 1 0 0,1 0-1 0 0,0-1 0 0 0,0 1 1 0 0,0-1-1 0 0,1 1 0 0 0,-1-1 1 0 0,1 0-1 0 0,0-1 0 0 0,0 1 1 0 0,0-1-1 0 0,1 0 0 0 0,-1-1 1 0 0,9 4-1 0 0,1-2-73 0 0,1-1 1 0 0,0-1-1 0 0,1 0 0 0 0,-1-1 0 0 0,0 0 1 0 0,0-2-1 0 0,0 0 0 0 0,0-1 1 0 0,1 0-1 0 0,-2-1 0 0 0,1-1 1 0 0,0-1-1 0 0,26-11 0 0 0,-36 13 41 0 0,-1 1 0 0 0,0-1 0 0 0,0 0 0 0 0,-1 0 0 0 0,1-1 0 0 0,-1 1 0 0 0,0-1 0 0 0,1 0 0 0 0,-2-1 0 0 0,1 1 0 0 0,5-8 0 0 0,-8 10 37 0 0,0-1 1 0 0,0 0-1 0 0,1 0 1 0 0,-2 0-1 0 0,1 0 1 0 0,0 0-1 0 0,-1 0 1 0 0,1 0-1 0 0,-1 0 1 0 0,0 0-1 0 0,0 0 1 0 0,0 0-1 0 0,0 0 1 0 0,-1 0-1 0 0,1 0 1 0 0,-1 0-1 0 0,0 0 1 0 0,0 1-1 0 0,0-1 1 0 0,0 0-1 0 0,0 0 0 0 0,-3-4 1 0 0,-1 0 55 0 0,0-1 1 0 0,0 1-1 0 0,-1 0 1 0 0,0 1-1 0 0,0-1 1 0 0,-1 1-1 0 0,0 1 1 0 0,0-1-1 0 0,0 1 1 0 0,-1 0-1 0 0,0 1 0 0 0,0-1 1 0 0,0 2-1 0 0,0-1 1 0 0,0 1-1 0 0,-1 0 1 0 0,0 1-1 0 0,-10-2 1 0 0,18 4-121 0 0,9 0-2083 0 0,46-3 1129 0 0,56-10 0 0 0,-109 12 1013 0 0,36-2 634 0 0,-36 3-531 0 0,0 0-1 0 0,1 0 0 0 0,-1 1 1 0 0,0-1-1 0 0,0 0 1 0 0,1 0-1 0 0,-1 1 0 0 0,0-1 1 0 0,0 1-1 0 0,0-1 0 0 0,1 1 1 0 0,-1-1-1 0 0,0 1 0 0 0,0 0 1 0 0,0 0-1 0 0,0-1 1 0 0,0 1-1 0 0,0 0 0 0 0,0 0 1 0 0,-1 0-1 0 0,1 0 0 0 0,0 0 1 0 0,0 0-1 0 0,-1 0 0 0 0,1 0 1 0 0,0 1-1 0 0,-1-1 1 0 0,1 1-1 0 0,4 25 498 0 0,-2 0 0 0 0,-1-1 0 0 0,0 32 0 0 0,1 34-5 0 0,50 298-40 0 0,-53-387-551 0 0,1 1-499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93 9453 0 0,'0'0'7069'0'0,"-2"2"-4829"0"0,0-1-1946 0 0,1 1-1 0 0,-1 0 0 0 0,1 0 1 0 0,-1 0-1 0 0,1 0 0 0 0,0 0 0 0 0,0 0 1 0 0,0 0-1 0 0,0 0 0 0 0,0 0 0 0 0,1 0 1 0 0,-1 1-1 0 0,1-1 0 0 0,-1 0 1 0 0,1 1-1 0 0,0-1 0 0 0,0 0 0 0 0,0 4 1 0 0,3 54 1324 0 0,-2-48-1145 0 0,24 415 3664 0 0,-22-301-3612 0 0,-3-126-544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1 0 0,0 0-1 0 0,0 0 0 0 0,0 0 0 0 0,0 0 0 0 0,0 0 0 0 0,0 0 0 0 0,0 0 0 0 0,0 0 0 0 0,0 0 0 0 0,0 0 0 0 0,0 0 0 0 0,0 0 0 0 0,-1 0 0 0 0,1 0 0 0 0,0 1 0 0 0,0-1 0 0 0,0 0 0 0 0,0 0 0 0 0,0 0 0 0 0,0 0 0 0 0,0 0 0 0 0,0 0 0 0 0,0 0 0 0 0,0 0 0 0 0,0 0 0 0 0,0 0 0 0 0,0 0 0 0 0,0 0 0 0 0,0 1 0 0 0,0-1 0 0 0,0 0 0 0 0,0 0 0 0 0,0 0 1 0 0,0 0-1 0 0,0 0 0 0 0,0 0 0 0 0,-8-10-366 0 0,5 6 294 0 0,0-1 1 0 0,1 1 0 0 0,0-1-1 0 0,0 0 1 0 0,-2-4 0 0 0,-17-118-2315 0 0,15 77 1533 0 0,-1-27-89 0 0,3-108 1 0 0,5 123 1892 0 0,-1 50-128 0 0,1 0 0 0 0,0 1 0 0 0,4-13 0 0 0,-5 22-104 0 0,1 2-356 0 0,1 1-311 0 0,-1-1 0 0 0,0 0 0 0 0,0 0 0 0 0,0 0 1 0 0,0 0-1 0 0,0 1 0 0 0,0-1 0 0 0,0 1 0 0 0,0-1 0 0 0,0 1 1 0 0,0-1-1 0 0,0 1 0 0 0,0-1 0 0 0,0 1 0 0 0,1 1 0 0 0,29 41 455 0 0,-2 2-1 0 0,29 60 1 0 0,23 37-22 0 0,-74-131-431 0 0,54 75 195 0 0,-53-77-202 0 0,0 0 1 0 0,0-1-1 0 0,1 1 1 0 0,1-2-1 0 0,-1 1 1 0 0,18 9-1 0 0,-25-16-24 0 0,-1 0-1 0 0,1 0 0 0 0,0 0 1 0 0,-1 0-1 0 0,1-1 1 0 0,0 1-1 0 0,0 0 0 0 0,0-1 1 0 0,-1 0-1 0 0,1 1 0 0 0,0-1 1 0 0,0 0-1 0 0,0 0 1 0 0,0 0-1 0 0,0 0 0 0 0,-1 0 1 0 0,1-1-1 0 0,0 1 0 0 0,0-1 1 0 0,0 1-1 0 0,-1-1 1 0 0,4-1-1 0 0,-2 0-1 0 0,-1 1 0 0 0,0-1-1 0 0,0-1 1 0 0,1 1 0 0 0,-1 0 0 0 0,-1 0 0 0 0,1-1-1 0 0,0 1 1 0 0,-1-1 0 0 0,1 0 0 0 0,-1 1 0 0 0,2-6-1 0 0,2-6 1 0 0,-1-1-1 0 0,-1 1 0 0 0,-1-1 1 0 0,2-23-1 0 0,-3-5-3 0 0,-2-1-1 0 0,-7-53 0 0 0,-24-84-58 0 0,22 140-133 0 0,-24-60 0 0 0,21 78-128 0 0,13 23 224 0 0,-1-1 0 0 0,1 0-1 0 0,0 1 1 0 0,-1-1 0 0 0,1 1 0 0 0,-1-1 0 0 0,0 1 0 0 0,1-1 0 0 0,-1 1 0 0 0,1-1-1 0 0,-1 1 1 0 0,0-1 0 0 0,1 1 0 0 0,-1 0 0 0 0,0-1 0 0 0,1 1 0 0 0,-1 0 0 0 0,0 0-1 0 0,0 0 1 0 0,1 0 0 0 0,-1-1 0 0 0,0 1 0 0 0,0 0 0 0 0,1 0 0 0 0,-1 0 0 0 0,0 0-1 0 0,0 0 1 0 0,1 1 0 0 0,-1-1 0 0 0,0 0 0 0 0,0 0 0 0 0,1 0 0 0 0,-2 1 0 0 0,-9 8-4372 0 0,5 2-1921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5032 0 0,'0'0'20110'0'0,"2"6"-19333"0"0,8 40 270 0 0,-1 0 1 0 0,2 55-1 0 0,6 38 67 0 0,19 21-116 0 0,-10-54-366 0 0,-26-105-430 0 0,-1-8-187 0 0,-4-29-6 0 0,-22-179-42 0 0,23 162 3 0 0,2 1-1 0 0,7-66 0 0 0,-4 112 29 0 0,-1-3 0 0 0,1 1 1 0 0,0-1-1 0 0,0 0 1 0 0,1 1-1 0 0,0-1 0 0 0,1 1 1 0 0,0 0-1 0 0,0-1 1 0 0,7-10-1 0 0,-8 15-7 0 0,10-9 95 0 0,-11 13-82 0 0,0 1 0 0 0,0-1 0 0 0,-1 0 1 0 0,1 1-1 0 0,0-1 0 0 0,0 1 0 0 0,-1-1 0 0 0,1 1 0 0 0,0-1 0 0 0,-1 1 0 0 0,1-1 0 0 0,-1 1 0 0 0,1-1 0 0 0,-1 1 0 0 0,1 0 0 0 0,-1-1 1 0 0,1 1-1 0 0,-1 0 0 0 0,1 0 0 0 0,-1 0 0 0 0,8 12 28 0 0,-2 1 0 0 0,0-1 1 0 0,0 1-1 0 0,-1 0 0 0 0,4 18 0 0 0,2 7 7 0 0,2 0-3 0 0,123 326 168 0 0,-130-353-283 0 0,-2-4-43 0 0,-1-1-1 0 0,1 1 1 0 0,-1 0-1 0 0,0 1 1 0 0,-1-1-1 0 0,0 0 1 0 0,1 11-1 0 0,-7-23-188 0 0,-21-24-814 0 0,-24-32 1 0 0,-21-26-774 0 0,60 75 1855 0 0,-1 0 0 0 0,0 1 0 0 0,-1 1 1 0 0,0-1-1 0 0,-17-8 0 0 0,7 7 333 0 0,-21-14 795 0 0,42 24-976 0 0,1 1-110 0 0,-1 0 0 0 0,1-1 0 0 0,0 1 1 0 0,0 0-1 0 0,0 0 0 0 0,0-1 1 0 0,-1 1-1 0 0,1 0 0 0 0,0 0 1 0 0,0-1-1 0 0,0 1 0 0 0,0 0 0 0 0,0 0 1 0 0,0-1-1 0 0,0 1 0 0 0,0 0 1 0 0,0-1-1 0 0,0 1 0 0 0,0 0 1 0 0,0 0-1 0 0,0-1 0 0 0,0 1 1 0 0,0 0-1 0 0,0-1 0 0 0,0 1 0 0 0,0 0 1 0 0,0 0-1 0 0,0-1 0 0 0,0 1 1 0 0,0 0-1 0 0,1 0 0 0 0,-1-1 1 0 0,0 1-1 0 0,0 0 0 0 0,0 0 0 0 0,0 0 1 0 0,1-1-1 0 0,-1 1 0 0 0,1 0 1 0 0,106-66-1874 0 0,132-87-1206 0 0,-228 144 3009 0 0,0 1-1 0 0,14-17 1 0 0,-21 21 621 0 0,-1 1-1 0 0,0-2 1 0 0,0 1 0 0 0,0 0 0 0 0,3-9 1581 0 0,-7 11-1669 0 0,-15-13 1128 0 0,15 14-744 0 0,0 5-723 0 0,-2 7-30 0 0,1 1 1 0 0,1-1-1 0 0,0 1 1 0 0,1 0-1 0 0,0-1 1 0 0,1 1-1 0 0,1 12 1 0 0,1 7 26 0 0,23 325 640 0 0,-23-321-710 0 0,2 0 0 0 0,1 0 0 0 0,18 56 0 0 0,-22-86-50 0 0,-1 0 0 0 0,1 0 0 0 0,0-1 0 0 0,1 1 0 0 0,-1-1 0 0 0,1 0 0 0 0,0 1 0 0 0,0-1 1 0 0,0 0-1 0 0,0-1 0 0 0,1 1 0 0 0,-1-1 0 0 0,6 4 0 0 0,0-6 0 0 0,-5-2-13 0 0,-1-1 0 0 0,1 1 0 0 0,-1-1-1 0 0,1 0 1 0 0,-1 0 0 0 0,0 0 0 0 0,0 0 0 0 0,0-1 0 0 0,0 1-1 0 0,-1-1 1 0 0,4-4 0 0 0,29-40-324 0 0,-6 7 53 0 0,-21 32 61 0 0,0 1 0 0 0,0-1 1 0 0,0 2-1 0 0,1-1 0 0 0,0 1 1 0 0,11-6-1 0 0,36-13-6138 0 0,-25 13-93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6045 0 0,'-1'-3'6454'0'0,"0"1"-4933"0"0,-2-8 9137 0 0,1 17-9596 0 0,-1 12-625 0 0,0-1 0 0 0,1 0-1 0 0,1 1 1 0 0,2 25 0 0 0,11 87 648 0 0,-6-76-787 0 0,9 169 642 0 0,-6-70-444 0 0,-1-29-141 0 0,32 261 673 0 0,-38-373-971 0 0,1 0-1 0 0,0-1 0 0 0,1 1 1 0 0,10 22-1 0 0,-13-33-48 0 0,1 1 1 0 0,-1-1-1 0 0,0 0 1 0 0,1 1-1 0 0,-1-1 1 0 0,1 0-1 0 0,0 0 1 0 0,0 0-1 0 0,0 0 1 0 0,0 0-1 0 0,0 0 1 0 0,0-1-1 0 0,0 1 1 0 0,1-1-1 0 0,-1 1 1 0 0,0-1-1 0 0,1 0 1 0 0,0 0-1 0 0,-1 0 1 0 0,1 0-1 0 0,-1-1 1 0 0,1 1-1 0 0,0-1 1 0 0,0 1-1 0 0,-1-1 1 0 0,1 0-1 0 0,0 0 1 0 0,0 0-1 0 0,-1 0 1 0 0,5-2-1 0 0,15-4 12 0 0,1-2 0 0 0,-1 0 0 0 0,22-13 0 0 0,36-12-109 0 0,-55 29-671 0 0,-23 4 569 0 0,0 0 0 0 0,-1 0-1 0 0,1-1 1 0 0,0 1 0 0 0,0 0 0 0 0,-1-1-1 0 0,1 1 1 0 0,0-1 0 0 0,-1 1-1 0 0,1-1 1 0 0,0 0 0 0 0,-1 0 0 0 0,1 0-1 0 0,-1 0 1 0 0,1 0 0 0 0,0-1 0 0 0,9-7-4210 0 0,1-1-2063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18 7441 0 0,'-12'-4'3459'0'0,"-1"1"-1"0"0,0-1 1 0 0,-14 0 0 0 0,16 3-2304 0 0,1 0 0 0 0,0 1 0 0 0,-1 0 0 0 0,-14 2 0 0 0,18-1-979 0 0,1 1 1 0 0,0-1 0 0 0,0 1-1 0 0,0 0 1 0 0,0 0-1 0 0,1 0 1 0 0,-1 1-1 0 0,1 0 1 0 0,-1 0-1 0 0,1 1 1 0 0,0-1-1 0 0,0 1 1 0 0,0 0-1 0 0,1 0 1 0 0,0 1-1 0 0,-1 0 1 0 0,1-1-1 0 0,1 1 1 0 0,-5 8-1 0 0,4-5-112 0 0,0 1-1 0 0,1 0 0 0 0,0 0 1 0 0,0 0-1 0 0,1 1 0 0 0,0-1 0 0 0,1 0 1 0 0,0 1-1 0 0,0-1 0 0 0,1 1 0 0 0,1-1 1 0 0,-1 1-1 0 0,2-1 0 0 0,-1 1 0 0 0,1-1 1 0 0,0 0-1 0 0,1 1 0 0 0,6 13 1 0 0,-3-9-43 0 0,1 0 1 0 0,1 0 0 0 0,0 0 0 0 0,1-1 0 0 0,0 0 0 0 0,1-1 0 0 0,0 0 0 0 0,1 0 0 0 0,0-1 0 0 0,21 15 0 0 0,-22-20-23 0 0,0 1 1 0 0,1-1-1 0 0,0-1 1 0 0,0 0-1 0 0,1-1 1 0 0,-1 0-1 0 0,1-1 0 0 0,0 0 1 0 0,0-1-1 0 0,0 0 1 0 0,22 0-1 0 0,-18-2-6 0 0,0-1 1 0 0,0 0-1 0 0,0-1 1 0 0,0-1-1 0 0,-1 0 1 0 0,1-2-1 0 0,-1 0 0 0 0,20-8 1 0 0,-31 11 4 0 0,-1 0 0 0 0,1 0 1 0 0,0 0-1 0 0,-1 0 0 0 0,1-1 0 0 0,-1 1 0 0 0,0-1 0 0 0,0 0 1 0 0,0 0-1 0 0,0 0 0 0 0,0 0 0 0 0,-1-1 0 0 0,1 1 1 0 0,-1-1-1 0 0,0 0 0 0 0,0 1 0 0 0,2-8 0 0 0,-2 5 5 0 0,-1 1 0 0 0,0-1 0 0 0,-1 1 0 0 0,1-1-1 0 0,-1 1 1 0 0,-1-1 0 0 0,1 1 0 0 0,0-1 0 0 0,-1 1-1 0 0,0-1 1 0 0,-1 1 0 0 0,-2-7 0 0 0,1 2 6 0 0,-2 0 1 0 0,1 0-1 0 0,-1 1 0 0 0,-1-1 1 0 0,0 1-1 0 0,0 0 1 0 0,-1 1-1 0 0,0 0 0 0 0,0 0 1 0 0,-1 0-1 0 0,0 1 0 0 0,-1 0 1 0 0,-12-8-1 0 0,10 10 10 0 0,-1-1-1 0 0,-1 2 0 0 0,1-1 1 0 0,0 2-1 0 0,-1 0 0 0 0,0 0 0 0 0,0 1 1 0 0,0 1-1 0 0,0 0 0 0 0,0 1 1 0 0,0 0-1 0 0,0 1 0 0 0,0 0 1 0 0,0 1-1 0 0,-18 6 0 0 0,12-3-376 0 0,-1 1 0 0 0,1 2-1 0 0,-31 15 1 0 0,32-12-1216 0 0,0 0 0 0 0,1 1 0 0 0,-22 19 0 0 0,15-6-4910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11341 0 0,'-2'1'4470'0'0,"-4"-1"-3185"0"0,0 1 0 0 0,0 1 1 0 0,0-1-1 0 0,0 1 0 0 0,1 0 0 0 0,-11 6 1 0 0,7-3-433 0 0,0 0 0 0 0,0 1 0 0 0,-11 11 0 0 0,5-3-425 0 0,1 1-1 0 0,0 1 1 0 0,-16 24-1 0 0,19-23-272 0 0,1 0 0 0 0,1 1 0 0 0,1 0 0 0 0,1 0 0 0 0,0 1 0 0 0,1 0 0 0 0,1 0 0 0 0,-4 31 1 0 0,8-35-112 0 0,0 0 0 0 0,1-1 0 0 0,0 1 0 0 0,4 21 0 0 0,-3-30-57 0 0,0-1 0 0 0,1 1 0 0 0,-1-1 0 0 0,1 0-1 0 0,0 1 1 0 0,0-1 0 0 0,0 0 0 0 0,1 0 0 0 0,0-1-1 0 0,0 1 1 0 0,0 0 0 0 0,1-1 0 0 0,-1 0-1 0 0,9 7 1 0 0,-7-8-29 0 0,0 0 0 0 0,0 0 0 0 0,1-1 1 0 0,-1 0-1 0 0,1 0 0 0 0,0-1 0 0 0,0 1 0 0 0,-1-1 0 0 0,1 0 0 0 0,0-1 0 0 0,0 1 0 0 0,0-1 0 0 0,0 0 0 0 0,6-2 1 0 0,2 1-86 0 0,0-1 1 0 0,-1-1 0 0 0,1 0-1 0 0,22-9 1 0 0,-29 9 42 0 0,-1 0-1 0 0,1 0 1 0 0,-1 0-1 0 0,0-1 1 0 0,0 1-1 0 0,-1-2 1 0 0,1 1-1 0 0,-1-1 1 0 0,0 1-1 0 0,7-9 1 0 0,-10 10 65 0 0,0 0 0 0 0,-1 0 1 0 0,1 0-1 0 0,-1 0 1 0 0,0 0-1 0 0,1 0 1 0 0,-1 0-1 0 0,-1-1 1 0 0,1 1-1 0 0,0 0 0 0 0,-1-1 1 0 0,0 1-1 0 0,0 0 1 0 0,0-1-1 0 0,0 1 1 0 0,0 0-1 0 0,-1-1 1 0 0,0 1-1 0 0,1 0 1 0 0,-1-1-1 0 0,0 1 0 0 0,0 0 1 0 0,-3-4-1 0 0,1 1 56 0 0,0 0 0 0 0,0 1 0 0 0,-1-1 0 0 0,0 1 0 0 0,0 0 1 0 0,0-1-1 0 0,0 2 0 0 0,-1-1 0 0 0,0 1 0 0 0,-11-8 0 0 0,-1 2 162 0 0,0 0 0 0 0,-24-9-1 0 0,-12-7 340 0 0,51 25-532 0 0,6-1-81 0 0,3-1 25 0 0,1 0-1 0 0,-1 0 1 0 0,1 1-1 0 0,0 0 0 0 0,0 0 1 0 0,0 1-1 0 0,15-1 1 0 0,66 3-424 0 0,-53 0 306 0 0,-30-1 224 0 0,1 0 1 0 0,-1 0-1 0 0,1 1 0 0 0,-1 0 1 0 0,1 0-1 0 0,-1 0 0 0 0,1 1 1 0 0,-1 0-1 0 0,0 0 0 0 0,0 1 1 0 0,9 4-1 0 0,-13-4 16 0 0,0-1 1 0 0,-1 1-1 0 0,0-1 0 0 0,1 1 1 0 0,-1 0-1 0 0,0-1 0 0 0,-1 1 1 0 0,1 0-1 0 0,0 0 0 0 0,-1 0 0 0 0,1-1 1 0 0,-1 1-1 0 0,0 0 0 0 0,0 0 1 0 0,-1 5-1 0 0,2 11 179 0 0,16 140 603 0 0,-5-40-604 0 0,-7-50-157 0 0,5 23-390 0 0,-10-91 85 0 0,0 5 322 0 0,0-4-1494 0 0,8-35-11468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 10513 0 0,'-7'-18'9375'0'0,"0"12"-3466"0"0,7 7-5707 0 0,-1-1 0 0 0,0 1 0 0 0,1-1 0 0 0,-1 1 0 0 0,0-1 0 0 0,1 1 0 0 0,-1 0 0 0 0,1-1 0 0 0,-1 1 0 0 0,1 0 0 0 0,-1-1 0 0 0,1 1 0 0 0,0 0 0 0 0,-1-1 0 0 0,1 1 0 0 0,0 0 0 0 0,-1 0 0 0 0,1 0 0 0 0,0-1 0 0 0,0 1 0 0 0,0 1 0 0 0,-3 10-16 0 0,1 0-1 0 0,-1 21 1 0 0,7 40 429 0 0,20 114 0 0 0,-15-124-627 0 0,-7-51 24 0 0,0 0 1 0 0,8 22-1 0 0,4-8-1501 0 0,-12-24 1004 0 0,-1-1 1 0 0,0 0-1 0 0,1 1 1 0 0,-1-1-1 0 0,1 0 0 0 0,-1 0 1 0 0,1 0-1 0 0,0 0 1 0 0,-1 0-1 0 0,1 0 1 0 0,0 0-1 0 0,2 0 1 0 0,8 2-5979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 9669 0 0,'-2'-2'5768'0'0,"0"0"-5208"0"0,0 1 1 0 0,0-1-1 0 0,1 1 1 0 0,-1-1-1 0 0,0 1 1 0 0,-1 0-1 0 0,1 0 1 0 0,0 0-1 0 0,0 0 0 0 0,0 0 1 0 0,-1 0-1 0 0,1 1 1 0 0,0-1-1 0 0,-1 1 1 0 0,1-1-1 0 0,0 1 1 0 0,-4 0-1 0 0,1 1-126 0 0,0-1-1 0 0,0 1 1 0 0,0 0-1 0 0,0 0 1 0 0,1 1-1 0 0,-1-1 1 0 0,0 1-1 0 0,-4 2 1 0 0,-1 1-177 0 0,1 1 0 0 0,0 0 1 0 0,1 0-1 0 0,-1 0 0 0 0,1 1 1 0 0,0 1-1 0 0,-11 14 1 0 0,14-16-202 0 0,1 1 0 0 0,0 0 0 0 0,0 0 1 0 0,1 0-1 0 0,-1 1 0 0 0,2-1 1 0 0,-1 1-1 0 0,1 0 0 0 0,0 0 0 0 0,1-1 1 0 0,0 1-1 0 0,0 0 0 0 0,1 0 0 0 0,0 1 1 0 0,0-1-1 0 0,1 0 0 0 0,2 13 1 0 0,0-9-43 0 0,1 0 0 0 0,0 1 1 0 0,0-2-1 0 0,1 1 0 0 0,1 0 1 0 0,0-1-1 0 0,0 0 0 0 0,1 0 1 0 0,0-1-1 0 0,14 15 0 0 0,-5-8-62 0 0,-10-9-48 0 0,1 0 1 0 0,0 0-1 0 0,0-1 1 0 0,1 0 0 0 0,0 0-1 0 0,0-1 1 0 0,0 0-1 0 0,1-1 1 0 0,0 1 0 0 0,17 6-1 0 0,-23-11-536 0 0,-1-1-1 0 0,1 0 1 0 0,0 1 0 0 0,-1-1-1 0 0,1 0 1 0 0,-1 0-1 0 0,1-1 1 0 0,2 1-1 0 0,8-3-5871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10389 0 0,'-2'-8'17502'0'0,"0"40"-15068"0"0,1 52-2708 0 0,38 373 2112 0 0,-10-185-1276 0 0,-21-214-466 0 0,15 64 1 0 0,-19-107-107 0 0,-2-13-15 0 0,1 0 0 0 0,-1 0 0 0 0,0 0 0 0 0,0 0 0 0 0,1 0 0 0 0,0 0 0 0 0,-1 0 0 0 0,1 0 0 0 0,0 0 0 0 0,0 0 0 0 0,0 0 0 0 0,1 1 0 0 0,-1-1-178 0 0,-1-4-156 0 0,0 0 290 0 0,1 1-1 0 0,-1-1 1 0 0,1 1-1 0 0,-1-1 1 0 0,1 0-1 0 0,-1 1 1 0 0,1 0-1 0 0,0-1 1 0 0,0 1-1 0 0,2-3 1 0 0,0-2-200 0 0,6-24-3353 0 0,-7 16 1180 0 0,6-18-4042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 8997 0 0,'-2'-6'19070'0'0,"-2"11"-18864"0"0,1 0 1 0 0,1 0 0 0 0,-1 0 0 0 0,1 1 0 0 0,0-1-1 0 0,0 1 1 0 0,0-1 0 0 0,1 1 0 0 0,-1 6 0 0 0,-4 61 720 0 0,3-30-637 0 0,-8 126 405 0 0,5-55-442 0 0,6-59-157 0 0,1-43-113 0 0,-1 0-1 0 0,0 0 1 0 0,0 0 0 0 0,-1 0-1 0 0,-1 0 1 0 0,0-1 0 0 0,-5 17 0 0 0,6-27-142 0 0,0-1 67 0 0,1 0-1 0 0,-1 0 1 0 0,1 0 0 0 0,-1 0-1 0 0,1 0 1 0 0,-1-1-1 0 0,0 1 1 0 0,1 0 0 0 0,-1-1-1 0 0,1 1 1 0 0,-1 0 0 0 0,1-1-1 0 0,-1 1 1 0 0,1 0 0 0 0,0-1-1 0 0,-1 1 1 0 0,1-1 0 0 0,-1 1-1 0 0,1-1 1 0 0,0 1 0 0 0,-1-1-1 0 0,1 1 1 0 0,0-1-1 0 0,0 1 1 0 0,-1-2 0 0 0,-5-19-2281 0 0,3 11-706 0 0,-3-11-3381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4192 0 0,'8'-31'9423'0'0,"6"-15"-1980"0"0,-6 20-3595 0 0,-7 26-3755 0 0,-1-1 1 0 0,0 0 0 0 0,0 1 0 0 0,1-1 0 0 0,-1 0-1 0 0,0 1 1 0 0,1-1 0 0 0,-1 0 0 0 0,0 1-1 0 0,1-1 1 0 0,-1 0 0 0 0,1 1 0 0 0,-1-1 0 0 0,1 1-1 0 0,0-1 1 0 0,-1 1 0 0 0,1 0 0 0 0,-1-1-1 0 0,1 1 1 0 0,0-1 0 0 0,-1 1 0 0 0,1 0 0 0 0,0 0-1 0 0,-1-1 1 0 0,1 1 0 0 0,0 0 0 0 0,0 0-1 0 0,-1 0 1 0 0,1 0 0 0 0,0 0 0 0 0,0 0 0 0 0,-1 0-1 0 0,1 0 1 0 0,0 0 0 0 0,0 0 0 0 0,1 1 0 0 0,0-1 42 0 0,1 1 1 0 0,-1 0-1 0 0,1 0 1 0 0,-1 0-1 0 0,1 1 1 0 0,-1-1 0 0 0,0 0-1 0 0,3 3 1 0 0,11 12 108 0 0,0 1-1 0 0,-2 1 1 0 0,1 0 0 0 0,-2 0 0 0 0,-1 2 0 0 0,11 20 0 0 0,-8-13-106 0 0,2 0 0 0 0,25 32 1 0 0,-15-28-51 0 0,0 2-46 0 0,58 54 1 0 0,-84-87-58 0 0,-1 1-1 0 0,0-1 1 0 0,1 0 0 0 0,-1 0-1 0 0,0 1 1 0 0,1-1 0 0 0,-1 0 0 0 0,0 0-1 0 0,1 0 1 0 0,-1 1 0 0 0,1-1-1 0 0,-1 0 1 0 0,0 0 0 0 0,1 0 0 0 0,-1 0-1 0 0,1 0 1 0 0,-1 0 0 0 0,0 0-1 0 0,1 0 1 0 0,-1 0 0 0 0,1 0-1 0 0,-1 0 1 0 0,1 0 0 0 0,-1 0 0 0 0,0 0-1 0 0,1 0 1 0 0,-1-1 0 0 0,1 1-1 0 0,-1 0 1 0 0,0 0 0 0 0,1 0 0 0 0,-1 0-1 0 0,0-1 1 0 0,1 1 0 0 0,-1 0-1 0 0,0-1 1 0 0,1 1 0 0 0,-1 0 0 0 0,0 0-1 0 0,0-1 1 0 0,1 1 0 0 0,-1-1-1 0 0,0 1 1 0 0,0 0 0 0 0,1-1-1 0 0,4-18-293 0 0,-8-5 159 0 0,0 1-1 0 0,-2 0 0 0 0,0 0 0 0 0,-10-24 0 0 0,-3-15 30 0 0,-47-172 347 0 0,63 226-55 0 0,2 6-194 0 0,0 1 1 0 0,-1 0-1 0 0,1-1 0 0 0,0 1 0 0 0,-1 0 1 0 0,1-1-1 0 0,-1 1 0 0 0,0 0 1 0 0,1-1-1 0 0,-1 1 0 0 0,0 0 0 0 0,-1-2 1 0 0,-6 5-698 0 0,-3 12-439 0 0,3-1-808 0 0,1-1-2504 0 0,1-1-1767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9085 0 0,'0'0'3968'0'0,"18"-32"14416"0"0,-18 37-18288 0 0,1 29 131 0 0,-5 60 1 0 0,-1 12-94 0 0,5-83-118 0 0,0 0-11 0 0,1 1 0 0 0,0-1 1 0 0,10 40-1 0 0,-11-63-12 0 0,0 1-1 0 0,0-1 1 0 0,0 0 0 0 0,0 0 0 0 0,0 1-1 0 0,0-1 1 0 0,0 0 0 0 0,0 1-1 0 0,0-1 1 0 0,0 0 0 0 0,0 0 0 0 0,0 1-1 0 0,0-1 1 0 0,1 0 0 0 0,-1 1-1 0 0,0-1 1 0 0,0 0 0 0 0,0 0 0 0 0,0 0-1 0 0,1 1 1 0 0,-1-1 0 0 0,0 0-1 0 0,0 0 1 0 0,1 0 0 0 0,-1 1-1 0 0,0-1 1 0 0,0 0 0 0 0,1 0 0 0 0,-1 0-1 0 0,0 0 1 0 0,0 0 0 0 0,1 0-1 0 0,-1 0 1 0 0,0 0 0 0 0,1 0 0 0 0,-1 0-1 0 0,0 0 1 0 0,1 0 0 0 0,-1 0-1 0 0,0 0 1 0 0,0 0 0 0 0,1 0 0 0 0,-1 0-1 0 0,0 0 1 0 0,1 0 0 0 0,-1 0-1 0 0,0 0 1 0 0,0 0 0 0 0,1 0 0 0 0,-1-1-1 0 0,0 1 1 0 0,0 0 0 0 0,1 0-1 0 0,-1 0 1 0 0,0 0 0 0 0,0-1 0 0 0,0 1-1 0 0,1-1 1 0 0,11-14-301 0 0,-11 14 345 0 0,12-22-211 0 0,0-1 0 0 0,-2 0 0 0 0,-1 0 0 0 0,-1-1 0 0 0,-1 0 0 0 0,6-32 0 0 0,-1 9-28 0 0,10-57 89 0 0,14-144 0 0 0,-32 207 465 0 0,-5 42-329 0 0,0 0 1 0 0,0 0-1 0 0,0 0 1 0 0,0 0-1 0 0,0 0 0 0 0,0 0 1 0 0,0 0-1 0 0,0 0 1 0 0,0 0-1 0 0,0 0 0 0 0,0 0 1 0 0,0 0-1 0 0,-1 0 1 0 0,1 0-1 0 0,0 0 0 0 0,0 0 1 0 0,0 0-1 0 0,0 0 1 0 0,0 0-1 0 0,0 0 0 0 0,0 0 1 0 0,0 0-1 0 0,0 0 1 0 0,0 0-1 0 0,0 0 0 0 0,0 0 1 0 0,0 0-1 0 0,-1 0 1 0 0,1 0-1 0 0,0 0 0 0 0,0 0 1 0 0,0 0-1 0 0,0-1 1 0 0,0 1-1 0 0,0 0 0 0 0,0 0 1 0 0,0 0-1 0 0,0 0 1 0 0,0 0-1 0 0,0 0 0 0 0,0 0 1 0 0,0 0-1 0 0,0 0 1 0 0,0 0-1 0 0,0 0 0 0 0,0 0 1 0 0,0 0-1 0 0,-8 13 203 0 0,4-5-204 0 0,0 0-1 0 0,1 0 0 0 0,-3 12 1 0 0,-36 262 589 0 0,40-264-589 0 0,-4 35 31 0 0,-21 232 156 0 0,24-217-167 0 0,3 0-1 0 0,10 80 0 0 0,-9-134-54 0 0,1 0 0 0 0,0 0 0 0 0,1 0 0 0 0,1-1 0 0 0,0 1 0 0 0,1-1 0 0 0,0 0-1 0 0,10 16 1 0 0,-15-28 7 0 0,0-1 0 0 0,0 1 0 0 0,0-1 0 0 0,1 1-1 0 0,-1-1 1 0 0,0 0 0 0 0,1 1 0 0 0,-1-1 0 0 0,0 0 0 0 0,0 1 0 0 0,1-1-1 0 0,-1 0 1 0 0,1 1 0 0 0,-1-1 0 0 0,0 0 0 0 0,1 0 0 0 0,-1 1-1 0 0,1-1 1 0 0,-1 0 0 0 0,1 0 0 0 0,-1 0 0 0 0,1 1 0 0 0,-1-1-1 0 0,0 0 1 0 0,1 0 0 0 0,-1 0 0 0 0,1 0 0 0 0,-1 0 0 0 0,1 0-1 0 0,-1 0 1 0 0,1 0 0 0 0,-1 0 0 0 0,1 0 0 0 0,-1-1 0 0 0,1 1-1 0 0,-1 0 1 0 0,1 0 0 0 0,-1 0 0 0 0,0-1 0 0 0,1 1 0 0 0,-1 0-1 0 0,1 0 1 0 0,-1-1 0 0 0,0 1 0 0 0,1 0 0 0 0,-1-1 0 0 0,0 1-1 0 0,1-1 1 0 0,0 0-5 0 0,1-1 0 0 0,-1 0 0 0 0,0 0-1 0 0,0 1 1 0 0,0-1 0 0 0,-1 0 0 0 0,1 0-1 0 0,0 0 1 0 0,-1 0 0 0 0,1 0 0 0 0,0-3 0 0 0,0-47 12 0 0,-2-1 1 0 0,-2 1 0 0 0,-16-87-1 0 0,13 100 35 0 0,4 32-81 0 0,1 1-1 0 0,0-1 0 0 0,1 1 1 0 0,-1-1-1 0 0,1 0 0 0 0,1 1 1 0 0,-1-1-1 0 0,1 0 0 0 0,1 1 1 0 0,-1-1-1 0 0,1 1 1 0 0,0 0-1 0 0,0-1 0 0 0,1 1 1 0 0,0 0-1 0 0,0 0 0 0 0,0 1 1 0 0,1-1-1 0 0,0 1 0 0 0,0-1 1 0 0,0 1-1 0 0,1 0 0 0 0,5-5 1 0 0,-4 5-673 0 0,10-11 474 0 0,-10 3-6686 0 0,-5 1 561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4880 0 0,'0'-1'795'0'0,"4"-42"10572"0"0,-4 40-10767 0 0,0 1 0 0 0,0-1 0 0 0,-1 1-1 0 0,1-1 1 0 0,-1 0 0 0 0,1 1-1 0 0,-1 0 1 0 0,0-1 0 0 0,0 1 0 0 0,0-1-1 0 0,-1 1 1 0 0,1 0 0 0 0,-3-4-1 0 0,3 5-475 0 0,0 0 0 0 0,0 1 0 0 0,1-1 0 0 0,-1 1 0 0 0,0-1 0 0 0,0 1 0 0 0,0 0-1 0 0,0-1 1 0 0,0 1 0 0 0,0 0 0 0 0,0-1 0 0 0,0 1 0 0 0,0 0 0 0 0,0 0 0 0 0,0 0 0 0 0,0 0-1 0 0,0 0 1 0 0,0 0 0 0 0,0 0 0 0 0,0 1 0 0 0,0-1 0 0 0,0 0 0 0 0,0 0 0 0 0,0 1 0 0 0,1-1 0 0 0,-3 1-1 0 0,-22 14 793 0 0,18-9-729 0 0,0 0 0 0 0,0 0 0 0 0,0 0 0 0 0,1 1 0 0 0,0 0 0 0 0,1 0 0 0 0,-8 13 0 0 0,11-17-159 0 0,0 0 0 0 0,0 1 0 0 0,1-1 0 0 0,-1 1 0 0 0,1-1 0 0 0,0 1 0 0 0,0 0 0 0 0,0-1 0 0 0,1 1 0 0 0,-1 0 0 0 0,1 0 0 0 0,0-1 0 0 0,0 1 0 0 0,0 0 0 0 0,1 0 0 0 0,-1-1 0 0 0,1 1 0 0 0,0 0 0 0 0,0-1 0 0 0,0 1 0 0 0,2 3 0 0 0,-2-5-29 0 0,0-1 1 0 0,0 1-1 0 0,0-1 1 0 0,0 1 0 0 0,0-1-1 0 0,0 0 1 0 0,1 1-1 0 0,-1-1 1 0 0,0 0-1 0 0,1 0 1 0 0,-1 0-1 0 0,1 0 1 0 0,-1 0-1 0 0,1 0 1 0 0,-1 0-1 0 0,1 0 1 0 0,0-1-1 0 0,-1 1 1 0 0,4 0-1 0 0,-1-1-8 0 0,0 1 0 0 0,-1-1 0 0 0,1 0 0 0 0,0 0 0 0 0,0-1 0 0 0,0 1 0 0 0,-1-1 0 0 0,8-2 0 0 0,3-2-35 0 0,0-1-1 0 0,0-1 0 0 0,20-12 0 0 0,-33 18 42 0 0,6-2-9 0 0,-1-1-1 0 0,0-1 1 0 0,-1 1 0 0 0,1-1-1 0 0,-1 0 1 0 0,0 0-1 0 0,0 0 1 0 0,0-1 0 0 0,5-9-1 0 0,-10 15 14 0 0,1-1-1 0 0,-1 1 1 0 0,0-1-1 0 0,0 0 1 0 0,0 1-1 0 0,0-1 1 0 0,0 0-1 0 0,0 1 1 0 0,0-1-1 0 0,0 0 1 0 0,0 1-1 0 0,0-1 1 0 0,0 0-1 0 0,0 1 1 0 0,0-1-1 0 0,0 0 1 0 0,-1 1-1 0 0,1-1 1 0 0,0 0-1 0 0,-1 1 1 0 0,1-1-1 0 0,0 1 1 0 0,-1-1-1 0 0,1 1 1 0 0,0-1-1 0 0,-1 1 1 0 0,1-1-1 0 0,-1 1 1 0 0,1-1-1 0 0,-1 1 1 0 0,1 0-1 0 0,-1-1 1 0 0,0 1-1 0 0,1 0 1 0 0,-1-1-1 0 0,0 1 0 0 0,-1-1-15 0 0,0 0-1 0 0,0 0 0 0 0,-1 0 0 0 0,1 0 0 0 0,0 1 0 0 0,0-1 0 0 0,0 1 0 0 0,0-1 0 0 0,-1 1 0 0 0,1 0 0 0 0,-4 0 1 0 0,2 1-63 0 0,0 0 0 0 0,-1 0 0 0 0,1 1 1 0 0,1-1-1 0 0,-1 1 0 0 0,0 0 1 0 0,0 0-1 0 0,0 0 0 0 0,1 0 0 0 0,-6 5 1 0 0,5-3-1050 0 0,0-1 0 0 0,1 1 0 0 0,-1 0 0 0 0,1 0 0 0 0,-5 8 0 0 0,-2 7-5292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17.88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404 8 752 0 0,'0'0'12107'0'0,"-10"-3"-4406"0"0,5 2-7100 0 0,1 0 0 0 0,0 0-1 0 0,-1 0 1 0 0,1 1 0 0 0,0 0 0 0 0,-1 0 0 0 0,1 0 0 0 0,-1 0-1 0 0,1 1 1 0 0,0-1 0 0 0,-1 1 0 0 0,-7 3 0 0 0,-58 22 515 0 0,55-19-856 0 0,-1-1-109 0 0,-1 1 120 0 0,-26 14 0 0 0,38-19-240 0 0,0 2 1 0 0,1-1-1 0 0,-1 0 1 0 0,1 1-1 0 0,0 0 1 0 0,0 0-1 0 0,0 0 1 0 0,0 0-1 0 0,-4 9 1 0 0,-24 33 91 0 0,23-34-103 0 0,1-1 0 0 0,1 1 0 0 0,-1 0 0 0 0,-9 27 0 0 0,8-14-3 0 0,2 1 1 0 0,-9 51-1 0 0,13-56-17 0 0,1-11 0 0 0,1 0-1 0 0,0 0 1 0 0,0 15-1 0 0,2 8 4 0 0,0 1-1 0 0,3-1 1 0 0,0 0-1 0 0,2 0 0 0 0,15 43 1 0 0,-11-44-6 0 0,2 0 0 0 0,1 0 1 0 0,2-1-1 0 0,0-1 0 0 0,3-1 0 0 0,31 42 1 0 0,-44-65 1 0 0,1-1 0 0 0,0 1 0 0 0,1-2 0 0 0,-1 1 0 0 0,1-1 0 0 0,10 6 0 0 0,-8-5 1 0 0,0 0-1 0 0,-1 0 0 0 0,13 11 1 0 0,-12-8-3 0 0,0 0 0 0 0,1-1 0 0 0,0 0 0 0 0,17 9 0 0 0,2-3-4 0 0,42 14 0 0 0,-59-22 9 0 0,-8-4-2 0 0,0 1 1 0 0,1-1-1 0 0,-1 0 0 0 0,1 0 1 0 0,-1 0-1 0 0,1-1 0 0 0,-1 1 1 0 0,8-1-1 0 0,31-1 5 0 0,-32-1-5 0 0,42-2 7 0 0,-41 2-6 0 0,0 0-1 0 0,-1 0 1 0 0,1-2 0 0 0,-1 1 0 0 0,1-1-1 0 0,12-7 1 0 0,-14 5 0 0 0,1 1 0 0 0,-1-1 0 0 0,0-1 0 0 0,-1 0 0 0 0,0 0 0 0 0,12-13 0 0 0,-1-2-2 0 0,-15 18 3 0 0,0-1 0 0 0,0 0 0 0 0,-1 0 0 0 0,0-1 0 0 0,0 0 0 0 0,3-6 0 0 0,38-111 53 0 0,-30 76-38 0 0,-12 29 17 0 0,0 0 1 0 0,-1-1 0 0 0,-1 1 0 0 0,-2-35 0 0 0,0 18 9 0 0,5-49 45 0 0,-4 73-54 0 0,0 0-1 0 0,-1 0 1 0 0,-1 1 0 0 0,1-1-1 0 0,-7-20 1 0 0,2 7 36 0 0,0 2-28 0 0,-1 0 0 0 0,-1 0 1 0 0,-13-22-1 0 0,1 0-4 0 0,-11-11 54 0 0,28 51-86 0 0,-1 0 0 0 0,1 0 0 0 0,-1 0 1 0 0,0 0-1 0 0,0 0 0 0 0,0 1 0 0 0,-5-3 0 0 0,-10-10 35 0 0,12 10-22 0 0,0 1 0 0 0,0 0 0 0 0,0 1 0 0 0,-1-1-1 0 0,1 1 1 0 0,-1 1 0 0 0,-9-4 0 0 0,1 0-1 0 0,-48-29 93 0 0,36 20-54 0 0,25 14-45 0 0,-1-1-1 0 0,0 1 1 0 0,0 0-1 0 0,0 0 1 0 0,-1 0-1 0 0,1 0 1 0 0,0 1 0 0 0,-1-1-1 0 0,-6 0 1 0 0,-8-1 16 0 0,1 1-1 0 0,-1 1 1 0 0,0 0 0 0 0,0 1 0 0 0,1 1 0 0 0,-27 5 0 0 0,10 1-28 0 0,32-7-214 0 0,-1 1-1 0 0,0 0 1 0 0,0 0-1 0 0,1 1 1 0 0,-1-1 0 0 0,1 1-1 0 0,-1 0 1 0 0,-4 3-1 0 0,7-4 10 0 0,0 0-1 0 0,1 0 0 0 0,-1 0 0 0 0,0 0 0 0 0,1 0 1 0 0,-1 0-1 0 0,1 0 0 0 0,-1 0 0 0 0,1 0 1 0 0,-1 0-1 0 0,1 0 0 0 0,0 0 0 0 0,0 0 0 0 0,-1 1 1 0 0,1-1-1 0 0,0 0 0 0 0,0 0 0 0 0,0 0 1 0 0,0 1-1 0 0,0-1 0 0 0,1 0 0 0 0,-1 2 0 0 0,2 10-6297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5:25.2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657 41 3128 0 0,'-20'-2'16877'0'0,"15"2"-17534"0"0,3 0 2555 0 0,-24-7 2207 0 0,13 1-3635 0 0,-1 0 0 0 0,1 2 1 0 0,-1 0-1 0 0,0 0 0 0 0,-1 1 0 0 0,1 1 0 0 0,0 0 0 0 0,-1 1 1 0 0,-20 1-1 0 0,-88 12 383 0 0,101-11-702 0 0,19-1-134 0 0,1 0 0 0 0,-1 0 0 0 0,1 0 0 0 0,-1 1 0 0 0,0-1 0 0 0,1 1 0 0 0,0-1 0 0 0,-1 1 0 0 0,1 0 0 0 0,-1 0 0 0 0,1 0 0 0 0,-4 2 0 0 0,-12 7 72 0 0,15-9-75 0 0,-1 1 0 0 0,1 0 0 0 0,-1 0 1 0 0,1 0-1 0 0,-6 5 0 0 0,-28 23 57 0 0,29-25-54 0 0,0 1 1 0 0,1 0-1 0 0,-1 0 1 0 0,2 0-1 0 0,-13 16 1 0 0,12-12 3 0 0,1 0 1 0 0,1 1-1 0 0,-1 0 1 0 0,-5 21-1 0 0,-5 8 19 0 0,3-7-17 0 0,0 1 0 0 0,-13 59 0 0 0,20-57-23 0 0,5-32-1 0 0,-2 17 0 0 0,-2 63 3 0 0,-1 26-16 0 0,6-107 13 0 0,0 0 0 0 0,-1 0 0 0 0,1 0 0 0 0,1 0 0 0 0,-1 0 1 0 0,0 0-1 0 0,1 0 0 0 0,0 0 0 0 0,-1 0 0 0 0,3 3 0 0 0,5 16-8 0 0,4 10-7 0 0,3 0 1 0 0,23 39 0 0 0,-33-63 12 0 0,1 4-16 0 0,1 0 1 0 0,0-1-1 0 0,1-1 0 0 0,0 1 0 0 0,1-1 1 0 0,0 0-1 0 0,13 10 0 0 0,-1-2-1 0 0,0-2 0 0 0,1-1 0 0 0,1 0 0 0 0,33 15 0 0 0,-37-22 16 0 0,55 21-4 0 0,-48-21 6 0 0,0-1 1 0 0,51 6 0 0 0,32-9 19 0 0,-88-5-17 0 0,-2-5 0 0 0,0 2 3 0 0,0-1 0 0 0,37-14 0 0 0,-36 9 32 0 0,0-2 1 0 0,-1 0 0 0 0,19-15 0 0 0,-1-4 69 0 0,-21 17-86 0 0,1 0-1 0 0,32-19 1 0 0,-43 29-19 0 0,0 0 1 0 0,0 0 0 0 0,-1-1-1 0 0,1 0 1 0 0,-1 0 0 0 0,0-1 0 0 0,-1 1-1 0 0,5-7 1 0 0,-4 4 11 0 0,-1 1 1 0 0,0-1-1 0 0,-1 0 0 0 0,0 0 1 0 0,0 0-1 0 0,-1 0 0 0 0,0 0 1 0 0,0-1-1 0 0,1-11 0 0 0,0 1-6 0 0,10-41 13 0 0,1 18 16 0 0,-14 40-32 0 0,-1-29 12 0 0,2 20-13 0 0,-3-1-1 0 0,2 0 1 0 0,0-1 0 0 0,-3-43 43 0 0,-9-2 2 0 0,11 54-46 0 0,2-8-1 0 0,-1 8 0 0 0,0 1 0 0 0,0 0 0 0 0,-1 0 0 0 0,1 0 0 0 0,-1-1 0 0 0,0 1 0 0 0,1 0 0 0 0,-1 0 0 0 0,-1 0 0 0 0,1 0 0 0 0,-2-3 0 0 0,-3-5 2 0 0,6 8-2 0 0,-17-31 3 0 0,11 24-1 0 0,-10-19 6 0 0,-21-22 10 0 0,32 42-18 0 0,-4-3-1 0 0,9 11 0 0 0,-20-15 7 0 0,-1-3-2 0 0,5 5-4 0 0,10 7-2 0 0,2 0 2 0 0,3 4 1 0 0,-2-2 0 0 0,1 1 0 0 0,2 3-1 0 0,-1-1-1 0 0,1 1 1 0 0,0 0-1 0 0,-1-1 1 0 0,1 1-1 0 0,-1 0 0 0 0,0 0 1 0 0,1-1-1 0 0,-1 1 1 0 0,0 0-1 0 0,0 0 1 0 0,0 0-1 0 0,0 0 1 0 0,-1-2-1 0 0,-10-7 7 0 0,-18-20 20 0 0,16 18-1 0 0,10 9-8 0 0,0 0 1 0 0,0-1-1 0 0,0 0 0 0 0,0 0 0 0 0,-4-6 0 0 0,6 8-11 0 0,0 0-1 0 0,0 1 1 0 0,0 0 0 0 0,0-1-1 0 0,0 1 1 0 0,0 0-1 0 0,-1 0 1 0 0,1 0 0 0 0,0 1-1 0 0,-1-1 1 0 0,1 0-1 0 0,0 1 1 0 0,-4-1 0 0 0,4 1-7 0 0,-65-11-241 0 0,-81-1 0 0 0,57 8-4959 0 0,81 4 4224 0 0,-24-1-5535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6121 0 0,'-39'2'13630'0'0,"-51"9"-4384"0"0,83-8-7911 0 0,8-1-533 0 0,15 5-303 0 0,28 2-418 0 0,27-5 41 0 0,1-3 1 0 0,100-11-1 0 0,-73 2-76 0 0,209 2-177 0 0,-283 7-454 0 0,-30 0-236 0 0,-42 0-142 0 0,10-4-638 0 0,13-2-5302 0 0,14 3 769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 9965 0 0,'-4'-22'17263'0'0,"4"31"-16499"0"0,15 352 2454 0 0,0 18-2622 0 0,-17-347-3389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9:23.3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37 83 3572 0 0,'-13'0'15166'0'0,"-11"0"-1930"0"0,30 1-13184 0 0,10 0-23 0 0,0-1 0 0 0,0 0 0 0 0,-1-1 0 0 0,1 0-1 0 0,17-5 1 0 0,84-24-16 0 0,-77 18-21 0 0,77-13 0 0 0,-101 22 7 0 0,19-4 5 0 0,-26 7 0 0 0,-7 0-1 0 0,-8 3-29 0 0,1 0-484 0 0,-4 1 664 0 0,0 0 0 0 0,0 0 0 0 0,-12 2 0 0 0,2-3-2463 0 0,1-5-3292 0 0,8-1-869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9:24.1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91 71 5725 0 0,'0'0'17817'0'0,"1"-3"-17509"0"0,1-1-66 0 0,1 0 0 0 0,-1-1 0 0 0,1 1 0 0 0,0 0 0 0 0,0 1 0 0 0,1-1 0 0 0,-1 0 0 0 0,1 1 0 0 0,-1 0-1 0 0,8-5 1 0 0,12-13 664 0 0,-112 104 1159 0 0,40-39-1469 0 0,47-43-558 0 0,1 0-1 0 0,0 0 1 0 0,-1 0-1 0 0,1 0 1 0 0,0 0-1 0 0,0 1 1 0 0,0-1-1 0 0,0 0 1 0 0,0 0-1 0 0,0 1 1 0 0,0-1-1 0 0,1 1 1 0 0,-1-1-1 0 0,0 1 1 0 0,1-1-1 0 0,-1 1 1 0 0,0 2-1 0 0,2-3-16 0 0,0 0-1 0 0,-1 0 0 0 0,1 0 1 0 0,0 0-1 0 0,0 0 1 0 0,-1-1-1 0 0,1 1 0 0 0,0 0 1 0 0,0 0-1 0 0,0-1 0 0 0,0 1 1 0 0,0-1-1 0 0,0 1 0 0 0,0-1 1 0 0,0 1-1 0 0,0-1 1 0 0,0 0-1 0 0,0 1 0 0 0,0-1 1 0 0,1 0-1 0 0,-1 0 0 0 0,0 0 1 0 0,2 0-1 0 0,4 1 29 0 0,0 1 0 0 0,-1-1 0 0 0,1 1 0 0 0,-1 1-1 0 0,0-1 1 0 0,0 1 0 0 0,0 0 0 0 0,0 0 0 0 0,0 1 0 0 0,0 0-1 0 0,-1 0 1 0 0,0 0 0 0 0,0 0 0 0 0,0 1 0 0 0,7 8 0 0 0,-8-6-729 0 0,1-1 1 0 0,-1 1 0 0 0,0 0 0 0 0,4 11-1 0 0,-4-9-3723 0 0,-1-1-2055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9:24.9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29 30 3128 0 0,'-1'-5'1105'0'0,"0"-11"14021"0"0,2 8-6281 0 0,0 14-8431 0 0,4 23 164 0 0,-1 0 1 0 0,-1 48-1 0 0,-7 69 280 0 0,0-61-473 0 0,-7 73-685 0 0,11-160 205 0 0,0 0 1 0 0,0 0-1 0 0,-1 0 1 0 0,1 0 0 0 0,-1 0-1 0 0,0 0 1 0 0,0 0 0 0 0,0 0-1 0 0,-2-3 1 0 0,-5-13-1800 0 0,5 0-2526 0 0,1-3-2032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9:28.7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205 19 4912 0 0,'-1'-7'23017'0'0,"-14"17"-22829"0"0,11-8 264 0 0,0 7-123 0 0,0-7 370 0 0,5-9-690 0 0,0 4 2 0 0,-1 1-1 0 0,1-1 1 0 0,-1 1 0 0 0,1-1-1 0 0,0 1 1 0 0,0-1 0 0 0,0 1-1 0 0,3-4 1 0 0,-4 4 60 0 0,-26 34 582 0 0,-36 57 1 0 0,5-7-271 0 0,19-26-75 0 0,37-55-281 0 0,-1 4 3 0 0,1-3-13 0 0,2-4 90 0 0,96-131-83 0 0,-96 132-24 0 0,18-26 4 0 0,26-29 0 0 0,-36 45 37 0 0,1 1 152 0 0,-9 10-188 0 0,0 0 0 0 0,-1 0 0 0 0,1 1 0 0 0,0-1 0 0 0,0 0 0 0 0,0 0 0 0 0,-1 1 0 0 0,1-1 0 0 0,0 1 0 0 0,-1-1 0 0 0,1 1 0 0 0,0-1 0 0 0,-1 1 0 0 0,1-1 0 0 0,-1 1 0 0 0,1-1 0 0 0,-1 1 0 0 0,1 0 0 0 0,-1-1 0 0 0,1 1 1 0 0,-1 0-1 0 0,1 0 0 0 0,26 39 73 0 0,48 60-8 0 0,-68-92-83 0 0,4 3-60 0 0,-1 1 0 0 0,0 1 0 0 0,-1-1 0 0 0,11 21 0 0 0,-19-16-1425 0 0,-4-10-3759 0 0,-6-1-1246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49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2 7721 0 0,'-3'1'3453'0'0,"-3"-1"-1295"0"0,-9-1 5853 0 0,7 0-5138 0 0,4 1-3419 0 0,1 0 1492 0 0,-9 6 425 0 0,-16 5 31 0 0,22-10-1217 0 0,0 2 1 0 0,0-1-1 0 0,0 1 1 0 0,0 0-1 0 0,-9 6 1 0 0,14-9-115 0 0,-2 3-33 0 0,0-1 0 0 0,-1 0 0 0 0,1 0 0 0 0,-1 0 0 0 0,1 0 1 0 0,-8 1-1 0 0,6 0 36 0 0,-38 20 269 0 0,41-22-336 0 0,1 0 1 0 0,-1 1-1 0 0,0-1 1 0 0,0 1 0 0 0,1-1-1 0 0,-1 1 1 0 0,1-1-1 0 0,-1 1 1 0 0,-1 3-1 0 0,-3 4 32 0 0,-14 12 12 0 0,13-14-39 0 0,1 0 0 0 0,-1 0 1 0 0,1 1-1 0 0,1 0 0 0 0,-1 0 0 0 0,1 1 1 0 0,1-1-1 0 0,-6 15 0 0 0,-4 18 29 0 0,9-24-33 0 0,0 0 0 0 0,2 0 0 0 0,-3 29 0 0 0,-5 18 9 0 0,8-46-11 0 0,1 1 0 0 0,1 30-1 0 0,-1-7 2 0 0,1-33-8 0 0,1 0 0 0 0,0 0 1 0 0,1 0-1 0 0,2 10 0 0 0,-3 21-4 0 0,1-30-3 0 0,-1 38-2 0 0,1-30-6 0 0,0-1-1 0 0,5 24 1 0 0,2 14-19 0 0,1 0 40 0 0,-8-51-10 0 0,1 1-1 0 0,0 0 0 0 0,0 0 1 0 0,0-1-1 0 0,1 0 0 0 0,3 6 1 0 0,2 1-30 0 0,1-1-1 0 0,1 0 1 0 0,17 15 0 0 0,-22-20-3 0 0,1-1-1 0 0,-1 1 1 0 0,1-1-1 0 0,0-1 1 0 0,0 1 0 0 0,0-1-1 0 0,10 3 1 0 0,3 6-113 0 0,0 2 34 0 0,36 9-91 0 0,-54-23 198 0 0,2 0 6 0 0,-1 0 0 0 0,0 0 0 0 0,0 0 1 0 0,1 0-1 0 0,-1 0 0 0 0,0 0 0 0 0,1 0 0 0 0,-1 1 0 0 0,3 0 0 0 0,-3-1-2 0 0,9 0-2 0 0,0 2-3 0 0,0 0 3 0 0,39 4-41 0 0,-8-2-74 0 0,-40-4 107 0 0,3-1 2 0 0,0 0-1 0 0,0 1 1 0 0,-1-1 0 0 0,1 1 0 0 0,8 1 0 0 0,-13-1 14 0 0,5 0-10 0 0,42-6-37 0 0,-41 5 43 0 0,-4 3 0 0 0,15-6 2 0 0,-14 3 3 0 0,0 1 0 0 0,0-1 1 0 0,0 0-1 0 0,-1-1 1 0 0,1 1-1 0 0,0 0 1 0 0,0-1-1 0 0,3-2 1 0 0,4-2 0 0 0,38-15-7 0 0,-26 13 15 0 0,-16 6-3 0 0,0 0-1 0 0,1 0 1 0 0,-1-1 0 0 0,0 0 0 0 0,0 0 0 0 0,0-1 0 0 0,-1 0 0 0 0,1 0-1 0 0,6-6 1 0 0,24-35 155 0 0,-27 32-110 0 0,1-2-1 0 0,0-1-1 0 0,9-25 1 0 0,-9 20-1 0 0,2-6 27 0 0,9-37-1 0 0,-11 34-41 0 0,-7 16 11 0 0,1 0 0 0 0,-2 0 0 0 0,0-1 0 0 0,0-15 0 0 0,2-16 96 0 0,-4 17-80 0 0,-2-13-20 0 0,2 31-24 0 0,-1 0-1 0 0,0 0 1 0 0,0 1-1 0 0,-1-1 1 0 0,-1 0-1 0 0,-6-17 0 0 0,-11-41 65 0 0,18 66-65 0 0,-7-10 0 0 0,-9-21 13 0 0,6 7 126 0 0,-27-38 0 0 0,30 53-57 0 0,-24-21 1 0 0,25 24-80 0 0,5 7-5 0 0,0 0 0 0 0,1 0 1 0 0,-1 1-1 0 0,0-1 0 0 0,0 0 0 0 0,0 1 0 0 0,0 0 1 0 0,0 0-1 0 0,0 0 0 0 0,-5-1 0 0 0,-4-1 66 0 0,10 2-56 0 0,-3-1-7 0 0,1-1 0 0 0,-1 0 0 0 0,1 0 0 0 0,-1 0 0 0 0,1 0 0 0 0,-5-6 0 0 0,6 5 2 0 0,-1 1 0 0 0,0 0-1 0 0,0-1 1 0 0,1 2 0 0 0,-2-1-1 0 0,1 0 1 0 0,-6-2 0 0 0,8 4-2 0 0,0-1 1 0 0,-1-1-1 0 0,1 1 1 0 0,-1 0-1 0 0,1 0 0 0 0,-1 0 1 0 0,0 0-1 0 0,0 0 0 0 0,0 1 1 0 0,0-1-1 0 0,-5-1 0 0 0,-43-9 285 0 0,50 12-294 0 0,-24-7 31 0 0,11 4-9 0 0,-32-2 139 0 0,44 5-134 0 0,1-1-25 0 0,-1 0-1 0 0,1 1 1 0 0,-1 0-1 0 0,1-1 1 0 0,-1 1-1 0 0,0 0 1 0 0,1 0-1 0 0,-1 0 1 0 0,1 0 0 0 0,-1 0-1 0 0,1 0 1 0 0,-1 1-1 0 0,1-1 1 0 0,-1 0-1 0 0,-2 2 1 0 0,-6-1 74 0 0,-38-4 199 0 0,47 3-270 0 0,-7-1 7 0 0,6 0-14 0 0,0 1 0 0 0,-1 0 1 0 0,1 0-1 0 0,-1 0 0 0 0,1 0 0 0 0,-1 0 1 0 0,1 0-1 0 0,0 1 0 0 0,-4 0 1 0 0,4 0-12 0 0,-7 5-194 0 0,7-2 47 0 0,0 0 0 0 0,0 0 1 0 0,1 0-1 0 0,-1 1 1 0 0,1-1-1 0 0,-1 5 1 0 0,2 10-6354 0 0,3 2 36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50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8345 0 0,'0'0'9685'0'0,"-24"2"4647"0"0,54 1-14284 0 0,-28-3-40 0 0,0 0-1 0 0,-1 1 1 0 0,1-1 0 0 0,0 1-1 0 0,0-1 1 0 0,0 1-1 0 0,-1 0 1 0 0,1 0 0 0 0,0 0-1 0 0,1 2 1 0 0,9 3 88 0 0,-6-3-38 0 0,8 10 13 0 0,-4-9-71 0 0,-2-2-3 0 0,-1-1 0 0 0,1 1 0 0 0,0-1-1 0 0,0-1 1 0 0,0 1 0 0 0,0-1 0 0 0,11-2 0 0 0,10 0-8 0 0,24 2-18 0 0,-19 0-18 0 0,38 3-1 0 0,-70-2 44 0 0,20-3-28 0 0,-20 2 28 0 0,0 0-7 0 0,5 0 9 0 0,-6 1-1 0 0,-1-1-31 0 0,1 0 9 0 0,-1 1-1 0 0,0-1 1 0 0,-1 1-1 0 0,1-1 1 0 0,0 1-1 0 0,0-1 1 0 0,0 0-1 0 0,0 1 1 0 0,0-1-1 0 0,0 1 1 0 0,0-1-1 0 0,-1 0 0 0 0,1 1 1 0 0,0-1-1 0 0,0 1 1 0 0,-1-1-1 0 0,1 0 1 0 0,0 1-1 0 0,-1-1 1 0 0,1 0-1 0 0,0 0 1 0 0,-1 1-1 0 0,1-1 1 0 0,0 0-1 0 0,-1 0 0 0 0,1 1 1 0 0,0-1-1 0 0,-1 0 1 0 0,1 0-1 0 0,-1 0 1 0 0,-13 2-1769 0 0,1-1-4050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50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25 1036 0 0,'-11'-25'30720'0'0,"37"35"-30621"0"0,-11-5-47 0 0,0 1-1 0 0,-1 1 1 0 0,23 13 0 0 0,-33-18-48 0 0,-1 0 0 0 0,0 1 0 0 0,0-1 0 0 0,0 1 0 0 0,0 0 0 0 0,0 0-1 0 0,0 0 1 0 0,-1 0 0 0 0,0 0 0 0 0,1 0 0 0 0,-1 1 0 0 0,-1-1 0 0 0,1 1 0 0 0,0 0 0 0 0,-1-1 0 0 0,0 1 0 0 0,0 0 0 0 0,0 0 0 0 0,0 0 0 0 0,0 4 0 0 0,-1 4-44 0 0,-1 0-1 0 0,-1 0 1 0 0,0-1 0 0 0,0 1-1 0 0,-1-1 1 0 0,0 1 0 0 0,-1-1-1 0 0,-1 0 1 0 0,0 0 0 0 0,0-1-1 0 0,-10 16 1 0 0,-11 12-2918 0 0,-48 54-1 0 0,73-91 2801 0 0,-51 59-6350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6549 0 0,'0'0'12871'0'0,"7"-4"-11878"0"0,-6 3-506 0 0,15-15-694 0 0,-2 9 5158 0 0,-15 16-4595 0 0,-8 199 1377 0 0,21 240 0 0 0,-2-2-1007 0 0,-4-201-520 0 0,9 203 2 0 0,8-108-113 0 0,-29-98-57 0 0,1 2-6 0 0,19 142-12 0 0,-13-277-19 0 0,-7 53 2 0 0,1-63 1 0 0,12 155 0 0 0,8 21 4 0 0,-2-25-14 0 0,9 147-15 0 0,-14-130-48 0 0,-1 36-35 0 0,-5-86-13 0 0,-20 151 36 0 0,11-247 69 0 0,3-78-3 0 0,3 84 0 0 0,7 27-58 0 0,-17 179-1 0 0,7-245 50 0 0,4-36 14 0 0,9 74 0 0 0,1 20-11 0 0,7 193-29 0 0,-10-204-38 0 0,2 95-138 0 0,-1-133 154 0 0,5 74 34 0 0,-7-126 18 0 0,0 72 0 0 0,-6-63 14 0 0,4 107-19 0 0,1 41-8 0 0,-7-176 33 0 0,2 0 0 0 0,4 36-1 0 0,1 20 0 0 0,1 190-84 0 0,-2-108 53 0 0,-1-87 36 0 0,-1-74-2 0 0,3 35-7 0 0,16 109 449 0 0,-24-129-745 0 0,3-17-24 0 0,-1-1 0 0 0,1 1 0 0 0,-1-1 0 0 0,1 1 0 0 0,-1-1 0 0 0,0 1 1 0 0,1-1-1 0 0,-1 1 0 0 0,0-1 0 0 0,1 1 0 0 0,-1-1 0 0 0,0 0 0 0 0,0 1 0 0 0,1-1 0 0 0,-1 0 1 0 0,0 0-1 0 0,0 0 0 0 0,1 0 0 0 0,-1 0 0 0 0,0 1 0 0 0,0-1 0 0 0,0-1 0 0 0,0 1 0 0 0,1 0 0 0 0,-2 0 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2596 0 0,'0'0'28405'0'0,"1"5"-28262"0"0,0-2-138 0 0,2 9 160 0 0,-1 0-1 0 0,0 0 1 0 0,1 20-1 0 0,-3-21-129 0 0,1 0 1 0 0,0-1 0 0 0,1 1-1 0 0,0-1 1 0 0,0 1-1 0 0,1-1 1 0 0,6 13 0 0 0,-6-1-5 0 0,-2-5-18 0 0,6 61 24 0 0,-3 89 0 0 0,-3 129-48 0 0,-13-83-18 0 0,1 145-30 0 0,12-195 6 0 0,-2-76 38 0 0,-3 35 11 0 0,3 77-4 0 0,21 183 4 0 0,3-46-23 0 0,-15-164 20 0 0,1 6-2 0 0,-5-122 8 0 0,7 62 4 0 0,-7-86-4 0 0,0 63-1 0 0,3 72-25 0 0,0 0-1 0 0,1 10 12 0 0,1-1-4 0 0,-7 186 19 0 0,-6-211 0 0 0,0 2-3 0 0,3 59-4 0 0,0-68 2 0 0,-1 13 2 0 0,3 153-10 0 0,4-128 3 0 0,6 95-9 0 0,0-64-2 0 0,-6-87 11 0 0,4 146-59 0 0,-6-195 49 0 0,5 223-72 0 0,-8-240 69 0 0,5 187-114 0 0,11 67 53 0 0,-3 12 40 0 0,-5-162-193 0 0,-2-55 96 0 0,13 147-114 0 0,-17-186 244 0 0,2 6 1 0 0,3 37-15 0 0,1-44 32 0 0,-2-14-14 0 0,8 64 14 0 0,-10-66-104 0 0,11 25-70 0 0,-10-58 137 0 0,-1 1 0 0 0,-1-1 0 0 0,1 28 0 0 0,6 103-9 0 0,-1-21 38 0 0,1-23 57 0 0,-1-25-4 0 0,-2 10 76 0 0,1-64 22 0 0,-4-15 21 0 0,-4-11-62 0 0,2 3-119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12 176 6741 0 0,'-11'-7'19749'0'0,"25"6"-14803"0"0,7 0-5085 0 0,-19 1 273 0 0,17 1-38 0 0,12 1-88 0 0,1-2 0 0 0,59-6 1 0 0,-58 3-15 0 0,-9 0-3 0 0,29-5 0 0 0,-26 3 5 0 0,-11 2 0 0 0,3-1 3 0 0,1 0-1 0 0,1 2 1 0 0,22 0-1 0 0,316-2 2 0 0,-35 0 4 0 0,-42 4-10 0 0,95 2-70 0 0,-132 0 25 0 0,0 0 26 0 0,179 13-11 0 0,217-18 45 0 0,-579 2-8 0 0,165-6-2 0 0,260-2-5 0 0,-235 12 5 0 0,38-7-5 0 0,-88-1 4 0 0,505-19 3 0 0,-677 22-1 0 0,162-10-1 0 0,99-3-1 0 0,121 0-1 0 0,-315 10 2 0 0,24-2 1 0 0,75-2 0 0 0,199 0-2 0 0,-244 3 2 0 0,-42 1 4 0 0,363 1-9 0 0,-8 1 12 0 0,-172 8-20 0 0,-93 0 12 0 0,-106-5 3 0 0,430 9 2 0 0,-168-7-9 0 0,-150-4 9 0 0,-133 3 0 0 0,114 1-1 0 0,23-1-6 0 0,-2 0 3 0 0,-187 0 1 0 0,123 3 5 0 0,31 0-4 0 0,-40 2 2 0 0,348 1 8 0 0,-232-10-13 0 0,-139 0 9 0 0,559-11 95 0 0,-415 16-30 0 0,22 0 8 0 0,-22 1 35 0 0,-12 2-907 0 0,-221-7-1530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7333 0 0,'0'0'21720'0'0,"-1"-1"-21670"0"0,1 1-1 0 0,0 0 1 0 0,0-1 0 0 0,0 1-1 0 0,0 0 1 0 0,0-1-1 0 0,-1 1 1 0 0,1 0-1 0 0,0-1 1 0 0,0 1 0 0 0,0 0-1 0 0,0-1 1 0 0,0 1-1 0 0,0-1 1 0 0,0 1-1 0 0,0 0 1 0 0,0-1-1 0 0,0 1 1 0 0,1 0 0 0 0,-1-1-1 0 0,0 1 1 0 0,0-1-1 0 0,0 1 1 0 0,0 0-1 0 0,0-1 1 0 0,1 1 0 0 0,-1 0-1 0 0,0 0 1 0 0,0-1-1 0 0,1 1 1 0 0,-1 0-1 0 0,0-1 1 0 0,0 1 0 0 0,1 0-1 0 0,-1 0 1 0 0,0 0-1 0 0,1-1 1 0 0,-1 1-1 0 0,0 0 1 0 0,1 0 0 0 0,17 3-12 0 0,-13-3 26 0 0,23 3 38 0 0,129-5-136 0 0,-44 0 12 0 0,148 16-8 0 0,-224-12 30 0 0,368 16-22 0 0,-93-20 0 0 0,-183 3 16 0 0,-30 2-12 0 0,26-1-10 0 0,89-2-15 0 0,49-2 10 0 0,-20-1 15 0 0,233-23 0 0 0,28-1 24 0 0,27-5-24 0 0,376-27 1 0 0,-691 46 16 0 0,50-5 4 0 0,122 3-6 0 0,-3 22 1 0 0,-384-7 2 0 0,422 4 6 0 0,8-1 2 0 0,-324 1-9 0 0,200 3 4 0 0,-151-9 0 0 0,410-13 17 0 0,-109-6-23 0 0,-236 13 1 0 0,397-11-16 0 0,-256 20 51 0 0,67-1 12 0 0,399-7 31 0 0,-172 8-42 0 0,-350 2-13 0 0,-109 1-11 0 0,198 14 37 0 0,-139-4-21 0 0,-158-9-12 0 0,194 3 129 0 0,-181-14 151 0 0,-108 6-175 0 0,8 2-677 0 0,-16 0-2075 0 0,-17 2-1768 0 0,17-3-2063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33 10093 0 0,'1'-2'5879'0'0,"-2"-5"-4448"0"0,1 4 1643 0 0,-6-17 7152 0 0,7 29-9906 0 0,25 229 551 0 0,-7 330 0 0 0,-19-541-870 0 0,-10 141-3 0 0,10-165-21 0 0,-8-86-1106 0 0,9 45-606 0 0,-3 13-3084 0 0,1 8-1681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63 328 8977 0 0,'-2'-3'5909'0'0,"-8"-7"-3658"0"0,8 6 1187 0 0,-2-2-2238 0 0,0 0-131 0 0,0 0 0 0 0,0 0 1 0 0,-1 0-1 0 0,0 0 0 0 0,-8-7 0 0 0,12 13-684 0 0,-8-26 901 0 0,10 13-798 0 0,-1 10-320 0 0,0 0 0 0 0,1 0 0 0 0,-1 0 0 0 0,1 0 1 0 0,-1 0-1 0 0,1 0 0 0 0,0 0 0 0 0,0 1 1 0 0,2-5 246 0 0,7-14-318 0 0,-7 14-90 0 0,0 0-1 0 0,1 0 1 0 0,0 0-1 0 0,0 0 1 0 0,0 1-1 0 0,1 0 1 0 0,7-8-1 0 0,4-1-5 0 0,1 1-1 0 0,0 0 1 0 0,22-12-1 0 0,-29 20-3 0 0,0 0 0 0 0,1 1-1 0 0,-1 1 1 0 0,1-1-1 0 0,0 2 1 0 0,1 0 0 0 0,18-4-1 0 0,-27 7 4 0 0,0 0-1 0 0,0 0 0 0 0,-1 1 1 0 0,1-1-1 0 0,0 0 0 0 0,0 1 1 0 0,0 0-1 0 0,-1 0 0 0 0,1-1 1 0 0,0 2-1 0 0,-1-1 1 0 0,1 0-1 0 0,-1 0 0 0 0,1 1 1 0 0,-1 0-1 0 0,1-1 0 0 0,-1 1 1 0 0,0 0-1 0 0,0 0 0 0 0,0 0 1 0 0,0 0-1 0 0,0 0 0 0 0,-1 1 1 0 0,1-1-1 0 0,-1 1 0 0 0,1-1 1 0 0,-1 1-1 0 0,0-1 1 0 0,0 1-1 0 0,1 4 0 0 0,2 5 0 0 0,-1 0 0 0 0,0 0 0 0 0,-1 0 0 0 0,0 1 0 0 0,0 20 0 0 0,-3 3 1 0 0,-1-1 1 0 0,-2 1-1 0 0,-2-1 1 0 0,0 0-1 0 0,-24 66 1 0 0,7-41-1 0 0,-2 0 0 0 0,-47 76 1 0 0,70-132-3 0 0,-10 18-15 0 0,-1-1 1 0 0,0 0-1 0 0,-2-1 0 0 0,-33 36 0 0 0,47-55-11 0 0,2-6-155 0 0,0 0 163 0 0,0 0 0 0 0,0 1 1 0 0,0-1-1 0 0,1 1 1 0 0,0-1-1 0 0,-1 1 0 0 0,2 0 1 0 0,-1-1-1 0 0,0 1 0 0 0,1 0 1 0 0,0 0-1 0 0,0 1 1 0 0,0-1-1 0 0,1 1 0 0 0,4-5 1 0 0,-2 3-14 0 0,1-1 1 0 0,-1 1 0 0 0,1 0-1 0 0,1 1 1 0 0,-1-1 0 0 0,1 1-1 0 0,-1 1 1 0 0,11-4 0 0 0,-16 7 18 0 0,0 0 10 0 0,0 1 7 0 0,-1-1-1 0 0,1 1 0 0 0,0-1 1 0 0,-1 1-1 0 0,1 0 0 0 0,-1-1 1 0 0,0 1-1 0 0,1 0 0 0 0,-1 0 1 0 0,0 0-1 0 0,1 0 0 0 0,-1 0 1 0 0,0 1-1 0 0,0-1 0 0 0,0 0 1 0 0,0 0-1 0 0,0 1 0 0 0,0-1 1 0 0,0 1-1 0 0,-1-1 0 0 0,1 1 1 0 0,0-1-1 0 0,-1 1 1 0 0,1-1-1 0 0,-1 1 0 0 0,1 2 1 0 0,6 21 30 0 0,-4-9-18 0 0,2 0 0 0 0,0-1 1 0 0,0 0-1 0 0,11 19 1 0 0,-14-30-21 0 0,1 0 1 0 0,-1 0-1 0 0,1-1 1 0 0,0 1 0 0 0,0-1-1 0 0,1 1 1 0 0,-1-1-1 0 0,1 0 1 0 0,-1 0-1 0 0,1-1 1 0 0,0 1-1 0 0,0-1 1 0 0,0 0 0 0 0,1 0-1 0 0,-1 0 1 0 0,0 0-1 0 0,1-1 1 0 0,-1 0-1 0 0,8 2 1 0 0,-1-2-24 0 0,1-1 0 0 0,-1 1 1 0 0,0-2-1 0 0,1 0 0 0 0,-1 0 0 0 0,0-1 1 0 0,0 0-1 0 0,0-1 0 0 0,0 0 0 0 0,0-1 1 0 0,0 0-1 0 0,-1-1 0 0 0,0 0 0 0 0,0 0 1 0 0,0-1-1 0 0,-1-1 0 0 0,0 0 0 0 0,0 0 1 0 0,-1 0-1 0 0,1-1 0 0 0,-2-1 1 0 0,1 1-1 0 0,-1-1 0 0 0,0 0 0 0 0,-1-1 1 0 0,0 0-1 0 0,-1 0 0 0 0,0 0 0 0 0,-1 0 1 0 0,5-15-1 0 0,-7 16 67 0 0,0 0 1 0 0,0 1 0 0 0,-1-1-1 0 0,0 0 1 0 0,-1 0 0 0 0,0 0-1 0 0,0 0 1 0 0,-1 0 0 0 0,-2-9-1 0 0,2 15-11 0 0,1 0-1 0 0,-1 0 0 0 0,0 0 1 0 0,0 0-1 0 0,0 0 0 0 0,-1 0 1 0 0,1 0-1 0 0,-1 1 0 0 0,1-1 1 0 0,-1 1-1 0 0,0-1 0 0 0,0 1 1 0 0,0 0-1 0 0,-1-1 0 0 0,1 1 1 0 0,0 0-1 0 0,-1 1 0 0 0,1-1 0 0 0,-1 0 1 0 0,0 1-1 0 0,1-1 0 0 0,-1 1 1 0 0,0 0-1 0 0,0 0 0 0 0,0 0 1 0 0,0 0-1 0 0,0 1 0 0 0,0-1 1 0 0,-5 0-1 0 0,5 1-13 0 0,-1 1-1 0 0,1-1 1 0 0,-1 0 0 0 0,1 1-1 0 0,-1-1 1 0 0,1 1-1 0 0,0 0 1 0 0,-1 0 0 0 0,1 1-1 0 0,0-1 1 0 0,0 1 0 0 0,0-1-1 0 0,0 1 1 0 0,0 0 0 0 0,0 0-1 0 0,1 0 1 0 0,-1 1 0 0 0,1-1-1 0 0,-1 1 1 0 0,1-1-1 0 0,0 1 1 0 0,0 0 0 0 0,0 0-1 0 0,0 0 1 0 0,1 0 0 0 0,-1 0-1 0 0,1 0 1 0 0,-2 4 0 0 0,-1 4-9 0 0,1-1 1 0 0,0 0 0 0 0,1 1-1 0 0,0-1 1 0 0,1 1 0 0 0,0 0 0 0 0,1 18-1 0 0,0-21-11 0 0,1 0 0 0 0,1 0 0 0 0,-1 0-1 0 0,1 0 1 0 0,1 0 0 0 0,-1-1-1 0 0,1 1 1 0 0,1-1 0 0 0,-1 1 0 0 0,1-1-1 0 0,1 0 1 0 0,-1 0 0 0 0,1-1 0 0 0,0 0-1 0 0,12 12 1 0 0,-13-14-1 0 0,1-1-1 0 0,0 1 1 0 0,0-1-1 0 0,0 0 1 0 0,0-1-1 0 0,0 1 1 0 0,1-1-1 0 0,-1 0 1 0 0,1 0-1 0 0,-1 0 1 0 0,1-1-1 0 0,0 0 1 0 0,0 0-1 0 0,0-1 1 0 0,-1 1-1 0 0,1-1 1 0 0,0 0-1 0 0,0-1 1 0 0,0 0-1 0 0,0 0 1 0 0,-1 0-1 0 0,1 0 1 0 0,5-3-1 0 0,-1 0-8 0 0,-1 0 1 0 0,0 0-1 0 0,0-1 0 0 0,0 0 0 0 0,0 0 1 0 0,-1-1-1 0 0,0-1 0 0 0,-1 1 0 0 0,1-1 1 0 0,7-10-1 0 0,-5 6-2 0 0,-1-2 1 0 0,-1 1-1 0 0,0-1 1 0 0,-1-1-1 0 0,0 0 1 0 0,5-17-1 0 0,-2-3 7 0 0,-1-1-1 0 0,-1 0 1 0 0,-2-1-1 0 0,-2 1 1 0 0,0-40 0 0 0,-6-121 115 0 0,-1 56 227 0 0,-11 252-3 0 0,-11 135-199 0 0,-6 36-41 0 0,11-132-69 0 0,-34 350 51 0 0,54-495-70 0 0,-2 16-9 0 0,2 0-1 0 0,0 0 1 0 0,7 40 0 0 0,-7-60 3 0 0,0-1 0 0 0,1 0 1 0 0,-1 0-1 0 0,0 1 0 0 0,1-1 0 0 0,-1 0 1 0 0,1 0-1 0 0,-1 0 0 0 0,1 1 0 0 0,0-1 1 0 0,0 0-1 0 0,-1 0 0 0 0,1 0 1 0 0,0 0-1 0 0,0 0 0 0 0,0 0 0 0 0,0-1 1 0 0,1 2-1 0 0,-1-2-50 0 0,14-18-74 0 0,-13 17 121 0 0,-1-1 0 0 0,1 0 0 0 0,0 0 0 0 0,-1 0-1 0 0,1 0 1 0 0,-1 0 0 0 0,1 0 0 0 0,-1 0 0 0 0,0 0-1 0 0,2-4 1 0 0,4-24-96 0 0,-1 0 0 0 0,-1 0-1 0 0,-1-1 1 0 0,-1-43-1 0 0,-2 38 19 0 0,-3-116-263 0 0,-1 93-7 0 0,7-69-1 0 0,-4 125 323 0 0,1 1 0 0 0,-1-1 0 0 0,1 0 0 0 0,0 1-1 0 0,0-1 1 0 0,0 0 0 0 0,0 1 0 0 0,0-1 0 0 0,1 1-1 0 0,-1 0 1 0 0,1 0 0 0 0,0-1 0 0 0,0 1 0 0 0,0 0-1 0 0,0 0 1 0 0,0 1 0 0 0,0-1 0 0 0,0 0-1 0 0,0 1 1 0 0,5-3 0 0 0,4-2-115 0 0,1 1 1 0 0,-1 1-1 0 0,18-5 0 0 0,-5 2 13 0 0,-13 2 104 0 0,0 1 1 0 0,-1-2-1 0 0,1 1 0 0 0,-1-1 0 0 0,-1-1 1 0 0,1 0-1 0 0,-1 0 0 0 0,-1-1 0 0 0,1 0 1 0 0,-1 0-1 0 0,13-18 0 0 0,-10 9 98 0 0,-1 1-1 0 0,0-2 1 0 0,-1 1-1 0 0,-1-1 1 0 0,-1 0 0 0 0,7-27-1 0 0,-12 40 16 0 0,-1-1 0 0 0,0 0 0 0 0,-1 0 0 0 0,1 0 0 0 0,-1 0 0 0 0,0 0 0 0 0,-1 0 0 0 0,-1-11 0 0 0,1 15-9 0 0,1-1 0 0 0,-1 0-1 0 0,0 0 1 0 0,0 1 0 0 0,0-1 0 0 0,0 0-1 0 0,-1 1 1 0 0,1-1 0 0 0,0 1 0 0 0,-1 0-1 0 0,0-1 1 0 0,0 1 0 0 0,0 0 0 0 0,0 0-1 0 0,0 0 1 0 0,0 0 0 0 0,0 1 0 0 0,-1-1-1 0 0,1 1 1 0 0,-3-2 0 0 0,3 2-49 0 0,0 1 1 0 0,1 0-1 0 0,-1-1 1 0 0,0 1-1 0 0,0 0 0 0 0,1 0 1 0 0,-1 0-1 0 0,0 1 1 0 0,1-1-1 0 0,-1 0 1 0 0,0 1-1 0 0,1-1 0 0 0,-1 1 1 0 0,0-1-1 0 0,1 1 1 0 0,-1 0-1 0 0,1 0 1 0 0,-1 0-1 0 0,1 0 0 0 0,0 0 1 0 0,-1 0-1 0 0,1 0 1 0 0,0 0-1 0 0,-1 0 1 0 0,1 0-1 0 0,0 1 0 0 0,0-1 1 0 0,-1 3-1 0 0,-2 2 5 0 0,0 0 1 0 0,0 0-1 0 0,1 0 0 0 0,-1 1 0 0 0,-1 7 0 0 0,1-3-7 0 0,1 1 1 0 0,0 0-1 0 0,1 0 0 0 0,0 1 0 0 0,1-1 0 0 0,1 0 0 0 0,0 0 0 0 0,0 1 1 0 0,1-1-1 0 0,5 22 0 0 0,-4-26-24 0 0,0 0 0 0 0,1 0 0 0 0,0 0 0 0 0,0-1 0 0 0,0 0 0 0 0,1 0 0 0 0,0 0 0 0 0,1 0 0 0 0,0 0 1 0 0,0-1-1 0 0,0 0 0 0 0,1 0 0 0 0,-1 0 0 0 0,2-1 0 0 0,-1 0 0 0 0,14 9 0 0 0,-15-11-33 0 0,1 0 0 0 0,-1 0 0 0 0,1 0 0 0 0,0-1 0 0 0,0 0 0 0 0,0 0 0 0 0,0-1 0 0 0,0 0 1 0 0,0 0-1 0 0,1 0 0 0 0,-1-1 0 0 0,0 0 0 0 0,0 0 0 0 0,0 0 0 0 0,8-2 0 0 0,-7 0-361 0 0,-1 0 0 0 0,1 0 0 0 0,-1-1 0 0 0,1 0 0 0 0,-1 0-1 0 0,0-1 1 0 0,0 1 0 0 0,9-9 0 0 0,1-2-4039 0 0,-4 1-1995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 66 9085 0 0,'-2'-2'5882'0'0,"-7"-13"-224"0"0,0-1-1551 0 0,6 12 894 0 0,24 43-4742 0 0,29 58 254 0 0,-43-81-399 0 0,0 0-1 0 0,-2 1 1 0 0,0 0-1 0 0,4 22 1 0 0,-9-36-94 0 0,1 1 1 0 0,-1-1-1 0 0,0 1 1 0 0,0-1-1 0 0,-1 1 1 0 0,1-1-1 0 0,-1 0 1 0 0,1 1-1 0 0,-1-1 1 0 0,-2 4-1 0 0,3-6-11 0 0,-1 0 0 0 0,1 1 1 0 0,-1-1-1 0 0,1 0 0 0 0,-1 0 0 0 0,0 0 0 0 0,0 0 1 0 0,0 0-1 0 0,0 0 0 0 0,0 0 0 0 0,0 0 0 0 0,0 0 1 0 0,0 0-1 0 0,0-1 0 0 0,0 1 0 0 0,0 0 0 0 0,0-1 0 0 0,-1 1 1 0 0,1-1-1 0 0,0 1 0 0 0,0-1 0 0 0,-1 0 0 0 0,1 1 1 0 0,0-1-1 0 0,-1 0 0 0 0,-1 0 0 0 0,1 0 25 0 0,-12-14 28 0 0,11 9-56 0 0,0 0-1 0 0,1-1 1 0 0,-1 1-1 0 0,1-1 1 0 0,0 0-1 0 0,0 0 0 0 0,1 0 1 0 0,0 0-1 0 0,0 0 1 0 0,0 0-1 0 0,1 0 1 0 0,0-9-1 0 0,1 0-58 0 0,0 0 0 0 0,1 0-1 0 0,7-27 1 0 0,-3 22-270 0 0,0 1-1 0 0,1 0 0 0 0,13-22 0 0 0,5 5-6697 0 0,-14 25 643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4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21 186 7377 0 0,'3'-2'4353'0'0,"11"-4"-1516"0"0,-1-1 0 0 0,16-12 0 0 0,-18 11-2047 0 0,-1 0 1 0 0,1-1-1 0 0,-2 0 0 0 0,1-1 0 0 0,13-18 0 0 0,-20 24-498 0 0,-1 0-1 0 0,0 0 0 0 0,0 0 0 0 0,-1 0 1 0 0,1 0-1 0 0,-1-1 0 0 0,1 1 0 0 0,-2 0 1 0 0,1-1-1 0 0,0 1 0 0 0,-1-6 0 0 0,0 9-237 0 0,0 0-1 0 0,0 0 1 0 0,0 0-1 0 0,0 0 1 0 0,0 0-1 0 0,0 0 1 0 0,-1 0-1 0 0,1 0 1 0 0,0 0-1 0 0,-1 0 1 0 0,1 1-1 0 0,-1-1 1 0 0,1 0-1 0 0,-1 0 1 0 0,1 0-1 0 0,-1 0 1 0 0,0 1-1 0 0,1-1 1 0 0,-1 0-1 0 0,0 1 1 0 0,0-1-1 0 0,0 0 1 0 0,1 1-1 0 0,-1-1 1 0 0,0 1-1 0 0,0-1 1 0 0,0 1-1 0 0,0 0 1 0 0,0-1-1 0 0,0 1 1 0 0,0 0-1 0 0,0 0 1 0 0,0 0-1 0 0,0-1 1 0 0,0 1-1 0 0,0 0 1 0 0,0 0-1 0 0,0 1 1 0 0,0-1-1 0 0,-1 0 1 0 0,-3 1 76 0 0,-1-1 0 0 0,1 1 0 0 0,0 0 0 0 0,-9 4 1 0 0,7-2-64 0 0,0 0 1 0 0,0 1-1 0 0,0 0 1 0 0,0 0-1 0 0,1 1 0 0 0,0 0 1 0 0,0 0-1 0 0,0 0 1 0 0,1 1-1 0 0,0 0 1 0 0,0 0-1 0 0,0 0 1 0 0,-5 11-1 0 0,7-13-77 0 0,1 1-1 0 0,-1-1 0 0 0,1 0 0 0 0,1 1 0 0 0,-1-1 0 0 0,1 1 0 0 0,-1 0 0 0 0,1 0 1 0 0,1-1-1 0 0,-1 1 0 0 0,1 0 0 0 0,0 0 0 0 0,0 0 0 0 0,0 0 0 0 0,0 0 0 0 0,1-1 1 0 0,0 1-1 0 0,0 0 0 0 0,1 0 0 0 0,-1-1 0 0 0,1 1 0 0 0,3 5 0 0 0,-2-5-51 0 0,1-1-1 0 0,0 1 1 0 0,0-1-1 0 0,0 1 1 0 0,1-1-1 0 0,0-1 1 0 0,0 1-1 0 0,0-1 1 0 0,0 1-1 0 0,8 3 1 0 0,1-1-317 0 0,1 0 1 0 0,28 8 0 0 0,0-9-1728 0 0,-14-6-2863 0 0,-6 0-1400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75 6473 0 0,'-1'0'4059'0'0,"-7"-3"1861"0"0,4-2-4813 0 0,-3-9 6971 0 0,6 9-8301 0 0,1 3 1293 0 0,0-25 2101 0 0,1 24-2972 0 0,0-9 853 0 0,0 8-345 0 0,-1 6 21 0 0,1 169-432 0 0,-4-72-230 0 0,4-54-26 0 0,-1-44-28 0 0,0-7-9 0 0,4-32 0 0 0,9-72-25 0 0,-10 94 12 0 0,1 1 0 0 0,0 0 0 0 0,1 0 0 0 0,1 0 0 0 0,9-17 0 0 0,-15 31 10 0 0,2-3-4 0 0,0 0 0 0 0,1 0 0 0 0,-1 0 0 0 0,1 0 0 0 0,0 1 0 0 0,0-1 0 0 0,0 1 0 0 0,1 0 1 0 0,5-5-1 0 0,-8 7 5 0 0,0 0-1 0 0,0 0 1 0 0,-1 1 0 0 0,1-1 0 0 0,0 0 0 0 0,0 1 0 0 0,0-1 0 0 0,0 0 0 0 0,1 1-1 0 0,-1-1 1 0 0,0 1 0 0 0,0 0 0 0 0,0-1 0 0 0,0 1 0 0 0,0 0 0 0 0,1 0 0 0 0,-1 0 0 0 0,0 0-1 0 0,0 0 1 0 0,0 0 0 0 0,1 0 0 0 0,-1 0 0 0 0,0 0 0 0 0,0 1 0 0 0,0-1 0 0 0,0 0-1 0 0,0 1 1 0 0,1-1 0 0 0,-1 1 0 0 0,0-1 0 0 0,0 1 0 0 0,0-1 0 0 0,0 1 0 0 0,0 0 0 0 0,0 0-1 0 0,-1-1 1 0 0,1 1 0 0 0,1 2 0 0 0,1 1 3 0 0,-1 0-1 0 0,0 0 1 0 0,0 0 0 0 0,0 1-1 0 0,0-1 1 0 0,1 10 0 0 0,-1-8 2 0 0,2 20-88 0 0,0 0-1 0 0,-2 0 1 0 0,0 0 0 0 0,-2 1 0 0 0,-4 36 0 0 0,4-61-200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 20 4156 0 0,'0'-1'8967'0'0,"-3"-12"3094"0"0,-9 9-10587 0 0,9 3-285 0 0,0 3-248 0 0,-4 5-709 0 0,0-1 0 0 0,1 2 0 0 0,0-1 0 0 0,0 1 0 0 0,0-1 1 0 0,1 2-1 0 0,0-1 0 0 0,1 0 0 0 0,0 1 0 0 0,0 0 0 0 0,1 0 0 0 0,0 0 0 0 0,-2 12 0 0 0,2-4-176 0 0,0 0 0 0 0,1 0 0 0 0,0 0 1 0 0,2 0-1 0 0,0 1 0 0 0,5 31 0 0 0,-5-46-78 0 0,1-1-1 0 0,0 1 1 0 0,0-1 0 0 0,0 1 0 0 0,0-1 0 0 0,0 0 0 0 0,0 1 0 0 0,3 2-1 0 0,-3-4-17 0 0,0 0-1 0 0,-1 0 0 0 0,1-1 1 0 0,0 1-1 0 0,-1 0 0 0 0,1 0 1 0 0,0-1-1 0 0,0 1 1 0 0,-1-1-1 0 0,1 1 0 0 0,0-1 1 0 0,0 1-1 0 0,0-1 0 0 0,0 0 1 0 0,0 1-1 0 0,0-1 0 0 0,0 0 1 0 0,0 0-1 0 0,0 1 0 0 0,0-1 1 0 0,0 0-1 0 0,0 0 0 0 0,0 0 1 0 0,0 0-1 0 0,0 0 0 0 0,0-1 1 0 0,0 1-1 0 0,0 0 0 0 0,1-1 1 0 0,21-10-1751 0 0,-6 1-3283 0 0,-3 0-1382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0 272 12317 0 0,'0'-1'3329'0'0,"1"-11"9533"0"0,0 11-12792 0 0,-1 0 1 0 0,1 0 0 0 0,-1 0-1 0 0,1 0 1 0 0,-1 0-1 0 0,1 0 1 0 0,0 0-1 0 0,-1 0 1 0 0,1 0-1 0 0,0 0 1 0 0,0 0 0 0 0,0 0-1 0 0,0 0 1 0 0,0 0-1 0 0,0 1 1 0 0,0-1-1 0 0,0 0 1 0 0,0 1-1 0 0,2-1 1 0 0,30-13 478 0 0,-15 7-385 0 0,-5 2-84 0 0,1-2 1 0 0,-1 0-1 0 0,0 0 0 0 0,-1-1 0 0 0,0-1 1 0 0,19-17-1 0 0,-27 23-57 0 0,-1-1 1 0 0,1 1 0 0 0,-1-1-1 0 0,0 0 1 0 0,0 0-1 0 0,-1 0 1 0 0,1 0 0 0 0,-1-1-1 0 0,0 1 1 0 0,0-1-1 0 0,0 1 1 0 0,-1-1 0 0 0,1 0-1 0 0,-1 1 1 0 0,-1-1-1 0 0,1 0 1 0 0,0 0 0 0 0,-1 0-1 0 0,0 0 1 0 0,0 0-1 0 0,-1 0 1 0 0,1 0 0 0 0,-4-9-1 0 0,4 12-6 0 0,0 0 1 0 0,-1 1-1 0 0,0-1 0 0 0,1 0 0 0 0,-1 0 0 0 0,0 1 1 0 0,0-1-1 0 0,0 1 0 0 0,0-1 0 0 0,0 1 0 0 0,0-1 1 0 0,0 1-1 0 0,-1-1 0 0 0,1 1 0 0 0,0 0 0 0 0,-1 0 1 0 0,1 0-1 0 0,-1 0 0 0 0,0 0 0 0 0,1 0 0 0 0,-1 0 1 0 0,0 0-1 0 0,1 1 0 0 0,-1-1 0 0 0,0 1 0 0 0,0-1 1 0 0,1 1-1 0 0,-1 0 0 0 0,0-1 0 0 0,0 1 0 0 0,0 0 0 0 0,0 0 1 0 0,0 1-1 0 0,1-1 0 0 0,-1 0 0 0 0,0 0 0 0 0,0 1 1 0 0,0-1-1 0 0,1 1 0 0 0,-3 1 0 0 0,-1 0 2 0 0,0 0 0 0 0,1 0 0 0 0,-1 0 0 0 0,1 1 0 0 0,0 0 0 0 0,0 0 0 0 0,0 0 0 0 0,0 1 0 0 0,1-1 0 0 0,-1 1 0 0 0,1 0-1 0 0,0 0 1 0 0,-6 8 0 0 0,5-1-15 0 0,-1 1 0 0 0,1-1 0 0 0,1 1-1 0 0,0-1 1 0 0,1 1 0 0 0,0 0 0 0 0,1 0-1 0 0,0 0 1 0 0,1 0 0 0 0,1 18 0 0 0,1-16-7 0 0,0 1 1 0 0,1-1-1 0 0,1 1 1 0 0,0-1-1 0 0,0 0 1 0 0,2-1-1 0 0,-1 1 1 0 0,10 13-1 0 0,-13-24-26 0 0,0 0 1 0 0,1 0-1 0 0,-1 0 1 0 0,1-1-1 0 0,0 1 1 0 0,0-1-1 0 0,0 0 1 0 0,0 0-1 0 0,0 0 1 0 0,0 0-1 0 0,0-1 1 0 0,1 1-1 0 0,-1-1 0 0 0,1 0 1 0 0,-1 0-1 0 0,1 0 1 0 0,0 0-1 0 0,-1 0 1 0 0,1-1-1 0 0,0 0 1 0 0,-1 0-1 0 0,1 0 1 0 0,6-1-1 0 0,9-1-1268 0 0,0-1 1 0 0,-1-1-1 0 0,24-7 0 0 0,-36 9 541 0 0,54-15-5747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5 11737 0 0,'-3'-5'17414'0'0,"6"80"-16050"0"0,12 127 117 0 0,-3 30-923 0 0,-11-190-508 0 0,3 89-162 0 0,-2-123 158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55 389 5184 0 0,'-8'-19'9589'0'0,"-4"1"-4365"0"0,9 14-4707 0 0,0 0 1 0 0,1 0 0 0 0,-1-1 0 0 0,1 1-1 0 0,0-1 1 0 0,0 0 0 0 0,0 1 0 0 0,0-1-1 0 0,1 0 1 0 0,0 0 0 0 0,-1-10 0 0 0,-2-27 1126 0 0,2 27-997 0 0,0 1-1 0 0,1-16 0 0 0,1 24-499 0 0,0-8 154 0 0,1 0 0 0 0,0-1 1 0 0,1 1-1 0 0,7-27 0 0 0,-7 36-292 0 0,-1 1 0 0 0,1-1-1 0 0,1 1 1 0 0,-1 0 0 0 0,1 0 0 0 0,0 0 0 0 0,0 0-1 0 0,0 1 1 0 0,0-1 0 0 0,0 1 0 0 0,1 0 0 0 0,0 0 0 0 0,0 0-1 0 0,0 0 1 0 0,0 1 0 0 0,0-1 0 0 0,0 1 0 0 0,9-3 0 0 0,-5 2-15 0 0,0 1 0 0 0,0-1 0 0 0,0 1 0 0 0,0 1 0 0 0,0 0 0 0 0,1 0 0 0 0,-1 1 0 0 0,0 0 0 0 0,1 0 0 0 0,-1 1 0 0 0,1 0 0 0 0,-1 0 0 0 0,0 1 0 0 0,0 0 0 0 0,11 4 0 0 0,-14-3 2 0 0,1-1-1 0 0,-1 1 0 0 0,0 0 1 0 0,0 1-1 0 0,0-1 0 0 0,0 1 0 0 0,0 0 1 0 0,-1 0-1 0 0,0 0 0 0 0,0 1 1 0 0,0 0-1 0 0,0-1 0 0 0,-1 1 1 0 0,1 1-1 0 0,-1-1 0 0 0,-1 0 0 0 0,1 1 1 0 0,-1-1-1 0 0,0 1 0 0 0,0 0 1 0 0,1 11-1 0 0,-1 0 1 0 0,0 1 0 0 0,-2-1 0 0 0,0 1 0 0 0,-1-1 0 0 0,-1 1 1 0 0,-1-1-1 0 0,0 0 0 0 0,-8 24 0 0 0,-1-6-52 0 0,-2 0 0 0 0,-33 62 0 0 0,23-46-849 0 0,23-49 652 0 0,6-4-1822 0 0,14-7 2079 0 0,-14 7 327 0 0,-4 2-301 0 0,-1 0 1 0 0,1 1-1 0 0,0-1 0 0 0,-1 0 1 0 0,1 0-1 0 0,0 1 0 0 0,-1-1 1 0 0,1 0-1 0 0,-1 1 0 0 0,1-1 1 0 0,-1 1-1 0 0,1-1 1 0 0,-1 1-1 0 0,1-1 0 0 0,-1 1 1 0 0,1-1-1 0 0,-1 1 0 0 0,1 0 1 0 0,-1 16 140 0 0,0-1-1 0 0,1 1 1 0 0,1-1 0 0 0,1 0 0 0 0,7 24 0 0 0,-9-35-176 0 0,1 1 0 0 0,1-1 0 0 0,-1 0 0 0 0,1 1 0 0 0,0-1 0 0 0,0-1 0 0 0,0 1 1 0 0,1 0-1 0 0,-1-1 0 0 0,1 0 0 0 0,0 0 0 0 0,1 0 0 0 0,-1 0 0 0 0,1 0 0 0 0,-1-1 0 0 0,1 0 0 0 0,0 0 0 0 0,1-1 0 0 0,8 4 0 0 0,-5-3-24 0 0,0-1 0 0 0,0-1 0 0 0,1 1 0 0 0,-1-1 0 0 0,0-1-1 0 0,1 0 1 0 0,-1-1 0 0 0,1 1 0 0 0,-1-2 0 0 0,0 1 0 0 0,0-1-1 0 0,0-1 1 0 0,0 0 0 0 0,0 0 0 0 0,10-5 0 0 0,-6 1 3 0 0,1 0 0 0 0,-1 0 0 0 0,-1-1 0 0 0,0-1 0 0 0,0 0 0 0 0,-1-1 0 0 0,0 0 0 0 0,18-22 0 0 0,-24 25 78 0 0,1 0 0 0 0,-1-1-1 0 0,-1 0 1 0 0,0 0 0 0 0,0 0-1 0 0,0-1 1 0 0,-1 1-1 0 0,3-12 1 0 0,-5 15 51 0 0,-1 0-1 0 0,1 0 1 0 0,-1 0 0 0 0,1 0-1 0 0,-2 0 1 0 0,1 0 0 0 0,0 0-1 0 0,-1 1 1 0 0,0-1 0 0 0,0 0-1 0 0,0 0 1 0 0,-1 0 0 0 0,0 1-1 0 0,0-1 1 0 0,0 1 0 0 0,-4-7 0 0 0,5 10-77 0 0,0 0 1 0 0,1-1 0 0 0,-1 1 0 0 0,0 0 0 0 0,-1 0 0 0 0,1 0 0 0 0,0 0 0 0 0,0 0 0 0 0,0 0 0 0 0,-1 0 0 0 0,1 1 0 0 0,0-1 0 0 0,-1 0 0 0 0,1 1 0 0 0,0-1-1 0 0,-1 1 1 0 0,1-1 0 0 0,-1 1 0 0 0,1 0 0 0 0,-1-1 0 0 0,1 1 0 0 0,-1 0 0 0 0,1 0 0 0 0,-1 0 0 0 0,1 0 0 0 0,-1 1 0 0 0,1-1 0 0 0,-1 0 0 0 0,1 1 0 0 0,-1-1-1 0 0,1 1 1 0 0,-1-1 0 0 0,1 1 0 0 0,0 0 0 0 0,-1-1 0 0 0,1 1 0 0 0,-2 1 0 0 0,-2 1 0 0 0,1 1 0 0 0,0-1 0 0 0,0 0 1 0 0,0 1-1 0 0,0 0 0 0 0,1 0 0 0 0,-1 0 0 0 0,1 0 0 0 0,-4 7 0 0 0,2-2-13 0 0,1 1-1 0 0,0-1 1 0 0,1 1-1 0 0,0 0 0 0 0,0 0 1 0 0,1 0-1 0 0,0 0 1 0 0,1 1-1 0 0,0 17 1 0 0,1-21-15 0 0,0-1 0 0 0,1 1 1 0 0,1-1-1 0 0,-1 1 1 0 0,1-1-1 0 0,0 0 1 0 0,0 0-1 0 0,1 1 1 0 0,0-2-1 0 0,0 1 0 0 0,0 0 1 0 0,1 0-1 0 0,-1-1 1 0 0,2 0-1 0 0,-1 0 1 0 0,7 6-1 0 0,-6-6-2 0 0,0-1 0 0 0,1 1 0 0 0,0-1 0 0 0,0 0 0 0 0,0-1 0 0 0,1 0 0 0 0,-1 0 0 0 0,1 0 0 0 0,-1 0 0 0 0,1-1 0 0 0,0-1 0 0 0,0 1 0 0 0,0-1 0 0 0,0 0 0 0 0,11 0 0 0 0,-13-1-1 0 0,1-1 0 0 0,-1 1 0 0 0,0-1 1 0 0,0 0-1 0 0,0-1 0 0 0,0 1 0 0 0,0-1 1 0 0,0 0-1 0 0,0 0 0 0 0,0 0 0 0 0,-1-1 0 0 0,1 0 1 0 0,-1 0-1 0 0,0 0 0 0 0,0 0 0 0 0,0-1 1 0 0,0 1-1 0 0,0-1 0 0 0,-1 0 0 0 0,0 0 0 0 0,5-7 1 0 0,-5 5 1 0 0,0-1 0 0 0,-1 1 1 0 0,0 0-1 0 0,0-1 0 0 0,-1 1 0 0 0,1-1 1 0 0,-1 0-1 0 0,-1 1 0 0 0,1-1 1 0 0,-1 0-1 0 0,0 0 0 0 0,-1 1 1 0 0,-2-14-1 0 0,1 8-1 0 0,-1 0 1 0 0,-1 0 0 0 0,1 0-1 0 0,-2 0 1 0 0,0 0-1 0 0,-9-16 1 0 0,10 23-5 0 0,1 0 1 0 0,-1 0-1 0 0,0 0 1 0 0,0 0-1 0 0,-1 1 1 0 0,1 0-1 0 0,-1 0 1 0 0,0 0-1 0 0,0 0 1 0 0,0 1-1 0 0,-1 0 1 0 0,-11-5-1 0 0,16 7-36 0 0,-1 1 0 0 0,1 0 0 0 0,-1 0-1 0 0,1 0 1 0 0,-1 0 0 0 0,0 0 0 0 0,1 0-1 0 0,-1 1 1 0 0,1-1 0 0 0,-1 1 0 0 0,1-1-1 0 0,-1 1 1 0 0,1-1 0 0 0,-1 1 0 0 0,1 0-1 0 0,0-1 1 0 0,-1 1 0 0 0,1 0 0 0 0,0 0-1 0 0,0 0 1 0 0,-1 0 0 0 0,0 2 0 0 0,2-3-49 0 0,-1 1 1 0 0,1 0-1 0 0,0 0 1 0 0,0 0-1 0 0,-1 0 1 0 0,1-1-1 0 0,0 1 1 0 0,0 0-1 0 0,0 0 1 0 0,0 0-1 0 0,0 0 1 0 0,0-1-1 0 0,0 1 1 0 0,0 0-1 0 0,0 1 1 0 0,3 5-5058 0 0,8 7-1348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313 770 2824 0 0,'7'-17'11151'0'0,"-8"-1"-4612"0"0,0 14-5869 0 0,-1 0-1 0 0,1 0 0 0 0,-1 1 0 0 0,0-1 1 0 0,0 0-1 0 0,0 1 0 0 0,-4-6 0 0 0,-2 0-102 0 0,0 1 0 0 0,-1-1-1 0 0,0 1 1 0 0,-16-10-1 0 0,18 13-370 0 0,-1 0 0 0 0,-1 1-1 0 0,1 1 1 0 0,-1-1 0 0 0,1 1-1 0 0,-1 1 1 0 0,0 0 0 0 0,0 0-1 0 0,0 0 1 0 0,0 1 0 0 0,0 1-1 0 0,0 0 1 0 0,-1 0 0 0 0,1 0-1 0 0,-10 3 1 0 0,14-2-176 0 0,1-1 1 0 0,-1 1-1 0 0,1 1 1 0 0,0-1-1 0 0,-1 1 1 0 0,1 0 0 0 0,0-1-1 0 0,0 2 1 0 0,0-1-1 0 0,0 0 1 0 0,1 1-1 0 0,-1 0 1 0 0,1 0-1 0 0,-1 0 1 0 0,1 0-1 0 0,0 1 1 0 0,0-1-1 0 0,1 1 1 0 0,-1-1-1 0 0,1 1 1 0 0,0 0-1 0 0,-1 0 1 0 0,2 0-1 0 0,-1 1 1 0 0,0-1-1 0 0,1 0 1 0 0,0 1-1 0 0,0-1 1 0 0,0 0-1 0 0,1 1 1 0 0,-1 0-1 0 0,1 5 1 0 0,1-3-27 0 0,0-1 0 0 0,0 1 0 0 0,1 0-1 0 0,0 0 1 0 0,0 0 0 0 0,0-1 0 0 0,1 1 0 0 0,0-1 0 0 0,0 0-1 0 0,1 0 1 0 0,0 0 0 0 0,0 0 0 0 0,0-1 0 0 0,1 1 0 0 0,-1-1 0 0 0,1 0-1 0 0,0-1 1 0 0,7 5 0 0 0,-4-2-32 0 0,0-2 0 0 0,0 1 1 0 0,0-1-1 0 0,1 0 0 0 0,0-1 0 0 0,0 1 0 0 0,0-2 0 0 0,1 0 1 0 0,-1 0-1 0 0,1 0 0 0 0,0-1 0 0 0,11 0 0 0 0,-18-1 25 0 0,-1-1-1 0 0,0 0 0 0 0,0-1 0 0 0,1 1 1 0 0,-1 0-1 0 0,0-1 0 0 0,0 1 0 0 0,0-1 1 0 0,1 0-1 0 0,-1 1 0 0 0,0-1 1 0 0,0 0-1 0 0,0 0 0 0 0,0-1 0 0 0,0 1 1 0 0,-1 0-1 0 0,1-1 0 0 0,3-2 0 0 0,-3 1 10 0 0,0 0 0 0 0,0 0 0 0 0,0 0 0 0 0,0-1 0 0 0,0 1 0 0 0,-1 0 0 0 0,0-1 0 0 0,0 1 0 0 0,0-1 0 0 0,1-5 0 0 0,0-8 43 0 0,-1 0 1 0 0,-1 1 0 0 0,0-1 0 0 0,-3-17 0 0 0,2 25-18 0 0,1 4 10 0 0,0-1 0 0 0,-1 1 0 0 0,0 0 1 0 0,0-1-1 0 0,-1 1 0 0 0,1 0 1 0 0,-1 0-1 0 0,-4-9 0 0 0,5 13-9 0 0,0 10-48 0 0,1 1 0 0 0,0-1 0 0 0,1 0 0 0 0,0 1 0 0 0,0-1 0 0 0,1 0 0 0 0,0 0 0 0 0,1 0 0 0 0,0 0 0 0 0,6 12 0 0 0,-3-11-14 0 0,0-1 1 0 0,0-1-1 0 0,1 1 0 0 0,0-1 0 0 0,0 0 1 0 0,1-1-1 0 0,0 1 0 0 0,0-2 0 0 0,1 1 0 0 0,0-1 1 0 0,0 0-1 0 0,1-1 0 0 0,-1 0 0 0 0,1-1 0 0 0,0 0 1 0 0,1-1-1 0 0,-1 0 0 0 0,0 0 0 0 0,1-1 0 0 0,0 0 1 0 0,-1-1-1 0 0,1 0 0 0 0,0-1 0 0 0,0 0 1 0 0,0-1-1 0 0,-1 0 0 0 0,1 0 0 0 0,0-1 0 0 0,-1-1 1 0 0,1 0-1 0 0,-1 0 0 0 0,0-1 0 0 0,16-9 0 0 0,-21 10 20 0 0,0-1 0 0 0,0 1 0 0 0,0-1 0 0 0,-1 0 0 0 0,1-1 0 0 0,-1 1 0 0 0,0-1 0 0 0,0 0 0 0 0,4-7 0 0 0,-7 10 42 0 0,1-1 0 0 0,-1 0 0 0 0,1 1 0 0 0,-1-1 0 0 0,0 0 0 0 0,0 0 0 0 0,0 0 0 0 0,-1 0-1 0 0,1 0 1 0 0,-1 0 0 0 0,0 0 0 0 0,1 0 0 0 0,-1 0 0 0 0,-1 0 0 0 0,1 0 0 0 0,0 0 0 0 0,-1 0 0 0 0,1 0 0 0 0,-1 0 0 0 0,-2-5 0 0 0,0 2 42 0 0,0 1 0 0 0,-1-1 0 0 0,0 1 0 0 0,0 0 0 0 0,0 0 0 0 0,0 0 1 0 0,-1 1-1 0 0,0-1 0 0 0,0 1 0 0 0,0 0 0 0 0,-1 1 0 0 0,1-1 0 0 0,-9-3 0 0 0,5 3 1 0 0,-1 0-1 0 0,0 0 0 0 0,0 1 0 0 0,0 1 1 0 0,0 0-1 0 0,0 0 0 0 0,-21 0 0 0 0,26 1-58 0 0,1 1 0 0 0,-1 0 0 0 0,0 1-1 0 0,0-1 1 0 0,0 1 0 0 0,0 0 0 0 0,1 0 0 0 0,-1 1-1 0 0,0-1 1 0 0,1 1 0 0 0,-1 0 0 0 0,1 1-1 0 0,0-1 1 0 0,0 0 0 0 0,0 1 0 0 0,0 0 0 0 0,0 0-1 0 0,0 1 1 0 0,1-1 0 0 0,-1 1 0 0 0,1-1-1 0 0,0 1 1 0 0,0 0 0 0 0,1 0 0 0 0,-1 0 0 0 0,1 1-1 0 0,0-1 1 0 0,0 1 0 0 0,0-1 0 0 0,1 1 0 0 0,-1 0-1 0 0,1-1 1 0 0,0 1 0 0 0,0 0 0 0 0,1 0-1 0 0,0 0 1 0 0,0 0 0 0 0,0-1 0 0 0,0 1 0 0 0,1 0-1 0 0,0 0 1 0 0,0 0 0 0 0,0 0 0 0 0,0-1-1 0 0,1 1 1 0 0,3 6 0 0 0,1 2-8 0 0,0 0 0 0 0,1-1 0 0 0,1 0 0 0 0,0 0 0 0 0,1-1 0 0 0,12 13 0 0 0,-17-20-3 0 0,0 1 0 0 0,1-1 0 0 0,0 0 0 0 0,0 0 0 0 0,0 0 1 0 0,0-1-1 0 0,0 1 0 0 0,1-1 0 0 0,-1-1 0 0 0,1 1 0 0 0,0-1 1 0 0,0 0-1 0 0,0 0 0 0 0,0-1 0 0 0,0 0 0 0 0,11 1 0 0 0,-14-2 1 0 0,1-1 0 0 0,0 0 0 0 0,-1 0 0 0 0,1 0 0 0 0,-1 0 0 0 0,0-1 0 0 0,1 1 0 0 0,-1-1 0 0 0,0 0 0 0 0,0 0 0 0 0,0 0-1 0 0,0 0 1 0 0,0-1 0 0 0,0 1 0 0 0,-1-1 0 0 0,1 1 0 0 0,-1-1 0 0 0,1 0 0 0 0,-1 0 0 0 0,0 0 0 0 0,-1-1 0 0 0,1 1 0 0 0,0 0 0 0 0,-1-1 0 0 0,2-4-1 0 0,2-5 0 0 0,-1-1-1 0 0,0-1 1 0 0,-1 1-1 0 0,-1 0 1 0 0,1-16-1 0 0,-2-7-1 0 0,-1 0 0 0 0,-7-49 1 0 0,-20-77-2 0 0,23 140 7 0 0,-8-33 2 0 0,-20-60 1 0 0,22 86 10 0 0,-2 0 0 0 0,-1 1 0 0 0,-30-50 0 0 0,28 55 9 0 0,4 5 13 0 0,-25-31 0 0 0,32 47-25 0 0,1-1 0 0 0,0 0 1 0 0,-1 1-1 0 0,0 0 0 0 0,1 0 0 0 0,-1 0 0 0 0,0 0 0 0 0,-1 0 0 0 0,1 1 0 0 0,-1 0 0 0 0,1 0 0 0 0,-1 0 1 0 0,-7-2-1 0 0,11 4-8 0 0,0 0 0 0 0,-1 0 1 0 0,1 0-1 0 0,0 0 0 0 0,0 0 1 0 0,-1 1-1 0 0,1-1 0 0 0,0 0 1 0 0,0 1-1 0 0,0-1 0 0 0,-1 1 1 0 0,1-1-1 0 0,0 1 0 0 0,0-1 0 0 0,0 1 1 0 0,0 0-1 0 0,0-1 0 0 0,0 1 1 0 0,0 0-1 0 0,0 0 0 0 0,0 0 1 0 0,1 0-1 0 0,-1 0 0 0 0,0 0 1 0 0,0 0-1 0 0,1 0 0 0 0,-1 0 1 0 0,1 0-1 0 0,-1 0 0 0 0,1 1 1 0 0,-1-1-1 0 0,1 2 0 0 0,-2 3 3 0 0,0 0-1 0 0,1 1 0 0 0,0-1 1 0 0,-1 13-1 0 0,3 1-3 0 0,0-1-1 0 0,1 1 1 0 0,1-1-1 0 0,1 0 1 0 0,0 0-1 0 0,9 22 1 0 0,49 106-2 0 0,-27-79-69 0 0,3-2 0 0 0,2-2 0 0 0,3-2-1 0 0,61 68 1 0 0,-91-115-2396 0 0,25 19 0 0 0,-19-20-3956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2500 0 0,'0'0'19418'0'0,"0"7"-18372"0"0,-1 33 883 0 0,7 53 0 0 0,13 176 1134 0 0,17 60-1250 0 0,-21-259-1578 0 0,-13-54-3100 0 0,-11-27-2274 0 0,7 8 4784 0 0,-3-11-6061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5 103 6121 0 0,'-5'-9'23942'0'0,"15"7"-23758"0"0,0 1 0 0 0,0 0 1 0 0,0 1-1 0 0,0 0 0 0 0,14 1 0 0 0,-10 0-106 0 0,-1 0 1 0 0,1-2-1 0 0,14-1 1 0 0,35-8 68 0 0,199-40 166 0 0,-221 35-386 0 0,-40 15 40 0 0,-4-2-2468 0 0,-2 1 2016 0 0,-3-1-194 0 0,-1-3-4483 0 0,1 0-1205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93 1944 0 0,'-7'-11'11775'0'0,"0"1"-5255"0"0,-1-2-3463 0 0,0 0 0 0 0,-6-15 1 0 0,13 26-2625 0 0,1 0-349 0 0,-1 1 0 0 0,1-1 0 0 0,0 1-1 0 0,-1-1 1 0 0,1 1 0 0 0,0-1 0 0 0,-1 1 0 0 0,1-1 0 0 0,0 1-1 0 0,0-1 1 0 0,0 1 0 0 0,-1-1 0 0 0,1 1 0 0 0,0-1 0 0 0,0 0 0 0 0,0 1-1 0 0,0-1 1 0 0,0 1 0 0 0,0-2 0 0 0,2 1-62 0 0,-1 0 1 0 0,1 0-1 0 0,0 0 1 0 0,0 1-1 0 0,-1-1 1 0 0,1 0-1 0 0,0 1 1 0 0,0 0-1 0 0,0-1 1 0 0,0 1-1 0 0,-1 0 1 0 0,1 0-1 0 0,0 0 1 0 0,0 0-1 0 0,0 0 0 0 0,0 0 1 0 0,0 0-1 0 0,0 1 1 0 0,3 0-1 0 0,47 13 76 0 0,-42-12-55 0 0,0 1-20 0 0,-1 0 0 0 0,1 0 1 0 0,-1 1-1 0 0,0 1 0 0 0,0-1 1 0 0,0 1-1 0 0,9 8 0 0 0,-16-12-22 0 0,0 1 0 0 0,0 0-1 0 0,0-1 1 0 0,0 1 0 0 0,-1 0 0 0 0,1 0-1 0 0,-1 0 1 0 0,1 0 0 0 0,-1 1 0 0 0,0-1-1 0 0,0 0 1 0 0,0 1 0 0 0,0-1 0 0 0,0 0-1 0 0,0 1 1 0 0,-1-1 0 0 0,1 1 0 0 0,-1-1 0 0 0,0 1-1 0 0,0 0 1 0 0,0-1 0 0 0,0 1 0 0 0,0-1-1 0 0,0 1 1 0 0,-1-1 0 0 0,1 1 0 0 0,-1-1-1 0 0,0 1 1 0 0,0-1 0 0 0,1 0 0 0 0,-2 1-1 0 0,1-1 1 0 0,-2 3 0 0 0,-10 17-264 0 0,-1-2-1 0 0,-1 0 1 0 0,-1 0 0 0 0,-21 19 0 0 0,-12 9-5525 0 0,23-24-713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14 7721 0 0,'0'-1'4858'0'0,"-4"-11"9289"0"0,3 17-11917 0 0,0 18-1114 0 0,-1 31-1340 0 0,23 247 1029 0 0,0-13-387 0 0,-31 104 65 0 0,4-297-291 0 0,11 148-1 0 0,-2-223-925 0 0,-1-19 211 0 0,-1-6-216 0 0,0-33-6061 0 0,-2 23 425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127 1 7333 0 0,'0'0'17246'0'0,"-2"6"-16447"0"0,-100 284 4348 0 0,86-249-4522 0 0,11-31-83 0 0,3-12-229 0 0,6-29-155 0 0,12-52-183 0 0,-5 42 67 0 0,1 1 1 0 0,2 0 0 0 0,23-46-1 0 0,-36 85-39 0 0,-1 1 0 0 0,0-1 1 0 0,0 1-1 0 0,0 0 0 0 0,0-1 0 0 0,1 1 0 0 0,-1-1 0 0 0,0 1 0 0 0,0-1 0 0 0,1 1 0 0 0,-1 0 1 0 0,0-1-1 0 0,1 1 0 0 0,-1 0 0 0 0,0-1 0 0 0,1 1 0 0 0,-1 0 0 0 0,1 0 0 0 0,-1-1 0 0 0,0 1 0 0 0,1 0 1 0 0,-1 0-1 0 0,1 0 0 0 0,-1-1 0 0 0,1 1 0 0 0,-1 0 0 0 0,1 0 0 0 0,-1 0 0 0 0,1 0 0 0 0,0 0 0 0 0,0 0 1 0 0,0 1-1 0 0,-1-1 1 0 0,1 1-1 0 0,0-1 1 0 0,0 1-1 0 0,-1 0 1 0 0,1-1-1 0 0,0 1 0 0 0,-1 0 1 0 0,1 0-1 0 0,0-1 1 0 0,-1 1-1 0 0,1 0 1 0 0,0 1-1 0 0,12 32 29 0 0,-5-8-223 0 0,0-1 1 0 0,1 0-1 0 0,2-1 0 0 0,15 28 0 0 0,-24-50-326 0 0,-1 0-1 0 0,1 0 1 0 0,-1 0-1 0 0,1 0 1 0 0,0 0 0 0 0,0 0-1 0 0,0-1 1 0 0,0 1-1 0 0,0 0 1 0 0,4 1-1 0 0,9 5-5990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4 631 4296 0 0,'-3'-2'24175'0'0,"99"-3"-23619"0"0,105-19 1 0 0,-130 14-451 0 0,282-19 252 0 0,-159 16-167 0 0,-122 6 479 0 0,-70 7-328 0 0,4 1-383 0 0,-6-1 56 0 0,0 0 0 0 0,0 0 1 0 0,0 0-1 0 0,0 0 0 0 0,0 0 0 0 0,0-1 1 0 0,0 1-1 0 0,0 0 0 0 0,-1 0 1 0 0,1 0-1 0 0,0 0 0 0 0,0 0 0 0 0,0 0 1 0 0,0 0-1 0 0,0 0 0 0 0,0 0 0 0 0,0-1 1 0 0,0 1-1 0 0,0 0 0 0 0,0 0 1 0 0,0 0-1 0 0,0 0 0 0 0,0 0 0 0 0,0 0 1 0 0,0 0-1 0 0,0-1 0 0 0,0 1 0 0 0,0 0 1 0 0,0 0-1 0 0,0 0 0 0 0,0 0 1 0 0,0 0-1 0 0,0 0 0 0 0,0 0 0 0 0,0-1 1 0 0,0 1-1 0 0,0 0 0 0 0,0 0 0 0 0,0 0 1 0 0,0 0-1 0 0,0 0 0 0 0,0 0 1 0 0,0 0-1 0 0,0 0 0 0 0,0-1 0 0 0,0 1 1 0 0,0 0-1 0 0,1 0 0 0 0,-1 0 0 0 0,0 0 1 0 0,0 0-1 0 0,0 0 0 0 0,0 0 1 0 0,0 0-1 0 0,0 0 0 0 0,0 0 0 0 0,0 0 1 0 0,1 0-1 0 0,-1 0 0 0 0,0 0 0 0 0,0 0 1 0 0,0 0-1 0 0,0 0 0 0 0,0 0 1 0 0,0 0-1 0 0,1 0 0 0 0,-1 0 0 0 0,0 0 1 0 0,0 0-1 0 0,-5-8-19 0 0,1 0 1 0 0,0 1-1 0 0,1-2 1 0 0,0 1-1 0 0,0 0 0 0 0,0 0 1 0 0,1-1-1 0 0,0 0 0 0 0,0-15 1 0 0,-1-4-50 0 0,4-55-1 0 0,1 55 24 0 0,26-252-225 0 0,-27 264 301 0 0,-3 13-20 0 0,-7 16-18 0 0,7-10-13 0 0,0 1-12 0 0,-2 21-639 0 0,4-25 576 0 0,0 1 0 0 0,0-1-1 0 0,0 1 1 0 0,0-1 0 0 0,0 1 0 0 0,-1-1 0 0 0,1 1 0 0 0,0-1 0 0 0,0 1 0 0 0,0-1-1 0 0,0 1 1 0 0,-1-1 0 0 0,1 0 0 0 0,0 1 0 0 0,0-1 0 0 0,-1 1 0 0 0,1-1 0 0 0,0 0-1 0 0,-1 1 1 0 0,1-1 0 0 0,-1 1 0 0 0,-8 1-6479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172 97 3084 0 0,'0'0'8996'0'0,"14"-27"878"0"0,-10 15-7578 0 0,8-10 131 0 0,-11 21-2033 0 0,1-2-25 0 0,14-21 1223 0 0,-16 23-615 0 0,3-4-724 0 0,-2 3-117 0 0,-6 4 684 0 0,-20 15-681 0 0,0 0 0 0 0,1 2 0 0 0,1 1 0 0 0,1 1 0 0 0,-21 25 0 0 0,22-26-41 0 0,15-15-34 0 0,1 1 0 0 0,-1 0 1 0 0,1 0-1 0 0,-8 12 0 0 0,12-17 19 0 0,37-23-25 0 0,-22 13-35 0 0,22-22 0 0 0,-23 19-7 0 0,1 0 1 0 0,0 1-1 0 0,30-17 0 0 0,-43 27-16 0 0,0 1 0 0 0,0-1 0 0 0,0 1 0 0 0,1 0 1 0 0,-1 0-1 0 0,0-1 0 0 0,0 1 0 0 0,0 0 0 0 0,0 0 0 0 0,0 0 0 0 0,0 0 0 0 0,1 0 0 0 0,-1 1 1 0 0,0-1-1 0 0,0 0 0 0 0,0 0 0 0 0,0 1 0 0 0,0-1 0 0 0,0 1 0 0 0,0-1 0 0 0,0 1 0 0 0,0-1 1 0 0,0 1-1 0 0,0-1 0 0 0,2 3 0 0 0,21 23-55 0 0,-15-16-14 0 0,-3-4-100 0 0,0 0 0 0 0,1 0 0 0 0,-1-1 0 0 0,1 0 0 0 0,14 8 0 0 0,-13-10-1242 0 0,0 1 1 0 0,0-1-1 0 0,12 3 1 0 0,12 0-5098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44 9821 0 0,'-7'-4'3877'0'0,"-10"0"11029"0"0,5 4-11832 0 0,14 0-3054 0 0,-1 0-1 0 0,1 1 1 0 0,0-1-1 0 0,-1 1 1 0 0,1-1-1 0 0,0 1 1 0 0,-1-1-1 0 0,1 1 1 0 0,-1 0-1 0 0,1 0 1 0 0,1 1-1 0 0,4 3 20 0 0,2-3-5 0 0,-1 0 0 0 0,1 0 0 0 0,0-1 0 0 0,-1 0-1 0 0,1-1 1 0 0,0 1 0 0 0,11-3 0 0 0,4 2-3 0 0,317-19 94 0 0,-173 7-109 0 0,-84 6-13 0 0,175-7-18 0 0,7 8-215 0 0,-265 5 222 0 0,0 0 1 0 0,0 0 0 0 0,0 0 0 0 0,0 0 0 0 0,0 0 0 0 0,0 0 0 0 0,0 1-1 0 0,0-1 1 0 0,0 0 0 0 0,0 1 0 0 0,0-1 0 0 0,0 1 0 0 0,0-1 0 0 0,-1 1-1 0 0,1-1 1 0 0,0 1 0 0 0,0 0 0 0 0,0-1 0 0 0,-1 1 0 0 0,1 0 0 0 0,0-1-1 0 0,-1 1 1 0 0,1 0 0 0 0,-1 0 0 0 0,1 0 0 0 0,-1 0 0 0 0,1 0 0 0 0,-1 0-1 0 0,0 0 1 0 0,1-1 0 0 0,-1 1 0 0 0,1 2 0 0 0,-1 4 39 0 0,1 0 0 0 0,-1-1 0 0 0,0 1 0 0 0,-1 9-1 0 0,0 10 2 0 0,2 11 80 0 0,-4 62 1 0 0,-2-19-7 0 0,1 6-25 0 0,2-57-57 0 0,0 1-1 0 0,2 0 0 0 0,1-1 1 0 0,2 1-1 0 0,8 43 0 0 0,-11-72-36 0 0,-1 3-2104 0 0,-4-11 1876 0 0,-4-8-5332 0 0,3 5-916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70 7845 0 0,'0'-3'13126'0'0,"-1"2"-13771"0"0,1 0 1094 0 0,0 1-1 0 0,-1-1 1 0 0,1 0 0 0 0,0 0 0 0 0,0 0-1 0 0,0 1 1 0 0,-1-1 0 0 0,1 0 0 0 0,0 0 0 0 0,0 0-1 0 0,0 0 1 0 0,0 0 0 0 0,1 0 0 0 0,-1 1-1 0 0,0-1 1 0 0,0 0 0 0 0,0 0 0 0 0,1 0-1 0 0,-1 1 1 0 0,0-1 0 0 0,1-1 0 0 0,0 1 263 0 0,4 3-446 0 0,72 34 519 0 0,57 30-459 0 0,-125-60-265 0 0,-6-4-107 0 0,-1 0 0 0 0,1-1 1 0 0,-1 1-1 0 0,1-1 0 0 0,0 0 0 0 0,-1 0 0 0 0,7 2 1 0 0,-8-3 29 0 0,-1 0-1 0 0,1-1 1 0 0,0 1 0 0 0,0 0 0 0 0,0 0 0 0 0,-1 0 0 0 0,1-1 0 0 0,0 1 0 0 0,0 0 0 0 0,0-1-1 0 0,-1 1 1 0 0,1 0 0 0 0,0-1 0 0 0,-1 1 0 0 0,1-1 0 0 0,0 0 0 0 0,-1 1 0 0 0,1-1 0 0 0,-1 1-1 0 0,1-1 1 0 0,-1 0 0 0 0,1 1 0 0 0,-1-1 0 0 0,0 0 0 0 0,1 0 0 0 0,-1 1 0 0 0,0-1 0 0 0,1 0 0 0 0,-1 0-1 0 0,0 1 1 0 0,0-1 0 0 0,0 0 0 0 0,0 0 0 0 0,0-1 0 0 0,3-9-54 0 0,0 0 0 0 0,0 0 0 0 0,1 0 0 0 0,1 0 0 0 0,-1 1 0 0 0,2 0 0 0 0,-1 0 0 0 0,1 0 0 0 0,1 1 0 0 0,0 0 0 0 0,15-15 0 0 0,-22 23 106 0 0,1 0 1 0 0,0 0-1 0 0,0 0 1 0 0,0 0-1 0 0,-1 1 1 0 0,1-1-1 0 0,0 0 1 0 0,0 1-1 0 0,0-1 1 0 0,0 0-1 0 0,1 1 1 0 0,-1-1-1 0 0,0 1 0 0 0,0 0 1 0 0,0-1-1 0 0,2 1 1 0 0,-3 1-21 0 0,0 0 1 0 0,0 0 0 0 0,1 1-1 0 0,-1-1 1 0 0,0 0-1 0 0,0 1 1 0 0,0-1-1 0 0,-1 0 1 0 0,1 0 0 0 0,0 1-1 0 0,0-1 1 0 0,-1 0-1 0 0,0 2 1 0 0,0 2-19 0 0,-1-1 1 0 0,1 1-1 0 0,-1 0 0 0 0,-1-1 1 0 0,1 1-1 0 0,0-1 0 0 0,-1 0 1 0 0,0 0-1 0 0,-4 5 0 0 0,-34 32-287 0 0,27-29 109 0 0,-33 31-1590 0 0,15-18-3202 0 0,11-9-1489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6 2204 0 0,'-7'-5'24115'0'0,"3"15"-23900"0"0,1 1 1 0 0,0-1-1 0 0,0 1 0 0 0,2 0 1 0 0,-2 21-1 0 0,3 65 455 0 0,1-31-326 0 0,-15 239 832 0 0,17-215-823 0 0,0-24-72 0 0,4-42-150 0 0,-2-17-352 0 0,-3-5-225 0 0,7-1-1240 0 0,-8 9-1879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 4940 0 0,'0'0'22256'0'0,"6"2"-21875"0"0,7 4-213 0 0,0-1-1 0 0,1-1 1 0 0,-1 0 0 0 0,1-1-1 0 0,0 0 1 0 0,16 0 0 0 0,95 2 293 0 0,-81-5-318 0 0,-21 1-108 0 0,15 1-54 0 0,0-2 0 0 0,0-2 1 0 0,-1-1-1 0 0,47-10 0 0 0,-83 13-62 0 0,1-1 1 0 0,-1 1-1 0 0,1 0 1 0 0,-1-1-1 0 0,0 0 0 0 0,1 1 1 0 0,-1-1-1 0 0,1 0 1 0 0,-1 0-1 0 0,0 0 1 0 0,0 0-1 0 0,0 0 0 0 0,1 0 1 0 0,0-2-1 0 0,-1 2-245 0 0,-19-13-13930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 7 4192 0 0,'-5'-7'21937'0'0,"14"10"-21774"0"0,20 4 611 0 0,42 18 0 0 0,-62-21-626 0 0,-1 0 0 0 0,0 0 0 0 0,1 1 0 0 0,-1 0 0 0 0,-1 1 0 0 0,1-1 0 0 0,-1 2 0 0 0,0-1-1 0 0,10 12 1 0 0,-15-14-119 0 0,1 0 0 0 0,-1 1 0 0 0,0-1 0 0 0,-1 0 0 0 0,1 1 0 0 0,-1 0 0 0 0,1-1 0 0 0,-1 1 0 0 0,-1-1 0 0 0,1 1 0 0 0,-1 0 0 0 0,0 0 0 0 0,0-1 0 0 0,0 1 0 0 0,0 0 0 0 0,-1 0 0 0 0,0-1 0 0 0,0 1 0 0 0,-2 5 0 0 0,-2 6-88 0 0,-1 0-1 0 0,-1-1 1 0 0,0 0-1 0 0,-11 18 0 0 0,5-13-377 0 0,-1 0 0 0 0,-1-1 0 0 0,-19 20 0 0 0,-29 21-5469 0 0,15-21-340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10985 0 0,'-2'-4'19049'0'0,"23"8"-18880"0"0,-1-1 0 0 0,1-1 0 0 0,34 0 0 0 0,72-8-48 0 0,-61 1-70 0 0,120-6 28 0 0,112-5 18 0 0,-124 23-29 0 0,-131-4-115 0 0,-41-3 37 0 0,-7 2-987 0 0,-16 4-506 0 0,6-3-4782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53 3212 0 0,'-4'-7'21164'0'0,"55"-34"-18375"0"0,-49 41-2523 0 0,1-4 1339 0 0,-4 4-1566 0 0,1 0 1 0 0,-38 19 360 0 0,-77 25 0 0 0,-50 4 123 0 0,65-28 181 0 0,67-15-285 0 0,31-5 100 0 0,7-1-468 0 0,19-5 0 0 0,-23 6-46 0 0,0 0 0 0 0,-1 0 0 0 0,1 0-1 0 0,0 0 1 0 0,0 0 0 0 0,0 0 0 0 0,0 0 0 0 0,0 0 0 0 0,0 0 0 0 0,0 0 0 0 0,-1 0 0 0 0,1 1 0 0 0,0-1 0 0 0,0 0 0 0 0,0 1 0 0 0,-1-1 0 0 0,1 1 0 0 0,0-1 0 0 0,0 1 0 0 0,-1-1 0 0 0,1 1 0 0 0,0-1 0 0 0,-1 1 0 0 0,1 0 0 0 0,0 0 0 0 0,10 19 70 0 0,-9-17-55 0 0,11 19-10 0 0,1-1 0 0 0,1-1 0 0 0,0 0 0 0 0,2-1 1 0 0,0 0-1 0 0,1-2 0 0 0,1 0 0 0 0,1-1 0 0 0,0-1 0 0 0,29 16 1 0 0,-39-25-227 0 0,1-1 0 0 0,0 0-1 0 0,20 7 1 0 0,-6-8-5905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7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78 0 2956 0 0,'-10'3'10158'0'0,"-1"2"-4267"0"0,-23 13 4239 0 0,21-11-7836 0 0,13-7-2250 0 0,-1 0 0 0 0,1 0 1 0 0,-1 1-1 0 0,1-1 0 0 0,-1 0 0 0 0,1 0 1 0 0,-1 1-1 0 0,1-1 0 0 0,-1 0 0 0 0,1 1 0 0 0,0-1 1 0 0,-1 1-1 0 0,1-1 0 0 0,-1 1 0 0 0,1-1 1 0 0,0 0-1 0 0,0 1 0 0 0,-1-1 0 0 0,1 1 0 0 0,0 0 1 0 0,0-1-1 0 0,-1 1 0 0 0,1-1 0 0 0,0 1 1 0 0,0-1-1 0 0,0 2 0 0 0,2 0-40 0 0,0 0-1 0 0,0 1 1 0 0,0-1-1 0 0,0 0 1 0 0,0 0 0 0 0,1 0-1 0 0,-1 0 1 0 0,1-1-1 0 0,-1 1 1 0 0,1-1 0 0 0,0 1-1 0 0,-1-1 1 0 0,1 0-1 0 0,0 0 1 0 0,0 0 0 0 0,0-1-1 0 0,0 1 1 0 0,0-1-1 0 0,0 1 1 0 0,0-1 0 0 0,4 0-1 0 0,40 1-3 0 0,78-8-1 0 0,-41 1-2 0 0,286-23-11 0 0,72-2 9 0 0,-281 30-28 0 0,-160 1 32 0 0,-1 0 0 0 0,0 0 0 0 0,1 0 0 0 0,-1 0 0 0 0,1 0 0 0 0,-1 0 0 0 0,1 0-1 0 0,-1 0 1 0 0,0 1 0 0 0,1-1 0 0 0,-1 0 0 0 0,1 0 0 0 0,-1 0 0 0 0,0 1 0 0 0,1-1 0 0 0,-1 0 0 0 0,1 0-1 0 0,-1 1 1 0 0,0-1 0 0 0,1 0 0 0 0,-1 1 0 0 0,0-1 0 0 0,0 0 0 0 0,1 1 0 0 0,-1-1 0 0 0,0 0-1 0 0,0 1 1 0 0,0-1 0 0 0,1 1 0 0 0,-1-1 0 0 0,0 0 0 0 0,0 1 0 0 0,0-1 0 0 0,0 1 0 0 0,0-1 0 0 0,0 1-1 0 0,0-1 1 0 0,0 0 0 0 0,0 1 0 0 0,0-1 0 0 0,0 1 0 0 0,0-1 0 0 0,0 1 0 0 0,0 0-8 0 0,-1 0 0 0 0,1 0 0 0 0,0 0 0 0 0,-1-1 0 0 0,1 1 1 0 0,0 0-1 0 0,-1 0 0 0 0,1-1 0 0 0,-1 1 0 0 0,1 0 0 0 0,-1-1 0 0 0,1 1 1 0 0,-1 0-1 0 0,0-1 0 0 0,1 1 0 0 0,-1-1 0 0 0,0 1 0 0 0,1-1 0 0 0,-1 1 1 0 0,0-1-1 0 0,0 0 0 0 0,1 1 0 0 0,-1-1 0 0 0,-2 1 0 0 0,-8 2-176 0 0,-6 2-1117 0 0,6-3-4195 0 0,5-2-1009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5 6097 0 0,'-3'-4'23468'0'0,"3"38"-23126"0"0,-3 0 1 0 0,0 0-1 0 0,-11 43 1 0 0,-2 11 19 0 0,5-9-119 0 0,-19 189 367 0 0,29-237-553 0 0,0-8 11 0 0,-3 28-1 0 0,4-48-68 0 0,0-1 1 0 0,0 1-1 0 0,0-1 0 0 0,0 1 1 0 0,1 0-1 0 0,-1-1 1 0 0,1 0-1 0 0,0 1 1 0 0,0-1-1 0 0,0 1 1 0 0,2 3-1 0 0,-3-5-21 0 0,-1-24-2582 0 0,-3 7-2883 0 0,2 6-977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 61 5993 0 0,'0'0'4503'0'0,"-6"-9"2327"0"0,-1-32 1762 0 0,6 40-8070 0 0,-2-5 228 0 0,2 2 2458 0 0,15 12-2779 0 0,-1 1 0 0 0,0 0-1 0 0,19 20 1 0 0,-9-8-331 0 0,29 20 0 0 0,-31-25-73 0 0,-20-16-29 0 0,-1 1 0 0 0,1-1-1 0 0,0 0 1 0 0,0 0-1 0 0,0 0 1 0 0,0 0 0 0 0,-1 0-1 0 0,1 0 1 0 0,0 0 0 0 0,0-1-1 0 0,0 1 1 0 0,0 0 0 0 0,-1 0-1 0 0,1-1 1 0 0,0 1-1 0 0,0 0 1 0 0,0-1 0 0 0,-1 1-1 0 0,1-1 1 0 0,0 1 0 0 0,-1-1-1 0 0,1 1 1 0 0,0-1-1 0 0,-1 1 1 0 0,1-1 0 0 0,-1 0-1 0 0,1 1 1 0 0,-1-1 0 0 0,1-1-1 0 0,0 1 12 0 0,3-4-70 0 0,1-1 0 0 0,-1 0 1 0 0,6-12-1 0 0,4-4-89 0 0,15-20-223 0 0,-28 41 349 0 0,-5 6-226 0 0,-86 91-3150 0 0,67-73-1743 0 0,9-7-1181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31 6949 0 0,'6'-30'23686'0'0,"-6"43"-23617"0"0,-1 21 300 0 0,8 63 1 0 0,16 53-123 0 0,-11-59-157 0 0,17 148 67 0 0,-19-142-110 0 0,-4-51-27 0 0,0 1 64 0 0,-6-45 47 0 0,6 20-39 0 0,-3-5-86 0 0,-3-19-7 0 0,4 54 21 0 0,-3 6-2 0 0,-1-17-9 0 0,0-26-5 0 0,2 0-1 0 0,-3 0-2 0 0,3 17 0 0 0,-2-30 2 0 0,1-1 0 0 0,2 5-1 0 0,-2-5 9 0 0,-1 1-7 0 0,-1 8 0 0 0,2-6-1 0 0,0 2-1 0 0,0-5 4 0 0,-1 1-6 0 0,1 6 2 0 0,-1-6 85 0 0,0-2-85 0 0,0 0-1 0 0,0 1 1 0 0,-1-1 0 0 0,1 0-1 0 0,0 0 1 0 0,0 1 0 0 0,0-1-1 0 0,0 0 1 0 0,-1 1-1 0 0,1-1 1 0 0,0 0 0 0 0,0 0-1 0 0,-1 1 1 0 0,1-1 0 0 0,0 0-1 0 0,0 0 1 0 0,-1 0 0 0 0,1 1-1 0 0,0-1 1 0 0,-1 0 0 0 0,1 0-1 0 0,0 0 1 0 0,-1 0 0 0 0,1 0-1 0 0,0 0 1 0 0,-1 0 0 0 0,1 0-1 0 0,0 0 1 0 0,-1 0 0 0 0,1 0-1 0 0,0 0 1 0 0,-1 0 0 0 0,1 0-1 0 0,-1 0 1 0 0,-16 0 28 0 0,15-1-26 0 0,-91-8 47 0 0,-87-6 2 0 0,167 15-49 0 0,1-1-1 0 0,2 1-3 0 0,8 1-3 0 0,-2 0-542 0 0,-1 0-420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41 8381 0 0,'0'0'13971'0'0,"2"-3"-13248"0"0,24-35 3774 0 0,-34 55-1462 0 0,-45 57-2240 0 0,-77 73 365 0 0,129-146-1155 0 0,1-1 0 0 0,0 0 0 0 0,-1 1 0 0 0,1-1 0 0 0,-1 1 0 0 0,1-1 0 0 0,0 0 0 0 0,-1 1 0 0 0,1-1 0 0 0,0 1 0 0 0,0-1 0 0 0,0 1 0 0 0,-1-1 0 0 0,1 1 0 0 0,0 0 0 0 0,0-1 0 0 0,0 1 0 0 0,0-1 0 0 0,0 1 0 0 0,0-1 0 0 0,0 1 0 0 0,0-1 0 0 0,0 1 0 0 0,0 0 0 0 0,0-1 0 0 0,0 1 0 0 0,0-1 0 0 0,0 1 0 0 0,1-1 1 0 0,-1 1-1 0 0,0-1 0 0 0,1 2 0 0 0,0-1-4 0 0,0-1 0 0 0,1 1 0 0 0,-1 0 1 0 0,0 0-1 0 0,1-1 0 0 0,-1 1 0 0 0,0 0 0 0 0,1-1 1 0 0,-1 1-1 0 0,1-1 0 0 0,-1 0 0 0 0,2 1 1 0 0,45 0-209 0 0,-47-1 196 0 0,46-1-1145 0 0,0 2-3704 0 0,-11 0-1632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31 822 8609 0 0,'4'53'12114'0'0,"-4"-33"-9628"0"0,2 0 1 0 0,6 33 0 0 0,-8-52-2417 0 0,0 0 0 0 0,0 0-1 0 0,0-1 1 0 0,1 1 0 0 0,-1 0-1 0 0,0 0 1 0 0,0-1 0 0 0,0 1-1 0 0,1 0 1 0 0,-1 0 0 0 0,0-1 0 0 0,1 1-1 0 0,-1 0 1 0 0,1-1 0 0 0,-1 1-1 0 0,1 0 1 0 0,-1-1 0 0 0,1 1-1 0 0,-1-1 1 0 0,1 1 0 0 0,0-1-1 0 0,-1 1 1 0 0,1-1 0 0 0,0 0-1 0 0,-1 1 1 0 0,2-1 0 0 0,-1 0-47 0 0,0 0 1 0 0,-1 0-1 0 0,1-1 1 0 0,0 1 0 0 0,0 0-1 0 0,0-1 1 0 0,-1 1-1 0 0,1-1 1 0 0,0 0-1 0 0,0 1 1 0 0,-1-1-1 0 0,1 1 1 0 0,-1-1 0 0 0,1 0-1 0 0,0 1 1 0 0,-1-1-1 0 0,0 0 1 0 0,2-1-1 0 0,2-7 23 0 0,1 1 1 0 0,6-20-1 0 0,-1-6 31 0 0,-2 0 0 0 0,-1-1-1 0 0,-1 0 1 0 0,-2 0 0 0 0,-2 0 0 0 0,-2-43 0 0 0,-31-215 26 0 0,23 236-87 0 0,1 11 1 0 0,-3 0 1 0 0,-2 0 0 0 0,-27-68-1 0 0,37 111-12 0 0,-2 0-2 0 0,1 7-4 0 0,-1 14 14 0 0,1 1-1 0 0,1-1 1 0 0,0 1 0 0 0,1-1-1 0 0,3 30 1 0 0,15 98 111 0 0,-13-117-103 0 0,47 269 194 0 0,-39-246-184 0 0,3-1 0 0 0,1 0 0 0 0,36 74 1 0 0,-48-117-32 0 0,0 0 0 0 0,1 0-1 0 0,0 0 1 0 0,1-1 0 0 0,-1 1 0 0 0,1-2 0 0 0,13 13 0 0 0,-16-17-6 0 0,-1 0 0 0 0,1 0 0 0 0,0 0 1 0 0,0-1-1 0 0,0 1 0 0 0,0-1 0 0 0,0 1 0 0 0,1-1 0 0 0,-1 0 0 0 0,0 0 0 0 0,1-1 0 0 0,-1 1 0 0 0,0-1 0 0 0,1 1 0 0 0,-1-1 0 0 0,1 0 0 0 0,-1 0 0 0 0,0-1 1 0 0,1 1-1 0 0,-1-1 0 0 0,0 0 0 0 0,1 1 0 0 0,3-3 0 0 0,1-1-12 0 0,-1 1 0 0 0,0-1-1 0 0,0-1 1 0 0,-1 1 0 0 0,1-1 0 0 0,-1-1 0 0 0,0 1-1 0 0,0-1 1 0 0,0 0 0 0 0,-1 0 0 0 0,0-1 0 0 0,-1 1 0 0 0,1-1-1 0 0,-1 0 1 0 0,6-13 0 0 0,-4 3-20 0 0,1 0 0 0 0,-2 0 0 0 0,0-1 0 0 0,-2 1 0 0 0,4-37 0 0 0,-6 36 23 0 0,-1 0 1 0 0,-1-1-1 0 0,0 1 1 0 0,-1 0 0 0 0,-1 0-1 0 0,-1 0 1 0 0,-1 0-1 0 0,0 1 1 0 0,-2 0 0 0 0,0 0-1 0 0,-15-28 1 0 0,21 44 21 0 0,0-1-1 0 0,0 1 1 0 0,0 0 0 0 0,0 0-1 0 0,0 0 1 0 0,-1 0 0 0 0,1 0-1 0 0,0 1 1 0 0,0-1 0 0 0,-1 0 0 0 0,1 0-1 0 0,-1 1 1 0 0,1-1 0 0 0,0 1-1 0 0,-1-1 1 0 0,1 1 0 0 0,-2 0-1 0 0,2-1-5 0 0,-1 1 20 0 0,-1 1 4 0 0,1 1-20 0 0,-1 0-1 0 0,1-1 1 0 0,0 1 0 0 0,0 0-1 0 0,0 0 1 0 0,0 0-1 0 0,0 0 1 0 0,1 0-1 0 0,-1 1 1 0 0,1-1 0 0 0,-1 1-1 0 0,1-1 1 0 0,-2 5-1 0 0,0 0 4 0 0,1 1 0 0 0,1-1-1 0 0,-1 0 1 0 0,0 15 0 0 0,1 3 5 0 0,2-1 0 0 0,4 31 0 0 0,-3-41-11 0 0,0 1 1 0 0,1-1 0 0 0,1 1 0 0 0,0-1 0 0 0,1 0-1 0 0,1-1 1 0 0,0 1 0 0 0,10 16 0 0 0,-15-29-7 0 0,1 1 0 0 0,-1 0 0 0 0,0-1 0 0 0,0 1 0 0 0,1-1 1 0 0,-1 0-1 0 0,1 1 0 0 0,-1-1 0 0 0,1 0 0 0 0,0 0 0 0 0,-1 0 0 0 0,1 0 0 0 0,0 0 0 0 0,0 0 0 0 0,-1 0 1 0 0,1-1-1 0 0,0 1 0 0 0,0-1 0 0 0,0 1 0 0 0,0-1 0 0 0,0 0 0 0 0,0 0 0 0 0,0 0 0 0 0,0 0 1 0 0,0 0-1 0 0,0 0 0 0 0,0 0 0 0 0,0-1 0 0 0,0 1 0 0 0,0-1 0 0 0,0 0 0 0 0,0 1 0 0 0,0-1 1 0 0,-1 0-1 0 0,1 0 0 0 0,0 0 0 0 0,-1 0 0 0 0,1 0 0 0 0,2-2 0 0 0,4-4-23 0 0,0 0-1 0 0,-1 0 0 0 0,1 0 1 0 0,-1-1-1 0 0,-1 0 0 0 0,7-9 1 0 0,-2-1-36 0 0,0-1 1 0 0,-1 0-1 0 0,-1-1 1 0 0,0 1-1 0 0,-2-2 1 0 0,0 1-1 0 0,6-39 1 0 0,-8 26-40 0 0,-2 0 0 0 0,-2-1-1 0 0,-1 1 1 0 0,-5-47 0 0 0,3 64 74 0 0,-7-69-130 0 0,-32-140 0 0 0,24 160 781 0 0,17 63-343 0 0,-2 8-232 0 0,0 0 0 0 0,1 1 0 0 0,-1-1-1 0 0,1 0 1 0 0,1 1 0 0 0,-1-1 0 0 0,2 11-1 0 0,-1-2 28 0 0,0 31 135 0 0,14 86 0 0 0,-4-47-81 0 0,28 230 191 0 0,23 87-51 0 0,35-4-132 0 0,-86-365-204 0 0,1-1 0 0 0,2 0 0 0 0,18 32 0 0 0,-31-63 50 0 0,1 0 0 0 0,-1 0 1 0 0,1 0-1 0 0,-1 0 0 0 0,1-1 1 0 0,-1 1-1 0 0,1 0 1 0 0,0 0-1 0 0,-1 0 0 0 0,1-1 1 0 0,0 1-1 0 0,0 0 0 0 0,0-1 1 0 0,0 1-1 0 0,-1-1 1 0 0,3 1-1 0 0,-2 0-151 0 0,1-5-10 0 0,0-1 137 0 0,0 0 0 0 0,0-1 1 0 0,0 1-1 0 0,-1 0 0 0 0,0-1 0 0 0,0 1 0 0 0,-1-1 1 0 0,1 1-1 0 0,-1-1 0 0 0,0 1 0 0 0,-1-1 0 0 0,-1-9 1 0 0,-3-9-103 0 0,-13-38 0 0 0,9 34 75 0 0,-12-36-19 0 0,-3 2 0 0 0,-3 0 0 0 0,-35-58 0 0 0,59 113 56 0 0,0 0 0 0 0,0 0-1 0 0,0 0 1 0 0,1-1 0 0 0,0 1-1 0 0,0-1 1 0 0,1 1-1 0 0,0-1 1 0 0,0 0 0 0 0,1 1-1 0 0,0-1 1 0 0,0 0 0 0 0,1 0-1 0 0,3-14 1 0 0,2-2-175 0 0,2-1 0 0 0,1 2 0 0 0,15-29 0 0 0,7-20-164 0 0,-21 45 268 0 0,-1 0-1 0 0,-1-1 1 0 0,-2 0 0 0 0,-1 0-1 0 0,-1-1 1 0 0,-1 0-1 0 0,-2 1 1 0 0,0-1 0 0 0,-8-57-1 0 0,-5 18 474 0 0,-3 0-1 0 0,-3 1 1 0 0,-37-92-1 0 0,52 153-165 0 0,1 0 0 0 0,-1 0-1 0 0,0 1 1 0 0,-1-1 0 0 0,1 1-1 0 0,-9-9 1 0 0,11 12 154 0 0,2 4-329 0 0,0 1 0 0 0,-1-1 0 0 0,1 0 0 0 0,0 0 0 0 0,-1 0 0 0 0,1 0 0 0 0,-1 1 0 0 0,0 3 0 0 0,1 6 23 0 0,10 25 116 0 0,2-1-1 0 0,25 53 0 0 0,-10-27-68 0 0,26 66-25 0 0,114 259-1510 0 0,-164-381-206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12 227 5184 0 0,'-5'-5'11426'0'0,"-2"-7"-7118"0"0,16-5-2908 0 0,3 5-284 0 0,8-4-192 0 0,11-6-172 0 0,3-4-172 0 0,1 5-128 0 0,-1-1-176 0 0,-4 4-116 0 0,-3-2-168 0 0,-9 8-160 0 0,-6 0-252 0 0,-9 6-1192 0 0,-1 0-3076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1061 7905 0 0,'0'1'5556'0'0,"0"15"5019"0"0,3-20-8805 0 0,5-15-689 0 0,10-31-734 0 0,-3-5-119 0 0,-2 0 0 0 0,-3-1 0 0 0,-2-1 1 0 0,-2 1-1 0 0,-4-99 0 0 0,-8 51-123 0 0,-5 0 1 0 0,-30-125-1 0 0,22 159 68 0 0,16 62-100 0 0,0 0 1 0 0,0 1-1 0 0,-1-1 0 0 0,0 1 0 0 0,0 0 1 0 0,-9-10-1 0 0,12 16 63 0 0,-2 4-76 0 0,0 1-49 0 0,0 0-1 0 0,0 0 0 0 0,0 0 1 0 0,1 0-1 0 0,0 0 0 0 0,0 1 0 0 0,0-1 1 0 0,0 1-1 0 0,1-1 0 0 0,0 1 0 0 0,0 0 1 0 0,0-1-1 0 0,0 7 0 0 0,-1 11 37 0 0,4 38-1 0 0,0-27-15 0 0,49 421 500 0 0,-43-398-469 0 0,1-2 41 0 0,22 71 1 0 0,-23-98-85 0 0,2 1 0 0 0,1-2 0 0 0,1 0 1 0 0,22 34-1 0 0,-32-57-28 0 0,0 0 1 0 0,0 0-1 0 0,0 0 0 0 0,0 0 1 0 0,1 0-1 0 0,-1-1 0 0 0,1 1 1 0 0,0-1-1 0 0,-1 0 1 0 0,1 1-1 0 0,1-1 0 0 0,-1-1 1 0 0,0 1-1 0 0,0 0 0 0 0,1-1 1 0 0,-1 0-1 0 0,0 0 1 0 0,1 0-1 0 0,0 0 0 0 0,-1 0 1 0 0,1-1-1 0 0,-1 1 0 0 0,1-1 1 0 0,0 0-1 0 0,-1 0 1 0 0,8-2-1 0 0,-5 1-22 0 0,1-1 0 0 0,-1-1 0 0 0,0 1 0 0 0,0-1 0 0 0,0 0 0 0 0,0 0 0 0 0,-1-1 0 0 0,1 0 0 0 0,-1 0 0 0 0,0 0 0 0 0,0-1 0 0 0,0 1 0 0 0,-1-1 0 0 0,5-7 0 0 0,-1 0-39 0 0,0 0 0 0 0,-1-1 0 0 0,0 1-1 0 0,-1-1 1 0 0,-1-1 0 0 0,0 1 0 0 0,-1-1 0 0 0,0 0-1 0 0,-1 0 1 0 0,2-28 0 0 0,-4 17-18 0 0,0 0 1 0 0,-2-1-1 0 0,-1 1 1 0 0,-1 0-1 0 0,-8-33 1 0 0,-3 20 170 0 0,14 38-79 0 0,0-1 0 0 0,0 1 0 0 0,0 0 1 0 0,-1-1-1 0 0,1 1 0 0 0,0 0 0 0 0,0 0 0 0 0,0-1 0 0 0,-1 1 0 0 0,1 0 0 0 0,0 0 0 0 0,0-1 0 0 0,-1 1 0 0 0,1 0 0 0 0,0 0 0 0 0,0 0 0 0 0,-1-1 0 0 0,1 1 0 0 0,0 0 0 0 0,-1 0 0 0 0,1 0 0 0 0,0 0 0 0 0,-1 0 0 0 0,1 0 0 0 0,0 0 0 0 0,-1 0 1 0 0,1 0-1 0 0,0 0 0 0 0,-1 0 0 0 0,1 0 0 0 0,0 0 0 0 0,-1 0 0 0 0,1 0 0 0 0,0 0 0 0 0,-1 0 0 0 0,1 0 0 0 0,0 0 0 0 0,-1 0 0 0 0,1 1 0 0 0,0-1 0 0 0,-1 0 0 0 0,0 1 5 0 0,0-1-1 0 0,0 1 1 0 0,0-1-1 0 0,0 1 1 0 0,0 0-1 0 0,0-1 0 0 0,1 1 1 0 0,-1 0-1 0 0,0 0 1 0 0,0 0-1 0 0,1 0 1 0 0,-1 0-1 0 0,1-1 1 0 0,-2 3-1 0 0,-4 14 92 0 0,1 0-1 0 0,0 0 1 0 0,2 1-1 0 0,-4 32 1 0 0,7-43-76 0 0,-1 0 0 0 0,1 0 1 0 0,0 0-1 0 0,1 0 0 0 0,0 0 1 0 0,0 0-1 0 0,1 0 0 0 0,0 0 1 0 0,0 0-1 0 0,0 0 1 0 0,1-1-1 0 0,0 1 0 0 0,0-1 1 0 0,1 0-1 0 0,6 9 0 0 0,-8-13-20 0 0,-1 0-1 0 0,1-1 1 0 0,0 1-1 0 0,0 0 0 0 0,0-1 1 0 0,0 1-1 0 0,0-1 0 0 0,0 0 1 0 0,1 0-1 0 0,-1 0 0 0 0,0 0 1 0 0,1 0-1 0 0,-1 0 0 0 0,0-1 1 0 0,1 1-1 0 0,-1-1 1 0 0,5 1-1 0 0,-2-1-7 0 0,0-1 1 0 0,0 1 0 0 0,-1-1-1 0 0,1 0 1 0 0,-1 0-1 0 0,1-1 1 0 0,-1 1 0 0 0,9-5-1 0 0,3-3-40 0 0,-1-1 0 0 0,0-1 0 0 0,24-22 0 0 0,-25 21-26 0 0,0-1 0 0 0,-1 0 0 0 0,-1-1 0 0 0,0 0-1 0 0,-1-1 1 0 0,0 0 0 0 0,-2-1 0 0 0,0 0 0 0 0,0-1 0 0 0,-1 0-1 0 0,-1 0 1 0 0,-1-1 0 0 0,-1 0 0 0 0,5-29 0 0 0,-5 5 45 0 0,-2-1 0 0 0,-3 0 0 0 0,-1 0-1 0 0,-2 0 1 0 0,-1 0 0 0 0,-21-80 0 0 0,23 116 320 0 0,-1 0-1 0 0,0-1 0 0 0,0 1 0 0 0,-4-7 1 0 0,1 31-186 0 0,2 0-1 0 0,0 0 1 0 0,1 0 0 0 0,-1 25 0 0 0,1 77 134 0 0,3-76-163 0 0,20 418 371 0 0,-11-311-354 0 0,18 136 54 0 0,-16-196-125 0 0,-6-35-112 0 0,3-1 0 0 0,1-1 1 0 0,23 69-1 0 0,-32-121 80 0 0,10 22-198 0 0,-9-22 172 0 0,-1-1 0 0 0,0 1 1 0 0,0 0-1 0 0,1 0 0 0 0,-1-1 0 0 0,1 1 1 0 0,-1 0-1 0 0,1-1 0 0 0,-1 1 0 0 0,1 0 1 0 0,-1-1-1 0 0,1 1 0 0 0,-1-1 0 0 0,1 1 0 0 0,0-1 1 0 0,-1 1-1 0 0,1-1 0 0 0,0 1 0 0 0,-1-1 1 0 0,1 0-1 0 0,0 0 0 0 0,0 1 0 0 0,-1-1 0 0 0,1 0 1 0 0,0 0-1 0 0,1 1 0 0 0,-2-2-13 0 0,1 0 0 0 0,0 0 1 0 0,0 0-1 0 0,-1 0 0 0 0,1 0 0 0 0,-1 0 0 0 0,1 0 0 0 0,-1 0 1 0 0,1 0-1 0 0,-1 0 0 0 0,1 0 0 0 0,-1 0 0 0 0,0 0 0 0 0,0-1 0 0 0,1-1 1 0 0,-1 2-39 0 0,3-14-171 0 0,-2-1-1 0 0,1 0 1 0 0,-2 1 0 0 0,0-1 0 0 0,-4-28-1 0 0,-19-78-340 0 0,17 97 499 0 0,-9-42 114 0 0,-3 0 0 0 0,-35-84 0 0 0,49 140 26 0 0,-1 1 1 0 0,2-1-1 0 0,0 0 1 0 0,0 0-1 0 0,-1-14 1 0 0,4 22-53 0 0,0 0 1 0 0,0 0-1 0 0,1 0 1 0 0,0 0-1 0 0,-1 0 1 0 0,1 1 0 0 0,0-1-1 0 0,1 0 1 0 0,-1 0-1 0 0,0 1 1 0 0,1-1-1 0 0,-1 1 1 0 0,1-1-1 0 0,0 1 1 0 0,2-3-1 0 0,5-3-103 0 0,0 0 0 0 0,15-11-1 0 0,7-7-154 0 0,3-8-53 0 0,-1-2-1 0 0,27-41 1 0 0,-51 64 273 0 0,0-1 1 0 0,0-1-1 0 0,-2 0 1 0 0,0 0-1 0 0,0 0 1 0 0,-1-1-1 0 0,-1 0 1 0 0,-1 0 0 0 0,4-28-1 0 0,-7 18 133 0 0,0-1 1 0 0,-2 1-1 0 0,-1-1 0 0 0,-1 1 1 0 0,-10-41-1 0 0,-48-124 1563 0 0,57 181-1525 0 0,1 1 134 0 0,-1 1 1 0 0,0-1-1 0 0,0 1 0 0 0,-1-1 1 0 0,0 1-1 0 0,0 1 0 0 0,-11-13 1 0 0,16 20-241 0 0,-1 0 0 0 0,1-1 0 0 0,0 1 0 0 0,0 0 0 0 0,0 0 0 0 0,-1 0 0 0 0,1-1 0 0 0,0 1 0 0 0,0 0-1 0 0,-1 0 1 0 0,1 0 0 0 0,0 0 0 0 0,0 0 0 0 0,-1 0 0 0 0,1-1 0 0 0,0 1 0 0 0,-1 0 0 0 0,1 0 0 0 0,0 0 0 0 0,0 0 0 0 0,-1 0 0 0 0,1 0 0 0 0,0 0 0 0 0,-1 0 0 0 0,1 0 0 0 0,0 0 0 0 0,0 1 0 0 0,-1-1 0 0 0,1 0 0 0 0,0 0 0 0 0,-1 0 0 0 0,1 0 0 0 0,0 0 0 0 0,0 0 0 0 0,0 1 0 0 0,-1-1 0 0 0,1 0 0 0 0,0 0 0 0 0,0 0 0 0 0,-1 0 0 0 0,1 1 0 0 0,0-1 0 0 0,0 0 0 0 0,0 0 0 0 0,0 1 0 0 0,-1-1 0 0 0,1 1 0 0 0,-2 8 41 0 0,1 0 1 0 0,0 0 0 0 0,0 0 0 0 0,0 0 0 0 0,1 0 0 0 0,1 0-1 0 0,0 1 1 0 0,3 15 0 0 0,24 79 167 0 0,-23-87-202 0 0,31 97 51 0 0,102 215 0 0 0,-137-328-87 0 0,6 15-238 0 0,1-1 0 0 0,1 0 0 0 0,0 0 0 0 0,17 20 0 0 0,-10-26-5795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33 138 6017 0 0,'-12'-7'9833'0'0,"11"6"-9241"0"0,-1 0 1 0 0,0 0-1 0 0,1 0 1 0 0,-1 0-1 0 0,1 0 1 0 0,0 0-1 0 0,-1 0 1 0 0,1-1-1 0 0,0 1 1 0 0,0 0 0 0 0,-1-1-1 0 0,1 1 1 0 0,0-1-1 0 0,0-1 1 0 0,0 1 313 0 0,14-9 247 0 0,-8 7-960 0 0,10-5 87 0 0,1 1 1 0 0,1 0-1 0 0,-1 1 1 0 0,35-9-1 0 0,-19 6-219 0 0,-17 5-586 0 0,44-15 755 0 0,-21 10-7818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24 7965 0 0,'0'-3'6093'0'0,"0"1"-4435"0"0,-2-17 13760 0 0,1 21-15368 0 0,-1-1-25 0 0,1 1 1 0 0,1-1-1 0 0,-1 0 0 0 0,0 0 0 0 0,0 0 1 0 0,0 0-1 0 0,1 1 0 0 0,-1-1 0 0 0,0 0 1 0 0,1 1-1 0 0,-1-1 0 0 0,0 3 0 0 0,2-3-22 0 0,-1-1 0 0 0,0 1-1 0 0,1-1 1 0 0,-1 1 0 0 0,1-1-1 0 0,-1 0 1 0 0,0 1 0 0 0,1-1-1 0 0,-1 1 1 0 0,1-1 0 0 0,-1 0-1 0 0,1 0 1 0 0,-1 1 0 0 0,1-1-1 0 0,-1 0 1 0 0,1 0 0 0 0,0 0-1 0 0,-1 1 1 0 0,1-1 0 0 0,0 0-1 0 0,-5-22-8198 0 0,3 16 1794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8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34 1079 11985 0 0,'-1'9'6282'0'0,"1"-7"-5918"0"0,0-1 1 0 0,-1 1-1 0 0,1-1 1 0 0,0 1-1 0 0,0-1 1 0 0,0 1-1 0 0,0-1 1 0 0,0 0-1 0 0,0 1 1 0 0,0-1-1 0 0,1 1 1 0 0,-1-1-1 0 0,1 1 1 0 0,-1-1-1 0 0,1 0 1 0 0,-1 1-1 0 0,1-1 1 0 0,0 0-1 0 0,-1 0 1 0 0,1 1-1 0 0,0-1 1 0 0,2 2-1 0 0,-2-3 291 0 0,1-4-136 0 0,7-12-365 0 0,-1 0 0 0 0,-1 0 0 0 0,-1-1 1 0 0,0 0-1 0 0,-2 0 0 0 0,4-22 0 0 0,0-10-97 0 0,0-57 0 0 0,-7 47-22 0 0,-12-100 0 0 0,-25-61 24 0 0,27 172 245 0 0,-23-73 1 0 0,25 110 21 0 0,1 15-69 0 0,0 18-107 0 0,6-22-155 0 0,-1 17 70 0 0,-1-1 1 0 0,2 1-1 0 0,0-1 1 0 0,1 1 0 0 0,6 27-1 0 0,0 7 60 0 0,31 281 451 0 0,-25-259-448 0 0,3 0 1 0 0,38 105-1 0 0,-47-158-108 0 0,2 0 1 0 0,16 30 0 0 0,-22-46-27 0 0,-1 0 0 0 0,1 0 0 0 0,0 0 0 0 0,0 0 0 0 0,0 0 0 0 0,0-1 0 0 0,1 1 0 0 0,-1-1 0 0 0,1 0 0 0 0,0 0 0 0 0,0 0 1 0 0,0-1-1 0 0,1 0 0 0 0,-1 1 0 0 0,0-1 0 0 0,1-1 0 0 0,8 4 0 0 0,-9-5-7 0 0,0-1 0 0 0,0 1 1 0 0,0 0-1 0 0,-1-1 0 0 0,1 0 1 0 0,0 0-1 0 0,0 0 0 0 0,-1 0 0 0 0,1 0 1 0 0,-1-1-1 0 0,1 0 0 0 0,-1 0 1 0 0,0 0-1 0 0,1 0 0 0 0,-1 0 0 0 0,0 0 1 0 0,0-1-1 0 0,-1 0 0 0 0,1 1 1 0 0,3-5-1 0 0,4-6-36 0 0,0 0 1 0 0,-1-1-1 0 0,10-18 1 0 0,-11 14 16 0 0,0 1 0 0 0,-2-1 0 0 0,0 0 0 0 0,-1 0 0 0 0,0-1 0 0 0,-2 0 0 0 0,0 1 0 0 0,-2-1 0 0 0,0 0 0 0 0,-1 0 0 0 0,0 0 0 0 0,-2 0 0 0 0,0 0 0 0 0,-8-29 0 0 0,9 44 33 0 0,1 0 0 0 0,-1 1 1 0 0,-1-1-1 0 0,1 0 0 0 0,0 1 1 0 0,-1 0-1 0 0,1-1 0 0 0,-1 1 1 0 0,0 0-1 0 0,-1 0 1 0 0,1 0-1 0 0,0 0 0 0 0,-1 0 1 0 0,1 1-1 0 0,-1-1 0 0 0,0 1 1 0 0,0-1-1 0 0,0 1 0 0 0,0 0 1 0 0,0 0-1 0 0,-5-2 1 0 0,6 4 2 0 0,1 0 1 0 0,0 0 0 0 0,-1 0 0 0 0,1 0-1 0 0,0 0 1 0 0,-1 0 0 0 0,1 1 0 0 0,0-1-1 0 0,0 0 1 0 0,-1 1 0 0 0,1-1 0 0 0,0 1-1 0 0,0-1 1 0 0,-1 1 0 0 0,1 0 0 0 0,0 0-1 0 0,0-1 1 0 0,0 1 0 0 0,0 0 0 0 0,0 0-1 0 0,0 0 1 0 0,0 0 0 0 0,1 0 0 0 0,-1 0-1 0 0,-1 2 1 0 0,-15 27 104 0 0,14-23-90 0 0,0 0 1 0 0,1 0-1 0 0,0 0 1 0 0,0 1 0 0 0,1-1-1 0 0,-1 1 1 0 0,2-1 0 0 0,-1 15-1 0 0,2-16-16 0 0,0 1 1 0 0,0-2-1 0 0,1 1 0 0 0,0 0 0 0 0,0 0 1 0 0,0 0-1 0 0,1-1 0 0 0,-1 1 0 0 0,1-1 0 0 0,1 0 1 0 0,6 9-1 0 0,-7-11-21 0 0,-1-1 1 0 0,1 1-1 0 0,0-1 1 0 0,0 0-1 0 0,0 1 1 0 0,1-2-1 0 0,-1 1 0 0 0,0 0 1 0 0,1 0-1 0 0,-1-1 1 0 0,1 0-1 0 0,0 0 1 0 0,-1 0-1 0 0,1 0 1 0 0,0-1-1 0 0,-1 1 1 0 0,1-1-1 0 0,0 0 0 0 0,0 0 1 0 0,0 0-1 0 0,4-1 1 0 0,1-1-36 0 0,1 1 1 0 0,-1-1-1 0 0,1-1 0 0 0,-1 0 1 0 0,0 0-1 0 0,-1-1 1 0 0,12-5-1 0 0,-8 2-50 0 0,0 0-1 0 0,0-1 1 0 0,-1-1-1 0 0,0 1 1 0 0,-1-2-1 0 0,0 1 1 0 0,0-2-1 0 0,-1 1 1 0 0,0-1-1 0 0,-1 0 1 0 0,0-1-1 0 0,-1 0 1 0 0,-1 0-1 0 0,1-1 1 0 0,-2 0-1 0 0,0 0 1 0 0,0 0-1 0 0,-2-1 1 0 0,1 1-1 0 0,-2-1 1 0 0,2-18-1 0 0,-2-14-224 0 0,-2 0 0 0 0,-11-83 0 0 0,-28-88 738 0 0,21 128 410 0 0,12 74-448 0 0,2 7 71 0 0,4 8-431 0 0,0 0-1 0 0,0 0 0 0 0,0 0 0 0 0,0 0 1 0 0,0 0-1 0 0,0 0 0 0 0,0 0 1 0 0,-1 0-1 0 0,1 0 0 0 0,0 0 0 0 0,0 0 1 0 0,0 0-1 0 0,0-1 0 0 0,0 1 0 0 0,0 0 1 0 0,0 0-1 0 0,0 0 0 0 0,0 0 0 0 0,0 0 1 0 0,0 0-1 0 0,0 0 0 0 0,0 0 1 0 0,-1 0-1 0 0,1 0 0 0 0,0 0 0 0 0,0 0 1 0 0,0 0-1 0 0,0 0 0 0 0,0 0 0 0 0,0 0 1 0 0,0 0-1 0 0,0 0 0 0 0,0 0 0 0 0,0 0 1 0 0,0 0-1 0 0,0 1 0 0 0,-1-1 1 0 0,1 0-1 0 0,0 0 0 0 0,0 0 0 0 0,0 0 1 0 0,0 0-1 0 0,0 0 0 0 0,0 0 0 0 0,0 0 1 0 0,0 0-1 0 0,0 0 0 0 0,0 0 1 0 0,0 0-1 0 0,0 0 0 0 0,0 0 0 0 0,0 0 1 0 0,0 0-1 0 0,0 1 0 0 0,0-1 0 0 0,0 0 1 0 0,0 0-1 0 0,0 0 0 0 0,0 0 0 0 0,0 0 1 0 0,0 0-1 0 0,0 0 0 0 0,0 0 1 0 0,0 0-1 0 0,0 0 0 0 0,-6 27 206 0 0,1 0 1 0 0,2 0-1 0 0,1 0 0 0 0,1 39 1 0 0,16 118 185 0 0,-8-119-251 0 0,52 365 318 0 0,9-143-323 0 0,-49-226-176 0 0,29 60 1 0 0,-45-113 3 0 0,-1-4-4 0 0,-1 1 0 0 0,1-1-1 0 0,0 0 1 0 0,0 0-1 0 0,0 0 1 0 0,1 0-1 0 0,-1-1 1 0 0,1 1-1 0 0,0-1 1 0 0,0 1-1 0 0,1-1 1 0 0,4 4-1 0 0,-8-7-86 0 0,1-4 4 0 0,0-2 81 0 0,-1-1-1 0 0,0 1 0 0 0,0 0 0 0 0,0 0 1 0 0,-1-1-1 0 0,0 1 0 0 0,0 0 1 0 0,-1 0-1 0 0,-3-10 0 0 0,-29-62-144 0 0,17 44 97 0 0,-61-129-255 0 0,12 28 6 0 0,64 132 295 0 0,1 0 0 0 0,-1 0 0 0 0,1 0 0 0 0,0-1 0 0 0,0 1 0 0 0,0-1 0 0 0,1 1 0 0 0,-1-1 0 0 0,1 1-1 0 0,0-1 1 0 0,0 1 0 0 0,0-7 0 0 0,1 7-16 0 0,0 0 0 0 0,1 0 0 0 0,-1 0-1 0 0,1 0 1 0 0,-1 0 0 0 0,1 0 0 0 0,0 0 0 0 0,0 1-1 0 0,0-1 1 0 0,0 1 0 0 0,0 0 0 0 0,1 0-1 0 0,-1-1 1 0 0,4-1 0 0 0,36-27-361 0 0,-8 6-111 0 0,60-57 0 0 0,-84 71 446 0 0,-1 0 0 0 0,0 0 1 0 0,-1-1-1 0 0,0 0 0 0 0,0 0 0 0 0,-2-1 0 0 0,1 0 0 0 0,-2 0 1 0 0,8-23-1 0 0,-9 14 42 0 0,0 1-1 0 0,-1-1 1 0 0,-1 0 0 0 0,-1 0 0 0 0,-1 1-1 0 0,-1-1 1 0 0,-4-23 0 0 0,-7-20 256 0 0,-20-64 0 0 0,20 89 177 0 0,-2 0 0 0 0,-1 1 0 0 0,-28-49-1 0 0,42 85-331 0 0,-2-2 105 0 0,0-1 1 0 0,0 1-1 0 0,0 0 1 0 0,-1-1-1 0 0,0 2 1 0 0,0-1-1 0 0,-6-5 1 0 0,9 9 49 0 0,0 5-15 0 0,-1 4-139 0 0,0 1 0 0 0,1-1 0 0 0,0 1 1 0 0,0-1-1 0 0,1 1 0 0 0,0 0 0 0 0,1-1 0 0 0,0 1 0 0 0,0-1 0 0 0,4 15 0 0 0,-1-1 4 0 0,8 38 147 0 0,30 85-1 0 0,32 55 23 0 0,-38-104-158 0 0,-5-20-31 0 0,29 90-73 0 0,-34-93-950 0 0,-26-71-554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83 9105 0 0,'0'0'5224'0'0,"-8"-5"2877"0"0,32-3-7085 0 0,-5 4-176 0 0,3 1-156 0 0,11-7-132 0 0,0 1-176 0 0,-7 3-168 0 0,-4-1-164 0 0,-2 3-200 0 0,-4 0-224 0 0,-4-3-432 0 0,-7 2-804 0 0,-8-6-8893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28 932 8005 0 0,'4'-14'11291'0'0,"3"-6"-5669"0"0,25-95-4727 0 0,23-226-59 0 0,-50 283-557 0 0,-3 1 0 0 0,-2-1-1 0 0,-15-111 1 0 0,14 161-199 0 0,0-1 76 0 0,0 0 0 0 0,-1 1 0 0 0,0 0 1 0 0,0-1-1 0 0,-1 1 0 0 0,0 0 0 0 0,0 0 1 0 0,-9-14-1 0 0,12 21-142 0 0,-1 1 0 0 0,1 0 0 0 0,-1 0 0 0 0,1 0 0 0 0,-1-1 0 0 0,1 1 0 0 0,-1 0 0 0 0,1 0 0 0 0,-1 0 0 0 0,1 0 0 0 0,-1 0 0 0 0,1 0 0 0 0,-1 0 0 0 0,1 0 0 0 0,-1 0 0 0 0,1 0 0 0 0,-1 0-1 0 0,1 0 1 0 0,-1 0 0 0 0,1 1 0 0 0,-1-1 0 0 0,1 0 0 0 0,0 0 0 0 0,-1 1 0 0 0,1-1 0 0 0,-1 0 0 0 0,1 0 0 0 0,-1 1 0 0 0,1-1 0 0 0,0 0 0 0 0,-1 1 0 0 0,1-1 0 0 0,0 1 0 0 0,0-1 0 0 0,-1 0 0 0 0,1 2 0 0 0,-12 13 120 0 0,12-15-130 0 0,-5 8 44 0 0,0 0 0 0 0,1 0 0 0 0,1 1 0 0 0,-1-1 0 0 0,1 1 0 0 0,1 0 0 0 0,-3 10 0 0 0,-5 64 129 0 0,8-59-129 0 0,-9 106 212 0 0,5 1-1 0 0,18 206 1 0 0,-8-300-205 0 0,14 57 0 0 0,-15-83-57 0 0,0 0 0 0 0,1 1-1 0 0,0-1 1 0 0,1-1 0 0 0,0 1-1 0 0,1-1 1 0 0,0 0-1 0 0,1 0 1 0 0,12 15 0 0 0,-16-23-9 0 0,-1 1 1 0 0,1-1-1 0 0,-1 0 0 0 0,1 0 1 0 0,0 0-1 0 0,0 0 1 0 0,0 0-1 0 0,0 0 1 0 0,1-1-1 0 0,-1 0 1 0 0,0 1-1 0 0,1-1 1 0 0,-1-1-1 0 0,1 1 1 0 0,-1 0-1 0 0,1-1 1 0 0,3 1-1 0 0,-2-2-11 0 0,0 1-1 0 0,0-1 1 0 0,0 0-1 0 0,0 0 1 0 0,-1-1 0 0 0,1 0-1 0 0,0 1 1 0 0,0-2-1 0 0,-1 1 1 0 0,8-5-1 0 0,1-3-59 0 0,0-1 0 0 0,0 0 0 0 0,-1 0 0 0 0,-1-2 0 0 0,0 1 0 0 0,11-17 0 0 0,-13 15-12 0 0,-1 1-1 0 0,0-1 0 0 0,-1-1 0 0 0,-1 1 1 0 0,0-1-1 0 0,-1 0 0 0 0,4-23 0 0 0,-2-2-230 0 0,3-68 0 0 0,-10 100 330 0 0,0-1 1 0 0,0 1-1 0 0,-1 0 0 0 0,0 0 1 0 0,-1 0-1 0 0,0-1 1 0 0,0 1-1 0 0,0 1 1 0 0,-1-1-1 0 0,-4-8 1 0 0,6 16 6 0 0,1-1 0 0 0,-1 1 0 0 0,0-1 1 0 0,1 1-1 0 0,-1-1 0 0 0,0 1 0 0 0,0-1 1 0 0,1 1-1 0 0,-1-1 0 0 0,0 1 0 0 0,0 0 1 0 0,0 0-1 0 0,1-1 0 0 0,-1 1 0 0 0,0 0 1 0 0,0 0-1 0 0,0 0 0 0 0,0 0 0 0 0,1 0 1 0 0,-1 0-1 0 0,0 0 0 0 0,0 0 0 0 0,0 0 1 0 0,0 1-1 0 0,0-1 0 0 0,1 0 0 0 0,-1 0 1 0 0,0 1-1 0 0,0-1 0 0 0,0 0 0 0 0,1 1 1 0 0,-1-1-1 0 0,0 1 0 0 0,1-1 0 0 0,-1 1 1 0 0,0 0-1 0 0,1-1 0 0 0,-1 1 0 0 0,0 0 1 0 0,-4 7 32 0 0,1 0-1 0 0,0 0 1 0 0,1 0 0 0 0,-1 0 0 0 0,2 1 0 0 0,-1-1 0 0 0,1 1 0 0 0,0-1 0 0 0,0 15-1 0 0,0-7 3 0 0,2 0-1 0 0,0-1 0 0 0,0 1 0 0 0,6 27 0 0 0,-5-36-31 0 0,1-1 0 0 0,0 0 0 0 0,0 1 0 0 0,0-1 0 0 0,1 0-1 0 0,-1 0 1 0 0,2-1 0 0 0,5 10 0 0 0,-7-12-11 0 0,0-1 0 0 0,0 0 0 0 0,0 0 0 0 0,1 0 1 0 0,-1 0-1 0 0,1 0 0 0 0,-1-1 0 0 0,1 1 0 0 0,-1-1 0 0 0,1 1 0 0 0,0-1 0 0 0,0 0 0 0 0,-1 0 0 0 0,1 0 0 0 0,0-1 1 0 0,0 1-1 0 0,0-1 0 0 0,0 1 0 0 0,0-1 0 0 0,0 0 0 0 0,4-1 0 0 0,4 0-7 0 0,0-2 0 0 0,-1 1-1 0 0,1-2 1 0 0,-1 1 0 0 0,0-1 0 0 0,0-1 0 0 0,0 0-1 0 0,0 0 1 0 0,-1-1 0 0 0,0 0 0 0 0,0-1 0 0 0,-1 0-1 0 0,0 0 1 0 0,10-11 0 0 0,-4 3-36 0 0,-1-1 0 0 0,0 0 1 0 0,-2-1-1 0 0,1 0 0 0 0,-2-1 0 0 0,14-33 1 0 0,-14 23-2 0 0,-1 0 0 0 0,-2-1 1 0 0,-1 0-1 0 0,-1-1 0 0 0,1-49 1 0 0,-6 23 139 0 0,-2 0 0 0 0,-10-59 0 0 0,11 108 17 0 0,0 0-1 0 0,-1 0 0 0 0,0 0 0 0 0,0 0 1 0 0,-6-13-1 0 0,8 20-105 0 0,0 0-1 0 0,0 0 1 0 0,-1-1 0 0 0,1 1-1 0 0,0 0 1 0 0,0 0 0 0 0,-1-1-1 0 0,1 1 1 0 0,0 0 0 0 0,0 0-1 0 0,-1 0 1 0 0,1-1 0 0 0,0 1 0 0 0,-1 0-1 0 0,1 0 1 0 0,0 0 0 0 0,0 0-1 0 0,-1 0 1 0 0,1 0 0 0 0,0 0-1 0 0,-1-1 1 0 0,1 1 0 0 0,0 0 0 0 0,-1 0-1 0 0,1 0 1 0 0,0 0 0 0 0,-1 1-1 0 0,1-1 1 0 0,0 0 0 0 0,-1 0-1 0 0,1 0 1 0 0,0 0 0 0 0,-1 0 0 0 0,1 0-1 0 0,0 0 1 0 0,-1 1 0 0 0,1-1-1 0 0,0 0 1 0 0,0 0 0 0 0,-1 0-1 0 0,1 1 1 0 0,0-1 0 0 0,0 0-1 0 0,-1 0 1 0 0,1 1 0 0 0,0-1 0 0 0,-10 12 117 0 0,3 2-64 0 0,1 0 0 0 0,0 0 0 0 0,1 0 0 0 0,0 1 0 0 0,1-1-1 0 0,-4 29 1 0 0,6-29-32 0 0,-34 235 225 0 0,21 287 35 0 0,20-423-267 0 0,6-1-1 0 0,40 187 1 0 0,-48-289-34 0 0,-1 2-27 0 0,2 0 0 0 0,-1-1 0 0 0,6 13 1 0 0,-9-24 27 0 0,0 0 0 0 0,1 1 0 0 0,-1-1 0 0 0,0 0 0 0 0,0 1 0 0 0,0-1 0 0 0,0 0 0 0 0,1 1 0 0 0,-1-1 0 0 0,0 0 0 0 0,0 0 0 0 0,1 1 0 0 0,-1-1 0 0 0,0 0 1 0 0,0 0-1 0 0,1 0 0 0 0,-1 1 0 0 0,0-1 0 0 0,1 0 0 0 0,-1 0 0 0 0,0 0 0 0 0,1 0 0 0 0,-1 0 0 0 0,0 1 0 0 0,1-1 0 0 0,-1 0 0 0 0,0 0 0 0 0,1 0 0 0 0,-1 0 0 0 0,0 0 1 0 0,1 0-1 0 0,-1 0 0 0 0,0 0 0 0 0,1 0 0 0 0,-1-1 0 0 0,0 1 0 0 0,1 0 0 0 0,-1 0 0 0 0,0 0 0 0 0,1 0 0 0 0,-1 0 0 0 0,0-1 0 0 0,1 1 0 0 0,-1 0 0 0 0,0 0 0 0 0,0 0 1 0 0,1-1-1 0 0,-1 1 0 0 0,0 0 0 0 0,0 0 0 0 0,1-1 0 0 0,-1 1 0 0 0,0 0 0 0 0,0-1 0 0 0,0 1 0 0 0,0 0 0 0 0,1-1 0 0 0,10-19-222 0 0,-11 19 247 0 0,3-6-62 0 0,-1-1-1 0 0,-1 0 0 0 0,1 0 1 0 0,-1 0-1 0 0,-1 0 1 0 0,1-1-1 0 0,-1 1 1 0 0,-1 0-1 0 0,0 0 0 0 0,0 0 1 0 0,-4-15-1 0 0,0-8-73 0 0,-24-124-327 0 0,17 102 191 0 0,3 0 0 0 0,-6-93 0 0 0,16 138 217 0 0,-1 0 0 0 0,1 0 0 0 0,1 0 0 0 0,-1 0 0 0 0,1 1 1 0 0,1-1-1 0 0,-1 1 0 0 0,1-1 0 0 0,1 1 0 0 0,-1 0 0 0 0,1 0 1 0 0,6-7-1 0 0,6-7-102 0 0,1 1 1 0 0,26-24-1 0 0,-2 1-24 0 0,-23 26 73 0 0,-1-2 0 0 0,-1-1-1 0 0,-1 0 1 0 0,-1-1 0 0 0,-1 0 0 0 0,0-1 0 0 0,13-33 0 0 0,-19 30 84 0 0,0 0 0 0 0,-1-1-1 0 0,-2 1 1 0 0,0-1 0 0 0,-2 0 0 0 0,-1 0 0 0 0,-4-43 0 0 0,-3 11 375 0 0,-3 0 0 0 0,-21-71-1 0 0,24 112-37 0 0,0 0-1 0 0,-10-19 0 0 0,7 15 235 0 0,9 21-549 0 0,-1 0 0 0 0,1-1 0 0 0,0 1 0 0 0,0 0 1 0 0,0 0-1 0 0,0 0 0 0 0,-1 0 0 0 0,1-1 0 0 0,0 1 0 0 0,0 0 0 0 0,0 0 1 0 0,-1 0-1 0 0,1 0 0 0 0,0 0 0 0 0,0 0 0 0 0,-1 0 0 0 0,1-1 1 0 0,0 1-1 0 0,0 0 0 0 0,-1 0 0 0 0,1 0 0 0 0,0 0 0 0 0,0 0 0 0 0,-1 0 1 0 0,1 0-1 0 0,0 0 0 0 0,0 0 0 0 0,-1 0 0 0 0,1 1 0 0 0,0-1 1 0 0,0 0-1 0 0,-1 0 0 0 0,1 0 0 0 0,0 0 0 0 0,0 0 0 0 0,-1 0 0 0 0,1 0 1 0 0,0 1-1 0 0,0-1 0 0 0,0 0 0 0 0,-1 0 0 0 0,1 0 0 0 0,0 1 0 0 0,0-1 1 0 0,0 0-1 0 0,0 0 0 0 0,0 0 0 0 0,-1 1 0 0 0,1-1 0 0 0,0 0 1 0 0,-3 11 50 0 0,1 0 0 0 0,0 0 0 0 0,1 0 1 0 0,0 1-1 0 0,1-1 0 0 0,1 12 0 0 0,9 74 142 0 0,-6-66-166 0 0,39 214 181 0 0,-8-57-162 0 0,-31-157-130 0 0,0 3-299 0 0,2 0 0 0 0,1-1 0 0 0,17 47-1 0 0,-22-74-502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17 134 5184 0 0,'-13'-11'13160'0'0,"10"4"-5981"0"0,8 1-4428 0 0,9-2-3467 0 0,-14 8 714 0 0,25-11 406 0 0,2 1 1 0 0,47-12-1 0 0,-16 5-416 0 0,-47 14-190 0 0,25-10-314 0 0,-18 0-2712 0 0,-13 1-7262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0 5885 0 0,'-2'0'7497'0'0,"-12"2"4184"0"0,6 6-10757 0 0,6-6-152 0 0,-2 8 1789 0 0,4-4-2301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11 696 10797 0 0,'1'9'14444'0'0,"13"-31"-14092"0"0,-1 0 0 0 0,-1 0 1 0 0,-2-1-1 0 0,0-1 0 0 0,-1 0 0 0 0,-1 0 0 0 0,-1 0 1 0 0,-2-1-1 0 0,0 0 0 0 0,1-37 0 0 0,-3 11-226 0 0,-3-1 1 0 0,-3 1-1 0 0,-1-1 0 0 0,-14-63 1 0 0,18 114-122 0 0,-2-10 106 0 0,-1 0 0 0 0,1 0 0 0 0,-2 0 0 0 0,1 0 0 0 0,-7-12-1 0 0,9 21 50 0 0,-3 6-91 0 0,-1 4-40 0 0,0 0 0 0 0,0-1 0 0 0,1 2 0 0 0,0-1 0 0 0,0 0-1 0 0,1 1 1 0 0,0 0 0 0 0,-2 12 0 0 0,-4 26 73 0 0,3 0-1 0 0,2 1 1 0 0,2 62-1 0 0,25 142 119 0 0,-18-218-201 0 0,15 53 0 0 0,-16-74-31 0 0,1 0 0 0 0,0 0 0 0 0,0-1 0 0 0,2 0 0 0 0,-1 0 0 0 0,17 22 0 0 0,-21-31-2 0 0,1-1 0 0 0,-1 1 0 0 0,0 0 0 0 0,1-1 0 0 0,-1 0 0 0 0,1 1 0 0 0,0-1 0 0 0,0 0 0 0 0,0 0 0 0 0,0-1 0 0 0,0 1 0 0 0,0-1 0 0 0,1 1 0 0 0,-1-1 0 0 0,0 0-1 0 0,1 0 1 0 0,-1-1 0 0 0,1 1 0 0 0,-1-1 0 0 0,1 1 0 0 0,-1-1 0 0 0,1 0 0 0 0,-1-1 0 0 0,1 1 0 0 0,-1 0 0 0 0,1-1 0 0 0,-1 0 0 0 0,0 0 0 0 0,1 0 0 0 0,-1 0 0 0 0,0-1 0 0 0,0 1 0 0 0,0-1 0 0 0,1 0 0 0 0,4-4 0 0 0,1 0-49 0 0,-1-1 1 0 0,0-1 0 0 0,0 1 0 0 0,-1-1 0 0 0,0-1 0 0 0,0 1 0 0 0,-1-1 0 0 0,0 0 0 0 0,-1-1 0 0 0,8-17-1 0 0,-7 10 0 0 0,-1 0-1 0 0,0 0 1 0 0,-2-1-1 0 0,0 0 1 0 0,1-22-1 0 0,-4 26 43 0 0,1 0 0 0 0,-2 1 0 0 0,0-1 0 0 0,-1 0-1 0 0,0 0 1 0 0,-1 0 0 0 0,-6-19 0 0 0,8 31 27 0 0,0 0-1 0 0,0 0 1 0 0,0 0 0 0 0,0 0 0 0 0,0 0-1 0 0,0 1 1 0 0,0-1 0 0 0,-1 0 0 0 0,1 1 0 0 0,-1-1-1 0 0,1 1 1 0 0,-1-1 0 0 0,0 1 0 0 0,1 0 0 0 0,-1-1-1 0 0,0 1 1 0 0,0 0 0 0 0,0 0 0 0 0,0 1-1 0 0,0-1 1 0 0,-3-1 0 0 0,4 2 21 0 0,-3 2 9 0 0,0-1-24 0 0,1 1 1 0 0,0 0-1 0 0,-1 0 1 0 0,1 1-1 0 0,0-1 1 0 0,0 0-1 0 0,0 1 1 0 0,0 0-1 0 0,1 0 1 0 0,-1 0-1 0 0,1 0 1 0 0,0 0-1 0 0,0 0 1 0 0,0 1-1 0 0,0-1 1 0 0,0 1-1 0 0,1-1 1 0 0,0 1-1 0 0,0 0 1 0 0,-2 5-1 0 0,2-2-1 0 0,1-1-1 0 0,-1 1 1 0 0,1 0-1 0 0,0 0 0 0 0,1-1 1 0 0,-1 1-1 0 0,1 0 0 0 0,1 0 1 0 0,-1-1-1 0 0,1 1 1 0 0,4 7-1 0 0,-5-11-10 0 0,0 0 0 0 0,1 0 0 0 0,-1-1 0 0 0,1 1 0 0 0,0-1 0 0 0,-1 0 0 0 0,1 1 0 0 0,0-1 0 0 0,1 0 0 0 0,-1 0 0 0 0,0 0-1 0 0,1 0 1 0 0,-1-1 0 0 0,1 1 0 0 0,-1-1 0 0 0,1 1 0 0 0,0-1 0 0 0,0 0 0 0 0,0 0 0 0 0,-1 0 0 0 0,1 0 0 0 0,0-1 0 0 0,0 1 0 0 0,0-1 0 0 0,0 0 0 0 0,0 0 0 0 0,6 0 0 0 0,2-2-9 0 0,-1 0 1 0 0,0 0 0 0 0,1-1 0 0 0,-1-1-1 0 0,0 1 1 0 0,-1-2 0 0 0,1 1-1 0 0,-1-1 1 0 0,0-1 0 0 0,14-10-1 0 0,-11 7-23 0 0,0-1 1 0 0,-1-1-1 0 0,0 0 0 0 0,-1 0 0 0 0,0-1 0 0 0,14-22 0 0 0,-16 18-6 0 0,0-1-1 0 0,0 0 1 0 0,-2-1-1 0 0,0 1 1 0 0,-1-1-1 0 0,-1-1 1 0 0,-1 1-1 0 0,2-26 1 0 0,-2-18 50 0 0,-6-70 0 0 0,3 127-3 0 0,-1-8 123 0 0,1 0 1 0 0,-2 1-1 0 0,1-1 0 0 0,-2 1 1 0 0,0-1-1 0 0,0 1 1 0 0,-6-12-1 0 0,8 22 25 0 0,-9 12 92 0 0,2-5-197 0 0,4 2-6 0 0,-1 1 1 0 0,2-1 0 0 0,-1 1 0 0 0,1 0 0 0 0,0 0 0 0 0,-3 15 0 0 0,2-9-6 0 0,-12 45 92 0 0,4 2 1 0 0,-9 96 0 0 0,8 126 44 0 0,10-180-136 0 0,0-22-31 0 0,4 1 0 0 0,3-1 0 0 0,20 116 0 0 0,-22-188-33 0 0,0 1 1 0 0,0-1 0 0 0,1 0 0 0 0,0 1 0 0 0,0-1 0 0 0,1-1-1 0 0,9 17 1 0 0,-13-25 15 0 0,1 0 0 0 0,-1 1 0 0 0,0-1-1 0 0,1 0 1 0 0,-1 1 0 0 0,0-1 0 0 0,1 0-1 0 0,-1 1 1 0 0,1-1 0 0 0,-1 0 0 0 0,0 1 0 0 0,1-1-1 0 0,-1 0 1 0 0,1 0 0 0 0,-1 0 0 0 0,1 0-1 0 0,-1 1 1 0 0,1-1 0 0 0,-1 0 0 0 0,1 0 0 0 0,-1 0-1 0 0,1 0 1 0 0,-1 0 0 0 0,0 0 0 0 0,1 0-1 0 0,-1 0 1 0 0,1 0 0 0 0,-1 0 0 0 0,1-1 0 0 0,-1 1-1 0 0,1 0 1 0 0,-1 0 0 0 0,1 0 0 0 0,-1-1-1 0 0,1 1 1 0 0,-1 0 0 0 0,0 0 0 0 0,1-1 0 0 0,-1 1-1 0 0,0 0 1 0 0,1-1 0 0 0,-1 1 0 0 0,1-1-1 0 0,0 0-8 0 0,1-1-1 0 0,-1 0 1 0 0,0 0-1 0 0,0 0 1 0 0,0 0 0 0 0,0 0-1 0 0,0 0 1 0 0,0 0-1 0 0,0-2 1 0 0,2-10-30 0 0,-1 0 0 0 0,-1 0 0 0 0,0 0 1 0 0,-1 0-1 0 0,-2-20 0 0 0,-14-74-107 0 0,9 69 82 0 0,-12-40-73 0 0,13 60 18 0 0,1-1 0 0 0,1 1 0 0 0,1-1 0 0 0,0 1 0 0 0,2-1 0 0 0,1-39 0 0 0,2 48 19 0 0,1 0 0 0 0,0 1 0 0 0,0 0 0 0 0,1-1 0 0 0,0 1 0 0 0,1 1 0 0 0,1-1 0 0 0,9-14 0 0 0,9-7-246 0 0,30-30 0 0 0,-5 5 50 0 0,-33 37 272 0 0,-2-1 0 0 0,0 0 0 0 0,-2-1-1 0 0,0 0 1 0 0,-1-1 0 0 0,-1-1 0 0 0,7-24-1 0 0,-13 31 167 0 0,0-1 0 0 0,-1 1-1 0 0,0-1 1 0 0,-1 0-1 0 0,-1 0 1 0 0,-1 0 0 0 0,0 1-1 0 0,-2-1 1 0 0,1 0-1 0 0,-2 0 1 0 0,-5-18 0 0 0,4 22 74 0 0,3 7-48 0 0,0 1-1 0 0,-1 0 1 0 0,1 0-1 0 0,-1-1 1 0 0,0 1-1 0 0,-1 0 1 0 0,1 1-1 0 0,-6-9 1 0 0,7 12 145 0 0,0 3-290 0 0,1-1-1 0 0,0 1 1 0 0,0 0 0 0 0,-1-1 0 0 0,1 1 0 0 0,-1 0 0 0 0,0-1 0 0 0,1 1 0 0 0,-1-1 0 0 0,0 0 0 0 0,-1 3 0 0 0,-3 5 21 0 0,2 7 10 0 0,0 0 1 0 0,1 1 0 0 0,1-1-1 0 0,0 1 1 0 0,2 20-1 0 0,0-14-11 0 0,4 60 59 0 0,32 157 0 0 0,-27-188-137 0 0,-9-45-2 0 0,1 7-175 0 0,1 0 1 0 0,0 1 0 0 0,1-1 0 0 0,1 0 0 0 0,7 16 0 0 0,-6-23-1693 0 0,-2-4-2160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82 10281 0 0,'-8'-5'9113'0'0,"-4"1"-2181"0"0,33-10-6292 0 0,-2 9-183 0 0,3-3-181 0 0,11 0-176 0 0,-9 2-184 0 0,-2-1-188 0 0,4 0-241 0 0,-5 2-1071 0 0,2-2-3148 0 0,-8 2-1541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 72 8205 0 0,'-2'-1'6300'0'0,"1"-1"-5527"0"0,-1 1 1 0 0,1 0-1 0 0,-1 0 1 0 0,1 0-1 0 0,-1 0 1 0 0,0 0-1 0 0,0 0 1 0 0,0 0-1 0 0,1 0 1 0 0,-1 1-1 0 0,0-1 1 0 0,-3 0-1 0 0,-29 4 4373 0 0,32-3-5092 0 0,1 0 20 0 0,1 1-1 0 0,-1-1 1 0 0,0 0 0 0 0,0 0-1 0 0,0 1 1 0 0,0-1 0 0 0,0 1-1 0 0,0-1 1 0 0,1 0 0 0 0,-1 1-1 0 0,0 0 1 0 0,0-1 0 0 0,0 1-1 0 0,1-1 1 0 0,-2 2 0 0 0,2-1 348 0 0,25-2-377 0 0,-23 1-46 0 0,-1 0 1 0 0,0 0 0 0 0,1 0-1 0 0,-1-1 1 0 0,0 1-1 0 0,1 0 1 0 0,-1-1 0 0 0,0 1-1 0 0,0-1 1 0 0,1 0 0 0 0,-1 1-1 0 0,0-1 1 0 0,0 0 0 0 0,0 0-1 0 0,0 1 1 0 0,0-1 0 0 0,0 0-1 0 0,0 0 1 0 0,0 0 0 0 0,0 0-1 0 0,0 0 1 0 0,-1-1 0 0 0,1 1-1 0 0,0 0 1 0 0,-1 0 0 0 0,2-3-1 0 0,-2 2-22 0 0,1-1-1 0 0,0 0 1 0 0,-1 1 0 0 0,1-1-1 0 0,-1 0 1 0 0,0 1-1 0 0,0-6 1 0 0,0 7-22 0 0,0 1 1 0 0,1-1 0 0 0,-2 0-1 0 0,1 0 1 0 0,0 0 0 0 0,0 1-1 0 0,0-1 1 0 0,0 0-1 0 0,0 0 1 0 0,-1 1 0 0 0,1-1-1 0 0,0 0 1 0 0,0 0 0 0 0,-1 1-1 0 0,1-1 1 0 0,-1 0-1 0 0,1 1 1 0 0,-1-1 0 0 0,1 0-1 0 0,-1 1 1 0 0,1-1-1 0 0,-1 1 1 0 0,0-1 0 0 0,1 1-1 0 0,-1-1 1 0 0,0 1 0 0 0,1-1-1 0 0,-1 1 1 0 0,-1-1-1 0 0,1 1-735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1 809 8997 0 0,'0'3'5628'0'0,"0"0"-4023"0"0,0 15 9759 0 0,11-39-11131 0 0,0 0 0 0 0,-2 0 0 0 0,-1-1 0 0 0,-1 0 1 0 0,0-1-1 0 0,3-28 0 0 0,12-147-118 0 0,-18 109 54 0 0,-11-122 0 0 0,4 186 131 0 0,-2 0 0 0 0,-12-40 1 0 0,17 64-287 0 0,0 0 250 0 0,-3 4-190 0 0,0 2-54 0 0,0-1 0 0 0,0 1 0 0 0,0 0-1 0 0,1 0 1 0 0,0 0 0 0 0,0 1 0 0 0,1-1 0 0 0,-3 11-1 0 0,-3 52 106 0 0,5-41-85 0 0,-1 64 145 0 0,4 0 0 0 0,16 113 0 0 0,-15-183-167 0 0,1-1 1 0 0,0 0-1 0 0,2 0 1 0 0,0 0-1 0 0,2 0 1 0 0,13 28-1 0 0,-18-42-20 0 0,1-1 0 0 0,0 0 0 0 0,0 0 0 0 0,1 0 0 0 0,0 0-1 0 0,-1 0 1 0 0,2 0 0 0 0,-1-1 0 0 0,0 0 0 0 0,1 0 0 0 0,0 0 0 0 0,0-1-1 0 0,0 0 1 0 0,0 0 0 0 0,1 0 0 0 0,-1 0 0 0 0,1-1 0 0 0,0 0 0 0 0,-1 0 0 0 0,1 0-1 0 0,0-1 1 0 0,0 0 0 0 0,0 0 0 0 0,0 0 0 0 0,0-1 0 0 0,9-1 0 0 0,-3 0-30 0 0,0-1 0 0 0,0-1 1 0 0,0 0-1 0 0,0-1 0 0 0,0 0 1 0 0,-1-1-1 0 0,0 0 0 0 0,0-1 1 0 0,0 0-1 0 0,0-1 0 0 0,-1 0 1 0 0,-1 0-1 0 0,1-1 0 0 0,-1 0 1 0 0,14-17-1 0 0,-16 17 3 0 0,0 0 0 0 0,-1-1 0 0 0,0 0-1 0 0,0 0 1 0 0,-1-1 0 0 0,0 0 0 0 0,-1 1 0 0 0,0-1 0 0 0,0-1-1 0 0,-1 1 1 0 0,-1-1 0 0 0,0 1 0 0 0,0-1 0 0 0,-1 0 0 0 0,0 1-1 0 0,-1-1 1 0 0,0 0 0 0 0,-3-14 0 0 0,3 20 51 0 0,-1 0 0 0 0,0 0 0 0 0,-1 0 1 0 0,1 0-1 0 0,-1 1 0 0 0,0-1 0 0 0,0 0 0 0 0,0 1 1 0 0,-1-1-1 0 0,0 1 0 0 0,1 0 0 0 0,-2 0 0 0 0,1 0 1 0 0,0 0-1 0 0,-1 1 0 0 0,-5-6 0 0 0,8 9-12 0 0,0-1-1 0 0,0 1 1 0 0,0-1-1 0 0,-1 1 0 0 0,1-1 1 0 0,0 1-1 0 0,0-1 1 0 0,0 1-1 0 0,0 0 1 0 0,0 0-1 0 0,0 0 1 0 0,-1 0-1 0 0,1-1 0 0 0,0 1 1 0 0,0 1-1 0 0,0-1 1 0 0,0 0-1 0 0,-1 0 1 0 0,1 0-1 0 0,0 1 1 0 0,0-1-1 0 0,-1 1 1 0 0,0 0-1 0 0,0 0 1 0 0,0 1 0 0 0,0-1 0 0 0,0 1 0 0 0,0-1-1 0 0,1 1 1 0 0,-1 0 0 0 0,1-1 0 0 0,-1 1 0 0 0,-1 3 0 0 0,0 0 2 0 0,0 1-1 0 0,0-1 1 0 0,1 0 0 0 0,0 1 0 0 0,0 0 0 0 0,0-1 0 0 0,-1 12 0 0 0,2-4 1 0 0,1 0 0 0 0,0 0 1 0 0,1 0-1 0 0,0 0 0 0 0,1 0 0 0 0,4 17 1 0 0,-4-25-18 0 0,-1 0 0 0 0,1 0 1 0 0,0 0-1 0 0,1 0 1 0 0,-1 0-1 0 0,1-1 1 0 0,0 1-1 0 0,0-1 1 0 0,0 0-1 0 0,1 0 1 0 0,-1 0-1 0 0,1 0 1 0 0,0 0-1 0 0,0-1 1 0 0,0 0-1 0 0,1 0 1 0 0,9 5-1 0 0,-9-6-11 0 0,0-1-1 0 0,0 1 0 0 0,0-1 1 0 0,0 0-1 0 0,0-1 0 0 0,1 1 1 0 0,-1-1-1 0 0,0 0 0 0 0,0 0 1 0 0,1-1-1 0 0,-1 1 0 0 0,0-1 1 0 0,0-1-1 0 0,0 1 0 0 0,0-1 1 0 0,7-2-1 0 0,0-2-59 0 0,1 0 0 0 0,-1-1 0 0 0,0 0 0 0 0,19-15 1 0 0,-22 14-5 0 0,0-1 0 0 0,-1 0 1 0 0,0 0-1 0 0,0-1 1 0 0,-1 0-1 0 0,0-1 1 0 0,-1 1-1 0 0,0-1 1 0 0,-1 0-1 0 0,6-16 1 0 0,0-9-273 0 0,14-71-1 0 0,-9-42-225 0 0,-13 106 474 0 0,-2-115 463 0 0,0 157-317 0 0,-1-1 1 0 0,0 1-1 0 0,0 0 1 0 0,0-1-1 0 0,0 1 1 0 0,0-1-1 0 0,0 1 1 0 0,0-1 0 0 0,0 1-1 0 0,0 0 1 0 0,-1-1-1 0 0,1 1 1 0 0,-1 0-1 0 0,1-1 1 0 0,-1 1-1 0 0,1 0 1 0 0,-1 0-1 0 0,0-1 1 0 0,0 1 0 0 0,1 0-1 0 0,-1 0 1 0 0,0 0-1 0 0,0 0 1 0 0,0 0-1 0 0,0 0 1 0 0,-1 0-1 0 0,1 0 1 0 0,-2 0-1 0 0,0 3 157 0 0,-6 15-79 0 0,1-1 0 0 0,1 1 0 0 0,0 1 0 0 0,2-1-1 0 0,0 1 1 0 0,-5 32 0 0 0,5-26-54 0 0,-61 384 567 0 0,55-293-498 0 0,7 181-1 0 0,7-254-122 0 0,1 0 1 0 0,14 55-1 0 0,-18-97-13 0 0,13 41-27 0 0,-12-39 19 0 0,0 0 0 0 0,-1 0-1 0 0,1-1 1 0 0,0 1-1 0 0,0 0 1 0 0,1-1-1 0 0,-1 1 1 0 0,0-1-1 0 0,0 1 1 0 0,1-1-1 0 0,-1 0 1 0 0,1 0-1 0 0,-1 0 1 0 0,1 1-1 0 0,-1-1 1 0 0,1-1 0 0 0,0 1-1 0 0,3 1 1 0 0,-1-4-64 0 0,0-3 43 0 0,0-1 1 0 0,0 1 0 0 0,0-1-1 0 0,-1 0 1 0 0,0 0 0 0 0,0-1 0 0 0,0 1-1 0 0,-1 0 1 0 0,0-1 0 0 0,0 0-1 0 0,-1 1 1 0 0,0-1 0 0 0,0 0-1 0 0,0 0 1 0 0,-1-11 0 0 0,-1-12-54 0 0,0 1 0 0 0,-8-39 1 0 0,-2 14-56 0 0,-27-78 0 0 0,25 93 83 0 0,10 31 38 0 0,1 1 0 0 0,0-1 0 0 0,1 0 0 0 0,-1 1 0 0 0,2-1 0 0 0,-1-12 0 0 0,1 17 6 0 0,1-1 1 0 0,-1 0-1 0 0,1 1 1 0 0,0-1 0 0 0,1 0-1 0 0,-1 1 1 0 0,0-1-1 0 0,1 1 1 0 0,0-1-1 0 0,0 1 1 0 0,0 0-1 0 0,0 0 1 0 0,0 0-1 0 0,1 0 1 0 0,3-3-1 0 0,101-83-343 0 0,-73 63 112 0 0,52-50 0 0 0,-77 66 181 0 0,1-1 0 0 0,-1 0-1 0 0,-1-1 1 0 0,0 0 0 0 0,-1 0-1 0 0,0 0 1 0 0,-1-1 0 0 0,0 0-1 0 0,4-16 1 0 0,-5 10 58 0 0,-1 0 0 0 0,-1-1 1 0 0,0 0-1 0 0,-2 1 0 0 0,-1-39 0 0 0,-1 43 136 0 0,-1 1 0 0 0,0 0 0 0 0,-1 0 0 0 0,0 0 0 0 0,-1 1 0 0 0,-1-1-1 0 0,0 1 1 0 0,-1 0 0 0 0,-9-14 0 0 0,1 9 312 0 0,14 17-429 0 0,-1 1 0 0 0,1-1-1 0 0,0 1 1 0 0,-1-1 0 0 0,1 1 0 0 0,-1-1 0 0 0,1 1-1 0 0,-1-1 1 0 0,1 1 0 0 0,-1 0 0 0 0,1-1 0 0 0,-1 1-1 0 0,1 0 1 0 0,-1-1 0 0 0,1 1 0 0 0,-1 0 0 0 0,0 0-1 0 0,1 0 1 0 0,-1 0 0 0 0,1-1 0 0 0,-1 1 0 0 0,0 0-1 0 0,1 0 1 0 0,-1 0 0 0 0,0 0 0 0 0,1 0 0 0 0,-1 0-1 0 0,1 1 1 0 0,-1-1 0 0 0,0 0 0 0 0,1 0 0 0 0,-1 0-1 0 0,1 0 1 0 0,-1 1 0 0 0,0-1 0 0 0,0 1 0 0 0,-2 3 12 0 0,0 0 0 0 0,1 0 0 0 0,-1 1 0 0 0,1-1 0 0 0,0 1 0 0 0,0 0 0 0 0,0 0 0 0 0,0 0 1 0 0,1 0-1 0 0,0 0 0 0 0,0 0 0 0 0,1 0 0 0 0,-1 9 0 0 0,1 10 42 0 0,4 37-1 0 0,10 34 38 0 0,34 121-1 0 0,24 0-318 0 0,-70-210 179 0 0,-1-3-188 0 0,-1-2 75 0 0,1 1 0 0 0,-1-1 0 0 0,0 1 0 0 0,1-1 0 0 0,-1 0 0 0 0,1 0 0 0 0,0 1 0 0 0,-1-1 0 0 0,1 0 0 0 0,0 0 0 0 0,0 0 0 0 0,0 1 0 0 0,0-1 0 0 0,-1 0 0 0 0,2 0 0 0 0,0 1 0 0 0,0-6-4112 0 0,7-15-2253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11.4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10693 0 0,'0'-1'4702'0'0,"2"-9"1985"0"0,13 5-5751 0 0,1 0-1 0 0,1 0 1 0 0,-1 2-1 0 0,30-3 1 0 0,71 1 446 0 0,-99 4-3643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26.34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24 27 10237 0 0,'-17'-2'17873'0'0,"11"2"-14632"0"0,11 3-3104 0 0,3 1-99 0 0,1 0 1 0 0,-1-1-1 0 0,1 0 1 0 0,0 0-1 0 0,0-1 1 0 0,0-1-1 0 0,0 1 1 0 0,0-1-1 0 0,10-1 1 0 0,330-23 75 0 0,-143 5-175 0 0,-170 17 23 0 0,40-6-129 0 0,-74 7 177 0 0,0-1 1 0 0,1 1-1 0 0,-1 0 0 0 0,0-1 1 0 0,0 1-1 0 0,0 0 1 0 0,0 1-1 0 0,1-1 0 0 0,-1 0 1 0 0,0 1-1 0 0,0-1 1 0 0,0 1-1 0 0,0-1 0 0 0,0 1 1 0 0,0 0-1 0 0,0 0 1 0 0,0 0-1 0 0,3 3 0 0 0,-4-3-14 0 0,-1 1-75 0 0,-1 10 88 0 0,-1-10 3 0 0,-3 7 5 0 0,1 0 0 0 0,0 1 0 0 0,0-1 0 0 0,0 1 0 0 0,2-1 0 0 0,-4 19 0 0 0,-6 66 44 0 0,11-91-58 0 0,-20 423 324 0 0,22-377-291 0 0,-1 16 40 0 0,12 75 0 0 0,-9-105-35 0 0,-3-33-34 0 0,-10 1-786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27.3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219 112 5613 0 0,'0'0'12047'0'0,"0"-2"-10611"0"0,1-8-234 0 0,0 7 691 0 0,20-38 4021 0 0,-15 33-5647 0 0,0 0 1 0 0,1 0 0 0 0,-1 1 0 0 0,1 0 0 0 0,13-10-1 0 0,-19 16 405 0 0,-5 5-600 0 0,-242 175 1027 0 0,229-166-960 0 0,-10 8 439 0 0,44-10-366 0 0,-11-10-195 0 0,0 0 0 0 0,0 1 0 0 0,0-1 0 0 0,0 1-1 0 0,-1 0 1 0 0,1 1 0 0 0,0-1 0 0 0,6 5 0 0 0,-1 1 27 0 0,0 1 0 0 0,17 17 0 0 0,-2-2-356 0 0,-20-19-139 0 0,1 1 1 0 0,-1 0-1 0 0,0 0 0 0 0,0 0 0 0 0,0 1 0 0 0,-1 0 0 0 0,0 0 1 0 0,-1 0-1 0 0,1 1 0 0 0,-1-1 0 0 0,3 10 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39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81 10141 0 0,'-2'0'8284'0'0,"-12"0"-3065"0"0,2 2 1354 0 0,34 3-5437 0 0,50 1-1520 0 0,294-41 562 0 0,-36 2-186 0 0,54 22-233 0 0,-285 8 108 0 0,-90-2 653 0 0,-7 2-1223 0 0,-25 0-8254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39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1944 0 0,'0'-6'22914'0'0,"17"2"-18923"0"0,9 0-6939 0 0,-13 3 5160 0 0,-3 1-1952 0 0,60 3 1076 0 0,-65-3-1246 0 0,1 1-1 0 0,-1 0 0 0 0,1 0 1 0 0,-1 1-1 0 0,0 0 1 0 0,0 0-1 0 0,1 0 1 0 0,-1 0-1 0 0,-1 1 0 0 0,6 3 1 0 0,-9-5-82 0 0,0 0-1 0 0,0 0 1 0 0,0 0 0 0 0,0 0-1 0 0,0 0 1 0 0,0 1 0 0 0,-1-1 0 0 0,1 0-1 0 0,0 1 1 0 0,-1-1 0 0 0,1 1 0 0 0,-1-1-1 0 0,1 0 1 0 0,-1 1 0 0 0,0-1-1 0 0,0 1 1 0 0,1-1 0 0 0,-1 1 0 0 0,0-1-1 0 0,0 1 1 0 0,-1-1 0 0 0,1 1 0 0 0,0-1-1 0 0,0 1 1 0 0,-1-1 0 0 0,1 1 0 0 0,-1-1-1 0 0,1 1 1 0 0,-1-1 0 0 0,0 0-1 0 0,1 1 1 0 0,-1-1 0 0 0,0 0 0 0 0,0 0-1 0 0,-1 2 1 0 0,-4 5-136 0 0,-1 1-1 0 0,0-1 1 0 0,-13 11-1 0 0,19-18 115 0 0,-54 46-2328 0 0,26-23-2204 0 0,-1 0-1867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57.79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10 150 7781 0 0,'-1'-1'10680'0'0,"-8"-5"-687"0"0,9 6-9962 0 0,1 1 1 0 0,-1-1-1 0 0,0 0 0 0 0,0 0 0 0 0,0 0 1 0 0,0 0-1 0 0,0 0 0 0 0,0 0 1 0 0,0 0-1 0 0,0 0 0 0 0,0 0 1 0 0,0 0-1 0 0,0 0 0 0 0,1 0 1 0 0,-1 0-1 0 0,0 0 0 0 0,0 0 1 0 0,0 0-1 0 0,0 0 0 0 0,0-1 0 0 0,0 1 1 0 0,0 0-1 0 0,0 0 0 0 0,0 0 1 0 0,0 0-1 0 0,0 0 0 0 0,0 0 1 0 0,0 0-1 0 0,0 0 0 0 0,1 0 1 0 0,-1 0-1 0 0,0 0 0 0 0,0 0 0 0 0,0 0 1 0 0,0 0-1 0 0,0 0 0 0 0,0 0 1 0 0,0 0-1 0 0,0-1 0 0 0,0 1 1 0 0,0 0-1 0 0,0 0 0 0 0,0 0 1 0 0,0 0-1 0 0,0 0 0 0 0,0 0 0 0 0,0 0 1 0 0,0 0-1 0 0,0 0 0 0 0,0 0 1 0 0,0 0-1 0 0,0-1 0 0 0,0 1 1 0 0,0 0-1 0 0,0 0 0 0 0,0 0 1 0 0,0 0-1 0 0,0 0 0 0 0,0 0 0 0 0,15-3 746 0 0,33-1-756 0 0,-23 1 224 0 0,135-21-17 0 0,-20 2-141 0 0,46-3-9 0 0,228-22 40 0 0,-358 42-104 0 0,-19 1-32 0 0,39 1 0 0 0,-66 4 16 0 0,-8-1-2 0 0,3 0 762 0 0,-1 0-3016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59.2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0 626 4496 0 0,'7'17'25001'0'0,"-3"-40"-24820"0"0,0 0 0 0 0,-2 0-1 0 0,0 0 1 0 0,-2 0 0 0 0,-3-34-1 0 0,0-26-32 0 0,9-18 53 0 0,28-143-1 0 0,-33 240-188 0 0,1-3-56 0 0,5-15 3 0 0,-6 12-1113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8:59.6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148 99 3796 0 0,'0'-2'5627'0'0,"3"-11"2419"0"0,-2 11-6525 0 0,13-80 9690 0 0,-20 86-11036 0 0,-2 2-92 0 0,0 0 1 0 0,0 1-1 0 0,1-1 0 0 0,0 2 0 0 0,0-1 1 0 0,-8 13-1 0 0,-37 61 474 0 0,15-22-208 0 0,26-43-176 0 0,14-21-48 0 0,15-28-73 0 0,-8 12-11 0 0,0 0-1 0 0,2 1 1 0 0,0 0 0 0 0,29-34-1 0 0,-40 51-35 0 0,1 1 0 0 0,0 1 0 0 0,1-1 0 0 0,-1 0 1 0 0,0 0-1 0 0,0 1 0 0 0,1-1 0 0 0,-1 1 0 0 0,1 0 0 0 0,-1 0 0 0 0,1 0 0 0 0,-1 0 0 0 0,1 0 0 0 0,0 1 0 0 0,-1-1 0 0 0,1 1 0 0 0,0-1 0 0 0,0 1 0 0 0,-1 0 0 0 0,1 0 0 0 0,0 0 0 0 0,0 1 0 0 0,0-1 0 0 0,4 2 0 0 0,3 2-156 0 0,0 0 0 0 0,-1 1 0 0 0,0 0-1 0 0,0 0 1 0 0,11 9 0 0 0,-10-7-1885 0 0,1 0 0 0 0,15 7-1 0 0,-5-6-4473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3:10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5328 0 0,'0'0'14260'0'0,"10"-16"-3817"0"0,-1 158-9800 0 0,0 7-468 0 0,5 65 45 0 0,4 37 33 0 0,14-52-161 0 0,-30-180-81 0 0,-1 0-8 0 0,6 115 8 0 0,-2-91-8 0 0,-5-42-3 0 0,1 1-2 0 0,0 5 4 0 0,0-5-4 0 0,-1 0 5 0 0,2 5 0 0 0,-2-6-5 0 0,1 1 4 0 0,2 3 0 0 0,-3-3 14 0 0,-21-7-8912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3:11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49 8941 0 0,'-11'-9'10933'0'0,"8"4"-6869"0"0,-3-4-760 0 0,5 8-2902 0 0,0 0 0 0 0,0-1 0 0 0,0 1 0 0 0,1-1 0 0 0,-1 1 0 0 0,1-1 0 0 0,-1 0 0 0 0,1 1 0 0 0,-1-1 0 0 0,1 0 0 0 0,0 1 0 0 0,-1-3 0 0 0,17 13-395 0 0,0 0 0 0 0,-1 1 0 0 0,-1 0 0 0 0,0 1 1 0 0,20 20-1 0 0,61 77 29 0 0,-79-82-31 0 0,-12-22-3 0 0,-3-3-6 0 0,-1-6-971 0 0,3-12 282 0 0,0-1 0 0 0,2 1 0 0 0,-1 1-1 0 0,2-1 1 0 0,0 1 0 0 0,11-19 0 0 0,-6 10 645 0 0,12-30 1563 0 0,-22 53 71 0 0,-5 6-1428 0 0,-6 7-119 0 0,0 1 0 0 0,1 1-1 0 0,-8 14 1 0 0,-19 26-934 0 0,11-20-1759 0 0,14-18-2004 0 0,1-3-1579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23 5641 0 0,'-1'-2'795'0'0,"0"1"1"0"0,-1-1-1 0 0,1 0 1 0 0,0 1-1 0 0,-1-1 1 0 0,1 1-1 0 0,-1 0 1 0 0,0-1-1 0 0,1 1 1 0 0,-1 0-1 0 0,0 0 1 0 0,0 0-1 0 0,0 0 1 0 0,1 0-1 0 0,-1 1 1 0 0,0-1 0 0 0,0 0-1 0 0,-4 0 1 0 0,3 1-320 0 0,0 0 0 0 0,-1 0 0 0 0,1 1 0 0 0,0-1 0 0 0,0 1 0 0 0,-1-1 0 0 0,1 1 0 0 0,0 0 1 0 0,0 0-1 0 0,-5 3 0 0 0,-2 2-112 0 0,0 0 1 0 0,0 0 0 0 0,1 1 0 0 0,0 0 0 0 0,-14 15-1 0 0,4 0-77 0 0,1 2 0 0 0,1 0-1 0 0,1 0 1 0 0,1 1-1 0 0,1 1 1 0 0,1 1 0 0 0,1 0-1 0 0,2 1 1 0 0,-9 37 0 0 0,12-37-183 0 0,1-1 1 0 0,1 1-1 0 0,2 0 1 0 0,1 0-1 0 0,1 0 1 0 0,3 29-1 0 0,-1-43-80 0 0,1 0 0 0 0,1 0 0 0 0,0 1 0 0 0,1-2 0 0 0,0 1 0 0 0,1 0 0 0 0,1-1 0 0 0,0 0 0 0 0,0 0 0 0 0,2-1 0 0 0,-1 0 0 0 0,2 0 0 0 0,17 19 0 0 0,-17-22-41 0 0,-1-2 0 0 0,1 1 0 0 0,1-1 0 0 0,-1-1 0 0 0,1 1 0 0 0,0-2 0 0 0,1 1 0 0 0,20 6 0 0 0,-15-7-118 0 0,1-1 1 0 0,-1-1 0 0 0,1 0-1 0 0,-1-1 1 0 0,25-1 0 0 0,-33-1-58 0 0,-1-1 0 0 0,0 0 0 0 0,1 0 1 0 0,-1 0-1 0 0,13-5 0 0 0,16-8-4691 0 0,-31 11 3624 0 0,19-7-5182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42 5725 0 0,'-3'-4'2998'0'0,"0"-1"0"0"0,0 1 0 0 0,-1 0 1 0 0,0 1-1 0 0,-5-6 0 0 0,-11-3 2065 0 0,19 11-3895 0 0,-3 15-389 0 0,-2 6-422 0 0,10 48 78 0 0,3 0 0 0 0,26 108 0 0 0,-11-61-295 0 0,22 86-327 0 0,-40-190-1027 0 0,-6-19-1778 0 0,-3-16-1207 0 0,-1 1-2241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42 448 19234 0 0,'-7'-70'3968'0'0,"-21"-99"0"0"0,25 157-3692 0 0,2 1 0 0 0,0-1 0 0 0,0 0 0 0 0,1 1 1 0 0,0-1-1 0 0,1 0 0 0 0,4-20 0 0 0,-4 27-230 0 0,0 0 1 0 0,1-1-1 0 0,-1 1 0 0 0,1 0 0 0 0,0 0 0 0 0,1 0 1 0 0,-1 1-1 0 0,1-1 0 0 0,0 0 0 0 0,0 1 1 0 0,0 0-1 0 0,0 0 0 0 0,1 0 0 0 0,0 0 1 0 0,0 0-1 0 0,0 1 0 0 0,0-1 0 0 0,10-4 0 0 0,-13 7-43 0 0,1 0-1 0 0,-1 1 1 0 0,1-1-1 0 0,0 1 1 0 0,-1-1-1 0 0,1 1 1 0 0,0-1-1 0 0,-1 1 0 0 0,1 0 1 0 0,0 0-1 0 0,0 0 1 0 0,-1 0-1 0 0,1 0 1 0 0,0 0-1 0 0,0 1 1 0 0,-1-1-1 0 0,1 0 0 0 0,0 1 1 0 0,-1 0-1 0 0,1-1 1 0 0,-1 1-1 0 0,3 1 1 0 0,-2 0-5 0 0,1 0 0 0 0,0 0 1 0 0,-1 1-1 0 0,0-1 0 0 0,1 1 0 0 0,-1 0 1 0 0,0 0-1 0 0,0-1 0 0 0,-1 1 1 0 0,3 5-1 0 0,2 6-16 0 0,-1 1 0 0 0,-1 0-1 0 0,5 26 1 0 0,-6-17 11 0 0,-1 0 0 0 0,-2 0 0 0 0,0-1 0 0 0,-1 1 0 0 0,-2 0 0 0 0,0 0 0 0 0,-2-1 0 0 0,0 1 0 0 0,-2-1 0 0 0,-16 38 0 0 0,19-42-275 0 0,4-19 271 0 0,0 0 0 0 0,1 1 0 0 0,-1-1 0 0 0,0 1 1 0 0,0-1-1 0 0,0 0 0 0 0,1 1 0 0 0,-1-1 0 0 0,0 0 0 0 0,1 1 1 0 0,-1-1-1 0 0,0 0 0 0 0,1 0 0 0 0,-1 1 0 0 0,0-1 0 0 0,1 0 0 0 0,-1 0 1 0 0,1 1-1 0 0,-1-1 0 0 0,0 0 0 0 0,1 0 0 0 0,-1 0 0 0 0,1 0 1 0 0,-1 0-1 0 0,1 0 0 0 0,0 0 0 0 0,1 1 46 0 0,16-1 271 0 0,-5 6-83 0 0,0 1 0 0 0,0 0-1 0 0,-1 1 1 0 0,0 1-1 0 0,16 14 1 0 0,22 15 42 0 0,-32-25-204 0 0,-14-10-81 0 0,1 1 0 0 0,-1-1 0 0 0,0 0 0 0 0,1 0 0 0 0,0-1 0 0 0,0 1 0 0 0,0-1 0 0 0,0 0-1 0 0,0 0 1 0 0,0-1 0 0 0,7 2 0 0 0,-11-3-35 0 0,3 0-101 0 0,0 0 0 0 0,1 0 0 0 0,-1 0 1 0 0,0 0-1 0 0,0-1 0 0 0,0 1 1 0 0,0-1-1 0 0,0 0 0 0 0,0-1 0 0 0,5-1 1 0 0,10-13-5994 0 0,-10 4-256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58 4756 0 0,'-19'-28'13976'0'0,"16"25"-13011"0"0,0 0 1 0 0,0 0 0 0 0,0 0 0 0 0,-1 0 0 0 0,1 1 0 0 0,-5-3 0 0 0,6 4-783 0 0,0 0 1 0 0,-1 0-1 0 0,1 0 0 0 0,0 0 1 0 0,-1 1-1 0 0,1-1 1 0 0,-1 1-1 0 0,1-1 1 0 0,-1 1-1 0 0,1 0 1 0 0,0 0-1 0 0,-1 0 1 0 0,1 0-1 0 0,-1 0 1 0 0,1 1-1 0 0,-1-1 1 0 0,1 1-1 0 0,0 0 1 0 0,-1-1-1 0 0,1 1 1 0 0,0 0-1 0 0,0 0 1 0 0,-1 1-1 0 0,1-1 1 0 0,0 0-1 0 0,-3 3 1 0 0,0 1-103 0 0,1 0 0 0 0,0-1 1 0 0,-1 2-1 0 0,2-1 0 0 0,-1 0 1 0 0,0 1-1 0 0,1-1 0 0 0,0 1 1 0 0,1 0-1 0 0,-1 0 0 0 0,1 1 1 0 0,0-1-1 0 0,1 0 0 0 0,-1 1 1 0 0,1-1-1 0 0,1 1 0 0 0,-1 8 1 0 0,1 1-36 0 0,0-1 0 0 0,2 1 0 0 0,-1-1 0 0 0,2 0 0 0 0,0 0 0 0 0,7 21 0 0 0,-3-21-26 0 0,-1 0 0 0 0,2 0 0 0 0,0-1-1 0 0,0 0 1 0 0,2 0 0 0 0,0-1 0 0 0,0 0 0 0 0,1-1 0 0 0,24 21 0 0 0,-28-26-18 0 0,1-1 0 0 0,0 0 0 0 0,0-1 0 0 0,0 0 0 0 0,1 0 1 0 0,0 0-1 0 0,0-1 0 0 0,0-1 0 0 0,0 1 0 0 0,0-2 0 0 0,1 1 0 0 0,0-1 1 0 0,-1 0-1 0 0,1-1 0 0 0,0-1 0 0 0,0 1 0 0 0,19-3 0 0 0,-25 1-4 0 0,0 1-1 0 0,1-1 0 0 0,-1-1 0 0 0,0 1 0 0 0,0-1 1 0 0,-1 1-1 0 0,1-1 0 0 0,0 0 0 0 0,0-1 1 0 0,-1 1-1 0 0,0-1 0 0 0,1 1 0 0 0,-1-1 0 0 0,0 0 1 0 0,0 0-1 0 0,0 0 0 0 0,-1-1 0 0 0,1 1 1 0 0,-1-1-1 0 0,3-5 0 0 0,-2 2 1 0 0,-1 1 1 0 0,0-1-1 0 0,0 1 1 0 0,-1-1-1 0 0,0 0 1 0 0,0 1-1 0 0,0-1 0 0 0,-1 0 1 0 0,0 0-1 0 0,-1 0 1 0 0,1 1-1 0 0,-3-10 1 0 0,-1 0 6 0 0,0-1 1 0 0,-2 1-1 0 0,0 0 0 0 0,-1 0 1 0 0,0 1-1 0 0,-1 0 1 0 0,-1 0-1 0 0,0 1 1 0 0,-17-19-1 0 0,19 24-3 0 0,0 2 0 0 0,-1-1 1 0 0,0 1-1 0 0,0 0 0 0 0,-1 1 0 0 0,0 0 0 0 0,-11-5 0 0 0,14 8-8 0 0,0 0 1 0 0,0 1-1 0 0,-1 0 0 0 0,1 0 1 0 0,0 1-1 0 0,-1-1 1 0 0,0 1-1 0 0,1 1 0 0 0,-1-1 1 0 0,1 1-1 0 0,-1 1 0 0 0,-8 0 1 0 0,11 0-21 0 0,-1 0-1 0 0,1 1 1 0 0,0-1 0 0 0,0 1 0 0 0,0 0 0 0 0,1 0 0 0 0,-1 0 0 0 0,0 0 0 0 0,1 1 0 0 0,-1-1-1 0 0,1 1 1 0 0,0 0 0 0 0,0 0 0 0 0,-5 5 0 0 0,-11 23-1523 0 0,8 2-3566 0 0,7-10-1389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110 123 7801 0 0,'24'-36'9709'0'0,"6"-20"-3359"0"0,-29 55-6202 0 0,-1 0 0 0 0,1 0 0 0 0,-1 1 0 0 0,1-1 0 0 0,-1 0 0 0 0,0 0 0 0 0,1 0 0 0 0,-1 0 0 0 0,0 0 0 0 0,0 0 0 0 0,0 0 0 0 0,1 0 0 0 0,-1 1 0 0 0,0-1 0 0 0,0 0 0 0 0,0 0 0 0 0,-1 0 0 0 0,1 0 0 0 0,0 0 0 0 0,0 0 0 0 0,0 0 0 0 0,-1 0 0 0 0,1 0 0 0 0,0 0 0 0 0,-1 0 0 0 0,0-1 0 0 0,0 1-50 0 0,-1 1 1 0 0,1-1-1 0 0,0 1 0 0 0,0-1 1 0 0,0 1-1 0 0,-1-1 1 0 0,1 1-1 0 0,0 0 1 0 0,-1 0-1 0 0,1-1 1 0 0,0 1-1 0 0,0 0 0 0 0,-1 0 1 0 0,1 0-1 0 0,0 0 1 0 0,-3 1-1 0 0,-3 1 62 0 0,-1-1-1 0 0,1 1 1 0 0,-1 1 0 0 0,1-1-1 0 0,-11 6 1 0 0,11-3-46 0 0,-5 2 91 0 0,0 0-1 0 0,-15 13 1 0 0,24-18-181 0 0,1 0 0 0 0,0 0-1 0 0,0 0 1 0 0,0 0 0 0 0,0 0 0 0 0,0 0 0 0 0,1 1 0 0 0,-1-1 0 0 0,1 1-1 0 0,-1-1 1 0 0,1 1 0 0 0,0-1 0 0 0,0 1 0 0 0,0 0 0 0 0,1 0 0 0 0,-1 0-1 0 0,0 4 1 0 0,1-4-21 0 0,1 0 0 0 0,0 0 0 0 0,-1 0 0 0 0,1 0 0 0 0,0 0 0 0 0,0 0 0 0 0,1-1 0 0 0,-1 1 0 0 0,1-1 0 0 0,-1 1 0 0 0,1-1 0 0 0,0 1 0 0 0,0-1 0 0 0,0 0 0 0 0,0 0 0 0 0,2 2 0 0 0,40 29-24 0 0,-43-32 21 0 0,131 73-30 0 0,-52-31 87 0 0,-75-41-37 0 0,-1 1-1 0 0,1 0 1 0 0,-1 0 0 0 0,0 0 0 0 0,0 1-1 0 0,0-1 1 0 0,-1 1 0 0 0,1 0-1 0 0,-1 0 1 0 0,0 1 0 0 0,0-1 0 0 0,-1 0-1 0 0,5 10 1 0 0,-6-12-6 0 0,0 1 0 0 0,-1 0 0 0 0,1 0 0 0 0,0 0 0 0 0,-1 0 0 0 0,0 0 0 0 0,0 0 0 0 0,0 0 0 0 0,0 0 0 0 0,0 0 0 0 0,-1 0 0 0 0,1 0 0 0 0,-1 0 0 0 0,0 0 0 0 0,0 0 0 0 0,0 0 0 0 0,0 0 0 0 0,0-1 0 0 0,-1 1 0 0 0,1 0 0 0 0,-1-1 1 0 0,0 1-1 0 0,0-1 0 0 0,0 0 0 0 0,-3 3 0 0 0,-4 3-13 0 0,-2 0 0 0 0,1-1 0 0 0,-1 0 0 0 0,0-1 1 0 0,-1 0-1 0 0,1-1 0 0 0,-1-1 0 0 0,0 1 0 0 0,0-2 1 0 0,0 0-1 0 0,-1 0 0 0 0,1-1 0 0 0,-1-1 0 0 0,-15 0 1 0 0,24-1-29 0 0,0 0 0 0 0,-1 0 1 0 0,1 0-1 0 0,0-1 0 0 0,0 0 1 0 0,0 0-1 0 0,0 0 0 0 0,0-1 1 0 0,0 1-1 0 0,0-1 0 0 0,0 0 1 0 0,0 0-1 0 0,0 0 0 0 0,-5-5 1 0 0,7 5-166 0 0,0 0-1 0 0,0 0 1 0 0,0 0 0 0 0,1-1 0 0 0,-1 1 0 0 0,0 0-1 0 0,1-1 1 0 0,0 1 0 0 0,-2-5 0 0 0,2 4-508 0 0,0-1-1 0 0,0 1 1 0 0,1 0 0 0 0,-1-1 0 0 0,1 1 0 0 0,0-1 0 0 0,0 1 0 0 0,1-7 0 0 0,1-5-5727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57 5004 0 0,'4'-4'2013'0'0,"0"0"-1"0"0,-1-1 0 0 0,0 1 0 0 0,0-1 0 0 0,-1 0 0 0 0,1 0 0 0 0,-1 0 0 0 0,0 0 1 0 0,2-10 2758 0 0,-9 17-4112 0 0,-2 1-479 0 0,1 0 0 0 0,-1 1-1 0 0,1 0 1 0 0,0 0 0 0 0,0 0 0 0 0,1 1 0 0 0,-1-1-1 0 0,1 1 1 0 0,0 1 0 0 0,0-1 0 0 0,-7 12 0 0 0,10-15-159 0 0,0 2 0 0 0,0-1 0 0 0,0 0 0 0 0,1 0 0 0 0,0 0 0 0 0,-1 1 0 0 0,1-1 0 0 0,0 1 1 0 0,0-1-1 0 0,1 1 0 0 0,-1 0 0 0 0,1-1 0 0 0,0 1 0 0 0,0-1 0 0 0,0 1 0 0 0,0 0 1 0 0,1-1-1 0 0,-1 1 0 0 0,1-1 0 0 0,0 1 0 0 0,0-1 0 0 0,0 1 0 0 0,1-1 0 0 0,-1 0 1 0 0,1 0-1 0 0,0 1 0 0 0,3 3 0 0 0,18 20 9 0 0,2-2 0 0 0,0-1 1 0 0,2-1-1 0 0,57 38 0 0 0,25 21 338 0 0,-106-80-345 0 0,-1 1 1 0 0,1 0-1 0 0,-1-1 1 0 0,1 1 0 0 0,-1 0-1 0 0,0 0 1 0 0,0 0-1 0 0,0 1 1 0 0,0-1-1 0 0,-1 0 1 0 0,0 1 0 0 0,1-1-1 0 0,-1 1 1 0 0,0-1-1 0 0,0 6 1 0 0,-1-8-17 0 0,0 1 1 0 0,0 0-1 0 0,0 0 0 0 0,0-1 0 0 0,-1 1 1 0 0,1 0-1 0 0,0-1 0 0 0,-1 1 0 0 0,0-1 1 0 0,1 1-1 0 0,-1 0 0 0 0,0-1 1 0 0,0 0-1 0 0,0 1 0 0 0,0-1 0 0 0,0 1 1 0 0,0-1-1 0 0,0 0 0 0 0,0 0 1 0 0,-1 0-1 0 0,1 1 0 0 0,0-1 0 0 0,-1 0 1 0 0,1-1-1 0 0,-1 1 0 0 0,1 0 1 0 0,-1 0-1 0 0,1-1 0 0 0,-1 1 0 0 0,1-1 1 0 0,-1 1-1 0 0,-2 0 0 0 0,-6 1 2 0 0,0 0 0 0 0,1-1 1 0 0,-21 1-1 0 0,21-2 6 0 0,-1 0 1 0 0,0-1 0 0 0,1-1 0 0 0,-1 1 0 0 0,1-1-1 0 0,0-1 1 0 0,0 0 0 0 0,-1 0 0 0 0,2-1 0 0 0,-16-8-1 0 0,18 8-263 0 0,1 0-1 0 0,-1 0 0 0 0,1 0 0 0 0,0-1 0 0 0,0 0 1 0 0,-8-9-1 0 0,10 9-489 0 0,0 0 1 0 0,0 1-1 0 0,1-1 0 0 0,-1 0 1 0 0,1 0-1 0 0,0 0 0 0 0,1 0 1 0 0,-1-1-1 0 0,0-6 0 0 0,1-3-5669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 8149 0 0,'-3'-17'16741'0'0,"3"17"-16602"0"0,0 0 0 0 0,0 0 0 0 0,0 0 0 0 0,-1 0 0 0 0,1 0 0 0 0,0 0 0 0 0,0 0 0 0 0,0 0 0 0 0,-1 0 0 0 0,1 0-1 0 0,0 0 1 0 0,0 0 0 0 0,0 0 0 0 0,-1 0 0 0 0,1 1 0 0 0,0-1 0 0 0,0 0 0 0 0,0 0 0 0 0,0 0 0 0 0,-1 0 0 0 0,1 0 0 0 0,0 0-1 0 0,0 0 1 0 0,0 1 0 0 0,0-1 0 0 0,-1 0 0 0 0,1 0 0 0 0,0 0 0 0 0,0 0 0 0 0,0 1 0 0 0,0-1 0 0 0,0 0 0 0 0,0 0 0 0 0,0 0-1 0 0,-1 0 1 0 0,1 1 0 0 0,0-1 0 0 0,0 0 0 0 0,0 1 0 0 0,-1 2-82 0 0,0 0 0 0 0,0 0 0 0 0,0 0 0 0 0,0 0 0 0 0,0 0 0 0 0,0 1-1 0 0,1-1 1 0 0,0 0 0 0 0,0 6 0 0 0,8 70 363 0 0,4-1 1 0 0,37 133-1 0 0,-49-207-632 0 0,1 0 0 0 0,1 1 0 0 0,-1-1 0 0 0,1 0 0 0 0,0 0 0 0 0,-1-1 0 0 0,2 1 0 0 0,-1 0 0 0 0,0 0 0 0 0,1-1 0 0 0,0 0 0 0 0,3 4 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26 1488 0 0,'-1'-5'13427'0'0,"-5"-15"-2120"0"0,5 20-11186 0 0,1 0-1 0 0,0 0 1 0 0,-1 0 0 0 0,1 0 0 0 0,-1 0 0 0 0,1 0 0 0 0,-1 0 0 0 0,1 0-1 0 0,-1 0 1 0 0,1 0 0 0 0,-1 0 0 0 0,1 0 0 0 0,-1 0 0 0 0,1 0 0 0 0,-1 0-1 0 0,1 1 1 0 0,-1-1 0 0 0,1 0 0 0 0,-1 0 0 0 0,1 1 0 0 0,0-1 0 0 0,-1 0-1 0 0,1 0 1 0 0,0 1 0 0 0,-1-1 0 0 0,1 1 0 0 0,-1-1 0 0 0,-6 18 1061 0 0,1 27-931 0 0,6-38 113 0 0,-3 37-189 0 0,1 1 0 0 0,3-1 0 0 0,2 1 0 0 0,2-1 0 0 0,1 0 0 0 0,17 59 0 0 0,-3-46-458 0 0,-19-56 90 0 0,-2-9-7167 0 0,-5-32 870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2 136 676 0 0,'1'-34'12374'0'0,"0"-3"-4398"0"0,-3 5-3578 0 0,1 31-4245 0 0,1 0 0 0 0,0-1 0 0 0,0 1 0 0 0,-1 0 0 0 0,1 0 0 0 0,0-1 1 0 0,0 1-1 0 0,0 0 0 0 0,0 0 0 0 0,1-1 0 0 0,-1 1 0 0 0,0 0 0 0 0,0 0 1 0 0,1 0-1 0 0,-1-1 0 0 0,1 1 0 0 0,-1 0 0 0 0,1 0 0 0 0,1-2 0 0 0,-1 2-71 0 0,0 1 0 0 0,-1-1-1 0 0,1 0 1 0 0,0 1 0 0 0,0-1-1 0 0,0 1 1 0 0,0 0 0 0 0,0-1-1 0 0,0 1 1 0 0,0 0 0 0 0,0-1-1 0 0,0 1 1 0 0,0 0 0 0 0,0 0-1 0 0,0 0 1 0 0,0 0 0 0 0,0 0-1 0 0,2 0 1 0 0,1 1 11 0 0,0 0 1 0 0,0 0-1 0 0,0 0 1 0 0,0 0-1 0 0,0 0 1 0 0,-1 1-1 0 0,1 0 1 0 0,-1 0-1 0 0,1 0 1 0 0,5 4-1 0 0,5 9 68 0 0,-1-1-1 0 0,-1 1 1 0 0,0 1-1 0 0,10 19 1 0 0,2 2 16 0 0,4 2-23 0 0,62 88 94 0 0,-62-98-1160 0 0,-27-31 808 0 0,1 0 1 0 0,-1 1 0 0 0,0-1 0 0 0,0 0-1 0 0,0 0 1 0 0,0 0 0 0 0,0 1 0 0 0,0-1 0 0 0,0 0-1 0 0,-1 0 1 0 0,1 0 0 0 0,-1 0 0 0 0,0-1 0 0 0,1 1-1 0 0,-1-3 1 0 0,-4-32-4124 0 0,3 27 2118 0 0,-3-15-4305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41 186 22354 0 0,'-4'-35'866'0'0,"-12"-42"1"0"0,-4 5 3939 0 0,20 70-2615 0 0,3 10-1951 0 0,13 37 9 0 0,-2 2 1 0 0,-2-1 0 0 0,-2 1 0 0 0,7 89-1 0 0,-15-106-223 0 0,0-21-77 0 0,-1 1-1 0 0,-1 0 1 0 0,0 0-1 0 0,0-1 1 0 0,-2 11-1 0 0,-4-14 84 0 0,3-5-1148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18 9313 0 0,'0'-3'5388'0'0,"0"3"-4935"0"0,0-1 1 0 0,0 1 0 0 0,0-1 0 0 0,0 0 0 0 0,0 1 0 0 0,-1-1-1 0 0,1 1 1 0 0,0-1 0 0 0,0 1 0 0 0,0-1 0 0 0,0 0-1 0 0,-1 1 1 0 0,1-1 0 0 0,0 1 0 0 0,-1-1 0 0 0,1 1-1 0 0,0 0 1 0 0,-1-1 0 0 0,1 1 0 0 0,-1-1 0 0 0,1 1 0 0 0,-1 0-1 0 0,1-1 1 0 0,-1 1 0 0 0,0-1 0 0 0,-5 0-562 0 0,3 0 1176 0 0,-1 4-193 0 0,-6 7-548 0 0,0 0 0 0 0,0 1 0 0 0,1 0 0 0 0,1 1 1 0 0,0-1-1 0 0,0 2 0 0 0,1-1 0 0 0,-8 20 0 0 0,5-8-189 0 0,1 1 1 0 0,1 0-1 0 0,1 0 0 0 0,-3 26 0 0 0,7-33-107 0 0,1 0 0 0 0,1 0 0 0 0,1 1 0 0 0,0-1 0 0 0,1 0 0 0 0,1 0 0 0 0,1 0 0 0 0,1 0 0 0 0,0-1 0 0 0,1 1 0 0 0,12 25 0 0 0,-13-37-40 0 0,1 1 0 0 0,0 0 0 0 0,0-1-1 0 0,0 0 1 0 0,1 0 0 0 0,0-1 0 0 0,0 0 0 0 0,0 0-1 0 0,1 0 1 0 0,0-1 0 0 0,0 0 0 0 0,0 0 0 0 0,0 0-1 0 0,1-1 1 0 0,0-1 0 0 0,15 5 0 0 0,-18-6-23 0 0,1 1 0 0 0,-1-1 0 0 0,1 0-1 0 0,-1-1 1 0 0,1 1 0 0 0,0-1 0 0 0,-1 0 0 0 0,1 0 0 0 0,0-1 0 0 0,-1 0 0 0 0,1 0 0 0 0,-1 0 0 0 0,1-1 0 0 0,-1 0-1 0 0,1 0 1 0 0,-1 0 0 0 0,0 0 0 0 0,0-1 0 0 0,0 0 0 0 0,0 0 0 0 0,-1 0 0 0 0,1-1 0 0 0,-1 0 0 0 0,7-7 0 0 0,-9 7 7 0 0,1 0 1 0 0,-1-1-1 0 0,0 1 1 0 0,0-1-1 0 0,0 0 1 0 0,0 1-1 0 0,-1-1 1 0 0,0 0-1 0 0,0 0 1 0 0,0 0-1 0 0,-1 0 1 0 0,0 0-1 0 0,0 0 1 0 0,0 0-1 0 0,0 0 1 0 0,-1 0-1 0 0,0 0 1 0 0,0 0-1 0 0,0 0 1 0 0,-1 0 0 0 0,0 0-1 0 0,-2-4 1 0 0,-5-12-7 0 0,-2 0 1 0 0,0 1 0 0 0,-20-26-1 0 0,30 44 27 0 0,-25-31-19 0 0,17 23-18 0 0,2 0 0 0 0,-14-20-1 0 0,21 29 13 0 0,0 1-1 0 0,-1-1 1 0 0,1 1-1 0 0,0-1 1 0 0,0 1-1 0 0,-1-1 1 0 0,1 0-1 0 0,0 1 1 0 0,0-1-1 0 0,0 1 1 0 0,0-1-1 0 0,0 1 1 0 0,0-1-1 0 0,0 0 1 0 0,0 1-1 0 0,0-1 1 0 0,0 1 0 0 0,0-1-1 0 0,0 1 1 0 0,0-1-1 0 0,0 0 1 0 0,1 1-1 0 0,-1-1 1 0 0,0 1-1 0 0,0-1 1 0 0,1 1-1 0 0,-1-2 1 0 0,1 2-20 0 0,1-1 0 0 0,-1 0 0 0 0,0 0 0 0 0,0 1 0 0 0,0-1 0 0 0,0 0 0 0 0,0 1 0 0 0,1-1 0 0 0,-1 1 0 0 0,0-1 0 0 0,1 1 0 0 0,0 0 0 0 0,44-2-706 0 0,-37 2 645 0 0,51-5 554 0 0,-59 4-106 0 0,0 1-280 0 0,0 0 1 0 0,0 0 0 0 0,-1 0 0 0 0,1 0 0 0 0,0 0-1 0 0,0 0 1 0 0,0 0 0 0 0,-1 0 0 0 0,1 1 0 0 0,0-1-1 0 0,0 0 1 0 0,0 0 0 0 0,-1 1 0 0 0,1-1 0 0 0,0 0-1 0 0,-1 1 1 0 0,1-1 0 0 0,0 1 0 0 0,-1-1 0 0 0,1 1-1 0 0,0-1 1 0 0,-1 1 0 0 0,1 0 0 0 0,-1-1 0 0 0,1 1-1 0 0,-1-1 1 0 0,0 1 0 0 0,1 0 0 0 0,-1 0 0 0 0,1 1-1 0 0,-2 68 214 0 0,0-12 146 0 0,2 1-1 0 0,2-1 1 0 0,13 68-1 0 0,20 58-417 0 0,-35-181-94 0 0,0-1 0 0 0,-1 1-1 0 0,1-1 1 0 0,-1 1 0 0 0,0 0 0 0 0,1-1 0 0 0,-1 1-1 0 0,-1-1 1 0 0,1 1 0 0 0,0 0 0 0 0,0-1 0 0 0,-1 1-1 0 0,0 0 1 0 0,1-1 0 0 0,-1 1 0 0 0,0-1-1 0 0,0 0 1 0 0,-1 1 0 0 0,-1 2 0 0 0,-11-1-10323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30 4692 0 0,'-1'0'10827'0'0,"-12"0"-2522"0"0,12 1-8232 0 0,1-1 0 0 0,-1 0 0 0 0,0 0 1 0 0,0 0-1 0 0,0 0 0 0 0,0 0 0 0 0,1-1 0 0 0,-1 1 0 0 0,0 0 0 0 0,0 0 0 0 0,0 0 0 0 0,1-1 0 0 0,-1 1 0 0 0,0 0 0 0 0,0-1 1 0 0,1 1-1 0 0,-1-1 0 0 0,0 1 0 0 0,1-1 0 0 0,-1 1 0 0 0,0-1 0 0 0,1 1 0 0 0,-1-1 0 0 0,1 0 0 0 0,-1 1 0 0 0,1-1 0 0 0,-1 0 1 0 0,1 1-1 0 0,0-1 0 0 0,-1 0 0 0 0,1 0 0 0 0,0 1 0 0 0,-1-3 0 0 0,-32-9 1469 0 0,32 11-1517 0 0,-1 1 0 0 0,1 0 0 0 0,-1 0 0 0 0,1 0 1 0 0,-1 0-1 0 0,1 1 0 0 0,-1-1 0 0 0,1 0 0 0 0,-1 0 1 0 0,1 1-1 0 0,-1-1 0 0 0,1 1 0 0 0,-1 0 1 0 0,1-1-1 0 0,0 1 0 0 0,-1 0 0 0 0,1 0 0 0 0,0 0 1 0 0,0 0-1 0 0,0 0 0 0 0,-1 0 0 0 0,1 0 0 0 0,0 0 1 0 0,0 0-1 0 0,1 0 0 0 0,-2 2 0 0 0,1-1-2 0 0,-9 11-166 0 0,12-35 192 0 0,-2 21-42 0 0,0 1 1 0 0,0 0-1 0 0,0-1 1 0 0,0 1-1 0 0,0-1 1 0 0,0 1-1 0 0,0-1 1 0 0,0 1-1 0 0,-1-1 0 0 0,1 1 1 0 0,0-1-1 0 0,0 1 1 0 0,0 0-1 0 0,-1-1 1 0 0,1 1-1 0 0,0-1 1 0 0,0 1-1 0 0,-1 0 0 0 0,1-1 1 0 0,0 1-1 0 0,-1 0 1 0 0,1-1-1 0 0,0 1 1 0 0,-1 0-1 0 0,1 0 1 0 0,-1-1-1 0 0,1 1 1 0 0,0 0-1 0 0,-1 0 0 0 0,1 0 1 0 0,-1-1-1 0 0,1 1 1 0 0,-1 0-1 0 0,-15 0 229 0 0,5 2-148 0 0,0 1 1 0 0,1 1-1 0 0,0 0 1 0 0,0 0 0 0 0,0 1-1 0 0,-17 11 1 0 0,2 1 140 0 0,-32 28 0 0 0,48-37-195 0 0,0 0 0 0 0,1 1 0 0 0,0 0 0 0 0,0 1 0 0 0,1 0 0 0 0,0 0 0 0 0,1 0 0 0 0,0 1 0 0 0,1 0 0 0 0,0 0 0 0 0,0 0 0 0 0,2 1 0 0 0,-1 0 0 0 0,1 0 0 0 0,1-1 0 0 0,0 1 0 0 0,1 1 0 0 0,0-1 0 0 0,1 0 0 0 0,0 0 0 0 0,1 0 0 0 0,0 0 0 0 0,6 21 0 0 0,-1-11-51 0 0,0-1 1 0 0,2 1-1 0 0,1-1 1 0 0,0-1-1 0 0,2 1 1 0 0,0-2-1 0 0,1 1 1 0 0,1-2 0 0 0,1 0-1 0 0,1 0 1 0 0,0-1-1 0 0,1-1 1 0 0,27 21-1 0 0,130 73-210 0 0,-130-85 187 0 0,-1 1 0 0 0,75 62-1 0 0,-105-77 42 0 0,0 0 0 0 0,-1 1 1 0 0,0 1-1 0 0,-1 0 0 0 0,-1 0 0 0 0,0 1 0 0 0,0 0 1 0 0,8 21-1 0 0,-12-23 19 0 0,-1 0 0 0 0,0 0 0 0 0,-1 0 0 0 0,0 1 0 0 0,-1 0 0 0 0,-1-1 1 0 0,0 1-1 0 0,0 0 0 0 0,-1 0 0 0 0,-1 0 0 0 0,-3 15 0 0 0,2-17 16 0 0,0 0-1 0 0,-1-1 0 0 0,-1 1 1 0 0,0 0-1 0 0,0-1 0 0 0,-1 0 1 0 0,0 0-1 0 0,-1 0 0 0 0,0-1 1 0 0,0 0-1 0 0,-1 0 1 0 0,-10 9-1 0 0,11-12-13 0 0,0-1 0 0 0,0 1 0 0 0,-1-2 0 0 0,0 1 0 0 0,0-1 0 0 0,-1 0 1 0 0,1 0-1 0 0,-1-1 0 0 0,0 0 0 0 0,0 0 0 0 0,0-1 0 0 0,0 0 0 0 0,0 0 0 0 0,0-1 0 0 0,-1 0 0 0 0,1-1 0 0 0,-11 0 1 0 0,11-1-23 0 0,-1 0 1 0 0,1-1 0 0 0,-1 0 0 0 0,1 0-1 0 0,0-1 1 0 0,0 0 0 0 0,0-1 0 0 0,0 0-1 0 0,1 0 1 0 0,0 0 0 0 0,-1-1 0 0 0,2 0 0 0 0,-1-1-1 0 0,0 1 1 0 0,1-1 0 0 0,0-1 0 0 0,1 1-1 0 0,-1-1 1 0 0,1 0 0 0 0,-5-9 0 0 0,6 9-63 0 0,-1-1 1 0 0,2 0-1 0 0,-1 1 1 0 0,1-1 0 0 0,0-1-1 0 0,1 1 1 0 0,0 0-1 0 0,0 0 1 0 0,0-1-1 0 0,1 0 1 0 0,1 1-1 0 0,0-1 1 0 0,0 1 0 0 0,0-1-1 0 0,1 1 1 0 0,0-1-1 0 0,1 1 1 0 0,0-1-1 0 0,0 1 1 0 0,6-12-1 0 0,-7 17 1 0 0,1-1 1 0 0,0 1-1 0 0,-1 0 0 0 0,1-1 0 0 0,1 1 0 0 0,-1 0 0 0 0,0 1 0 0 0,1-1 0 0 0,-1 0 0 0 0,1 1 0 0 0,0-1 0 0 0,0 1 0 0 0,0 0 0 0 0,0 0 0 0 0,0 0 0 0 0,1 0 0 0 0,-1 1 0 0 0,1-1 0 0 0,-1 1 0 0 0,1 0 0 0 0,-1 0 0 0 0,1 0 0 0 0,0 1 1 0 0,-1-1-1 0 0,1 1 0 0 0,0 0 0 0 0,-1 0 0 0 0,1 0 0 0 0,0 0 0 0 0,0 1 0 0 0,-1-1 0 0 0,1 1 0 0 0,0 0 0 0 0,-1 0 0 0 0,1 0 0 0 0,-1 1 0 0 0,5 2 0 0 0,6 4-478 0 0,11 6-1905 0 0,-10-5-2438 0 0,-2-1-1075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9261 0 0,'1'1'11045'0'0,"0"5"-5596"0"0,7 42-4078 0 0,-7-38-1139 0 0,42 393 3942 0 0,-16-176-3696 0 0,-27-222-928 0 0,3 16 594 0 0,-3-14-6965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10825 0 0,'0'0'8116'0'0,"-5"3"-5518"0"0,0 0-2103 0 0,0 0 1 0 0,0 0-1 0 0,1 1 0 0 0,0-1 0 0 0,-1 1 0 0 0,1 0 1 0 0,1 0-1 0 0,-1 1 0 0 0,-5 9 0 0 0,-5 9 409 0 0,2 1 0 0 0,1 1 0 0 0,-14 48 0 0 0,-9 83 143 0 0,31-142-993 0 0,2 1 0 0 0,-1 0 0 0 0,2 0-1 0 0,0 0 1 0 0,1 0 0 0 0,0 0 0 0 0,6 26 0 0 0,-5-35-72 0 0,-1-1-1 0 0,1 1 0 0 0,1 0 1 0 0,-1 0-1 0 0,1-1 0 0 0,0 0 1 0 0,0 1-1 0 0,0-1 1 0 0,1 0-1 0 0,0-1 0 0 0,0 1 1 0 0,0-1-1 0 0,1 1 0 0 0,-1-1 1 0 0,1 0-1 0 0,0-1 0 0 0,0 1 1 0 0,0-1-1 0 0,1 0 0 0 0,-1-1 1 0 0,9 4-1 0 0,1-2-73 0 0,1-1 1 0 0,0-1-1 0 0,1 0 0 0 0,-1-1 0 0 0,0 0 1 0 0,0-2-1 0 0,0 0 0 0 0,0-1 1 0 0,1 0-1 0 0,-2-1 0 0 0,1-1 1 0 0,0-1-1 0 0,26-11 0 0 0,-36 13 41 0 0,-1 1 0 0 0,0-1 0 0 0,0 0 0 0 0,-1 0 0 0 0,1-1 0 0 0,-1 1 0 0 0,0-1 0 0 0,1 0 0 0 0,-2-1 0 0 0,1 1 0 0 0,5-8 0 0 0,-8 10 37 0 0,0-1 1 0 0,0 0-1 0 0,1 0 1 0 0,-2 0-1 0 0,1 0 1 0 0,0 0-1 0 0,-1 0 1 0 0,1 0-1 0 0,-1 0 1 0 0,0 0-1 0 0,0 0 1 0 0,0 0-1 0 0,0 0 1 0 0,-1 0-1 0 0,1 0 1 0 0,-1 0-1 0 0,0 0 1 0 0,0 1-1 0 0,0-1 1 0 0,0 0-1 0 0,0 0 0 0 0,-3-4 1 0 0,-1 0 55 0 0,0-1 1 0 0,0 1-1 0 0,-1 0 1 0 0,0 1-1 0 0,0-1 1 0 0,-1 1-1 0 0,0 1 1 0 0,0-1-1 0 0,0 1 1 0 0,-1 0-1 0 0,0 1 0 0 0,0-1 1 0 0,0 2-1 0 0,0-1 1 0 0,0 1-1 0 0,-1 0 1 0 0,0 1-1 0 0,-10-2 1 0 0,18 4-121 0 0,9 0-2083 0 0,46-3 1129 0 0,56-10 0 0 0,-109 12 1013 0 0,36-2 634 0 0,-36 3-531 0 0,0 0-1 0 0,1 0 0 0 0,-1 1 1 0 0,0-1-1 0 0,0 0 1 0 0,1 0-1 0 0,-1 1 0 0 0,0-1 1 0 0,0 1-1 0 0,0-1 0 0 0,1 1 1 0 0,-1-1-1 0 0,0 1 0 0 0,0 0 1 0 0,0 0-1 0 0,0-1 1 0 0,0 1-1 0 0,0 0 0 0 0,0 0 1 0 0,-1 0-1 0 0,1 0 0 0 0,0 0 1 0 0,0 0-1 0 0,-1 0 0 0 0,1 0 1 0 0,0 1-1 0 0,-1-1 1 0 0,1 1-1 0 0,4 25 498 0 0,-2 0 0 0 0,-1-1 0 0 0,0 32 0 0 0,1 34-5 0 0,50 298-40 0 0,-53-387-551 0 0,1 1-499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93 9453 0 0,'0'0'7069'0'0,"-2"2"-4829"0"0,0-1-1946 0 0,1 1-1 0 0,-1 0 0 0 0,1 0 1 0 0,-1 0-1 0 0,1 0 0 0 0,0 0 0 0 0,0 0 1 0 0,0 0-1 0 0,0 0 0 0 0,0 0 0 0 0,1 0 1 0 0,-1 1-1 0 0,1-1 0 0 0,-1 0 1 0 0,1 1-1 0 0,0-1 0 0 0,0 0 0 0 0,0 4 1 0 0,3 54 1324 0 0,-2-48-1145 0 0,24 415 3664 0 0,-22-301-3612 0 0,-3-126-544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1 0 0,0 0-1 0 0,0 0 0 0 0,0 0 0 0 0,0 0 0 0 0,0 0 0 0 0,0 0 0 0 0,0 0 0 0 0,0 0 0 0 0,0 0 0 0 0,0 0 0 0 0,0 0 0 0 0,0 0 0 0 0,-1 0 0 0 0,1 0 0 0 0,0 1 0 0 0,0-1 0 0 0,0 0 0 0 0,0 0 0 0 0,0 0 0 0 0,0 0 0 0 0,0 0 0 0 0,0 0 0 0 0,0 0 0 0 0,0 0 0 0 0,0 0 0 0 0,0 0 0 0 0,0 0 0 0 0,0 0 0 0 0,0 1 0 0 0,0-1 0 0 0,0 0 0 0 0,0 0 0 0 0,0 0 1 0 0,0 0-1 0 0,0 0 0 0 0,0 0 0 0 0,-8-10-366 0 0,5 6 294 0 0,0-1 1 0 0,1 1 0 0 0,0-1-1 0 0,0 0 1 0 0,-2-4 0 0 0,-17-118-2315 0 0,15 77 1533 0 0,-1-27-89 0 0,3-108 1 0 0,5 123 1892 0 0,-1 50-128 0 0,1 0 0 0 0,0 1 0 0 0,4-13 0 0 0,-5 22-104 0 0,1 2-356 0 0,1 1-311 0 0,-1-1 0 0 0,0 0 0 0 0,0 0 0 0 0,0 0 1 0 0,0 0-1 0 0,0 1 0 0 0,0-1 0 0 0,0 1 0 0 0,0-1 0 0 0,0 1 1 0 0,0-1-1 0 0,0 1 0 0 0,0-1 0 0 0,0 1 0 0 0,1 1 0 0 0,29 41 455 0 0,-2 2-1 0 0,29 60 1 0 0,23 37-22 0 0,-74-131-431 0 0,54 75 195 0 0,-53-77-202 0 0,0 0 1 0 0,0-1-1 0 0,1 1 1 0 0,1-2-1 0 0,-1 1 1 0 0,18 9-1 0 0,-25-16-24 0 0,-1 0-1 0 0,1 0 0 0 0,0 0 1 0 0,-1 0-1 0 0,1-1 1 0 0,0 1-1 0 0,0 0 0 0 0,0-1 1 0 0,-1 0-1 0 0,1 1 0 0 0,0-1 1 0 0,0 0-1 0 0,0 0 1 0 0,0 0-1 0 0,0 0 0 0 0,-1 0 1 0 0,1-1-1 0 0,0 1 0 0 0,0-1 1 0 0,0 1-1 0 0,-1-1 1 0 0,4-1-1 0 0,-2 0-1 0 0,-1 1 0 0 0,0-1-1 0 0,0-1 1 0 0,1 1 0 0 0,-1 0 0 0 0,-1 0 0 0 0,1-1-1 0 0,0 1 1 0 0,-1-1 0 0 0,1 0 0 0 0,-1 1 0 0 0,2-6-1 0 0,2-6 1 0 0,-1-1-1 0 0,-1 1 0 0 0,-1-1 1 0 0,2-23-1 0 0,-3-5-3 0 0,-2-1-1 0 0,-7-53 0 0 0,-24-84-58 0 0,22 140-133 0 0,-24-60 0 0 0,21 78-128 0 0,13 23 224 0 0,-1-1 0 0 0,1 0-1 0 0,0 1 1 0 0,-1-1 0 0 0,1 1 0 0 0,-1-1 0 0 0,0 1 0 0 0,1-1 0 0 0,-1 1 0 0 0,1-1-1 0 0,-1 1 1 0 0,0-1 0 0 0,1 1 0 0 0,-1 0 0 0 0,0-1 0 0 0,1 1 0 0 0,-1 0 0 0 0,0 0-1 0 0,0 0 1 0 0,1 0 0 0 0,-1-1 0 0 0,0 1 0 0 0,0 0 0 0 0,1 0 0 0 0,-1 0 0 0 0,0 0-1 0 0,0 0 1 0 0,1 1 0 0 0,-1-1 0 0 0,0 0 0 0 0,0 0 0 0 0,1 0 0 0 0,-2 1 0 0 0,-9 8-4372 0 0,5 2-1921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5032 0 0,'0'0'20110'0'0,"2"6"-19333"0"0,8 40 270 0 0,-1 0 1 0 0,2 55-1 0 0,6 38 67 0 0,19 21-116 0 0,-10-54-366 0 0,-26-105-430 0 0,-1-8-187 0 0,-4-29-6 0 0,-22-179-42 0 0,23 162 3 0 0,2 1-1 0 0,7-66 0 0 0,-4 112 29 0 0,-1-3 0 0 0,1 1 1 0 0,0-1-1 0 0,0 0 1 0 0,1 1-1 0 0,0-1 0 0 0,1 1 1 0 0,0 0-1 0 0,0-1 1 0 0,7-10-1 0 0,-8 15-7 0 0,10-9 95 0 0,-11 13-82 0 0,0 1 0 0 0,0-1 0 0 0,-1 0 1 0 0,1 1-1 0 0,0-1 0 0 0,0 1 0 0 0,-1-1 0 0 0,1 1 0 0 0,0-1 0 0 0,-1 1 0 0 0,1-1 0 0 0,-1 1 0 0 0,1-1 0 0 0,-1 1 0 0 0,1 0 0 0 0,-1-1 1 0 0,1 1-1 0 0,-1 0 0 0 0,1 0 0 0 0,-1 0 0 0 0,8 12 28 0 0,-2 1 0 0 0,0-1 1 0 0,0 1-1 0 0,-1 0 0 0 0,4 18 0 0 0,2 7 7 0 0,2 0-3 0 0,123 326 168 0 0,-130-353-283 0 0,-2-4-43 0 0,-1-1-1 0 0,1 1 1 0 0,-1 0-1 0 0,0 1 1 0 0,-1-1-1 0 0,0 0 1 0 0,1 11-1 0 0,-7-23-188 0 0,-21-24-814 0 0,-24-32 1 0 0,-21-26-774 0 0,60 75 1855 0 0,-1 0 0 0 0,0 1 0 0 0,-1 1 1 0 0,0-1-1 0 0,-17-8 0 0 0,7 7 333 0 0,-21-14 795 0 0,42 24-976 0 0,1 1-110 0 0,-1 0 0 0 0,1-1 0 0 0,0 1 1 0 0,0 0-1 0 0,0 0 0 0 0,0-1 1 0 0,-1 1-1 0 0,1 0 0 0 0,0 0 1 0 0,0-1-1 0 0,0 1 0 0 0,0 0 0 0 0,0 0 1 0 0,0-1-1 0 0,0 1 0 0 0,0 0 1 0 0,0-1-1 0 0,0 1 0 0 0,0 0 1 0 0,0 0-1 0 0,0-1 0 0 0,0 1 1 0 0,0 0-1 0 0,0-1 0 0 0,0 1 0 0 0,0 0 1 0 0,0 0-1 0 0,0-1 0 0 0,0 1 1 0 0,0 0-1 0 0,1 0 0 0 0,-1-1 1 0 0,0 1-1 0 0,0 0 0 0 0,0 0 0 0 0,0 0 1 0 0,1-1-1 0 0,-1 1 0 0 0,1 0 1 0 0,106-66-1874 0 0,132-87-1206 0 0,-228 144 3009 0 0,0 1-1 0 0,14-17 1 0 0,-21 21 621 0 0,-1 1-1 0 0,0-2 1 0 0,0 1 0 0 0,0 0 0 0 0,3-9 1581 0 0,-7 11-1669 0 0,-15-13 1128 0 0,15 14-744 0 0,0 5-723 0 0,-2 7-30 0 0,1 1 1 0 0,1-1-1 0 0,0 1 1 0 0,1 0-1 0 0,0-1 1 0 0,1 1-1 0 0,1 12 1 0 0,1 7 26 0 0,23 325 640 0 0,-23-321-710 0 0,2 0 0 0 0,1 0 0 0 0,18 56 0 0 0,-22-86-50 0 0,-1 0 0 0 0,1 0 0 0 0,0-1 0 0 0,1 1 0 0 0,-1-1 0 0 0,1 0 0 0 0,0 1 0 0 0,0-1 1 0 0,0 0-1 0 0,0-1 0 0 0,1 1 0 0 0,-1-1 0 0 0,6 4 0 0 0,0-6 0 0 0,-5-2-13 0 0,-1-1 0 0 0,1 1 0 0 0,-1-1-1 0 0,1 0 1 0 0,-1 0 0 0 0,0 0 0 0 0,0 0 0 0 0,0-1 0 0 0,0 1-1 0 0,-1-1 1 0 0,4-4 0 0 0,29-40-324 0 0,-6 7 53 0 0,-21 32 61 0 0,0 1 0 0 0,0-1 1 0 0,0 2-1 0 0,1-1 0 0 0,0 1 1 0 0,11-6-1 0 0,36-13-6138 0 0,-25 13-93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6045 0 0,'-1'-3'6454'0'0,"0"1"-4933"0"0,-2-8 9137 0 0,1 17-9596 0 0,-1 12-625 0 0,0-1 0 0 0,1 0-1 0 0,1 1 1 0 0,2 25 0 0 0,11 87 648 0 0,-6-76-787 0 0,9 169 642 0 0,-6-70-444 0 0,-1-29-141 0 0,32 261 673 0 0,-38-373-971 0 0,1 0-1 0 0,0-1 0 0 0,1 1 1 0 0,10 22-1 0 0,-13-33-48 0 0,1 1 1 0 0,-1-1-1 0 0,0 0 1 0 0,1 1-1 0 0,-1-1 1 0 0,1 0-1 0 0,0 0 1 0 0,0 0-1 0 0,0 0 1 0 0,0 0-1 0 0,0 0 1 0 0,0-1-1 0 0,0 1 1 0 0,1-1-1 0 0,-1 1 1 0 0,0-1-1 0 0,1 0 1 0 0,0 0-1 0 0,-1 0 1 0 0,1 0-1 0 0,-1-1 1 0 0,1 1-1 0 0,0-1 1 0 0,0 1-1 0 0,-1-1 1 0 0,1 0-1 0 0,0 0 1 0 0,0 0-1 0 0,-1 0 1 0 0,5-2-1 0 0,15-4 12 0 0,1-2 0 0 0,-1 0 0 0 0,22-13 0 0 0,36-12-109 0 0,-55 29-671 0 0,-23 4 569 0 0,0 0 0 0 0,-1 0-1 0 0,1-1 1 0 0,0 1 0 0 0,0 0 0 0 0,-1-1-1 0 0,1 1 1 0 0,0-1 0 0 0,-1 1-1 0 0,1-1 1 0 0,0 0 0 0 0,-1 0 0 0 0,1 0-1 0 0,-1 0 1 0 0,1 0 0 0 0,0-1 0 0 0,9-7-4210 0 0,1-1-2063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18 7441 0 0,'-12'-4'3459'0'0,"-1"1"-1"0"0,0-1 1 0 0,-14 0 0 0 0,16 3-2304 0 0,1 0 0 0 0,0 1 0 0 0,-1 0 0 0 0,-14 2 0 0 0,18-1-979 0 0,1 1 1 0 0,0-1 0 0 0,0 1-1 0 0,0 0 1 0 0,0 0-1 0 0,1 0 1 0 0,-1 1-1 0 0,1 0 1 0 0,-1 0-1 0 0,1 1 1 0 0,0-1-1 0 0,0 1 1 0 0,0 0-1 0 0,1 0 1 0 0,0 1-1 0 0,-1 0 1 0 0,1-1-1 0 0,1 1 1 0 0,-5 8-1 0 0,4-5-112 0 0,0 1-1 0 0,1 0 0 0 0,0 0 1 0 0,0 0-1 0 0,1 1 0 0 0,0-1 0 0 0,1 0 1 0 0,0 1-1 0 0,0-1 0 0 0,1 1 0 0 0,1-1 1 0 0,-1 1-1 0 0,2-1 0 0 0,-1 1 0 0 0,1-1 1 0 0,0 0-1 0 0,1 1 0 0 0,6 13 1 0 0,-3-9-43 0 0,1 0 1 0 0,1 0 0 0 0,0 0 0 0 0,1-1 0 0 0,0 0 0 0 0,1-1 0 0 0,0 0 0 0 0,1 0 0 0 0,0-1 0 0 0,21 15 0 0 0,-22-20-23 0 0,0 1 1 0 0,1-1-1 0 0,0-1 1 0 0,0 0-1 0 0,1-1 1 0 0,-1 0-1 0 0,1-1 0 0 0,0 0 1 0 0,0-1-1 0 0,0 0 1 0 0,22 0-1 0 0,-18-2-6 0 0,0-1 1 0 0,0 0-1 0 0,0-1 1 0 0,0-1-1 0 0,-1 0 1 0 0,1-2-1 0 0,-1 0 0 0 0,20-8 1 0 0,-31 11 4 0 0,-1 0 0 0 0,1 0 1 0 0,0 0-1 0 0,-1 0 0 0 0,1-1 0 0 0,-1 1 0 0 0,0-1 0 0 0,0 0 1 0 0,0 0-1 0 0,0 0 0 0 0,0 0 0 0 0,-1-1 0 0 0,1 1 1 0 0,-1-1-1 0 0,0 0 0 0 0,0 1 0 0 0,2-8 0 0 0,-2 5 5 0 0,-1 1 0 0 0,0-1 0 0 0,-1 1 0 0 0,1-1-1 0 0,-1 1 1 0 0,-1-1 0 0 0,1 1 0 0 0,0-1 0 0 0,-1 1-1 0 0,0-1 1 0 0,-1 1 0 0 0,-2-7 0 0 0,1 2 6 0 0,-2 0 1 0 0,1 0-1 0 0,-1 1 0 0 0,-1-1 1 0 0,0 1-1 0 0,0 0 1 0 0,-1 1-1 0 0,0 0 0 0 0,0 0 1 0 0,-1 0-1 0 0,0 1 0 0 0,-1 0 1 0 0,-12-8-1 0 0,10 10 10 0 0,-1-1-1 0 0,-1 2 0 0 0,1-1 1 0 0,0 2-1 0 0,-1 0 0 0 0,0 0 0 0 0,0 1 1 0 0,0 1-1 0 0,0 0 0 0 0,0 1 1 0 0,0 0-1 0 0,0 1 0 0 0,0 0 1 0 0,0 1-1 0 0,-18 6 0 0 0,12-3-376 0 0,-1 1 0 0 0,1 2-1 0 0,-31 15 1 0 0,32-12-1216 0 0,0 0 0 0 0,1 1 0 0 0,-22 19 0 0 0,15-6-4910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11341 0 0,'-2'1'4470'0'0,"-4"-1"-3185"0"0,0 1 0 0 0,0 1 1 0 0,0-1-1 0 0,0 1 0 0 0,1 0 0 0 0,-11 6 1 0 0,7-3-433 0 0,0 0 0 0 0,0 1 0 0 0,-11 11 0 0 0,5-3-425 0 0,1 1-1 0 0,0 1 1 0 0,-16 24-1 0 0,19-23-272 0 0,1 0 0 0 0,1 1 0 0 0,1 0 0 0 0,1 0 0 0 0,0 1 0 0 0,1 0 0 0 0,1 0 0 0 0,-4 31 1 0 0,8-35-112 0 0,0 0 0 0 0,1-1 0 0 0,0 1 0 0 0,4 21 0 0 0,-3-30-57 0 0,0-1 0 0 0,1 1 0 0 0,-1-1 0 0 0,1 0-1 0 0,0 1 1 0 0,0-1 0 0 0,0 0 0 0 0,1 0 0 0 0,0-1-1 0 0,0 1 1 0 0,0 0 0 0 0,1-1 0 0 0,-1 0-1 0 0,9 7 1 0 0,-7-8-29 0 0,0 0 0 0 0,0 0 0 0 0,1-1 1 0 0,-1 0-1 0 0,1 0 0 0 0,0-1 0 0 0,0 1 0 0 0,-1-1 0 0 0,1 0 0 0 0,0-1 0 0 0,0 1 0 0 0,0-1 0 0 0,0 0 0 0 0,6-2 1 0 0,2 1-86 0 0,0-1 1 0 0,-1-1 0 0 0,1 0-1 0 0,22-9 1 0 0,-29 9 42 0 0,-1 0-1 0 0,1 0 1 0 0,-1 0-1 0 0,0-1 1 0 0,0 1-1 0 0,-1-2 1 0 0,1 1-1 0 0,-1-1 1 0 0,0 1-1 0 0,7-9 1 0 0,-10 10 65 0 0,0 0 0 0 0,-1 0 1 0 0,1 0-1 0 0,-1 0 1 0 0,0 0-1 0 0,1 0 1 0 0,-1 0-1 0 0,-1-1 1 0 0,1 1-1 0 0,0 0 0 0 0,-1-1 1 0 0,0 1-1 0 0,0 0 1 0 0,0-1-1 0 0,0 1 1 0 0,0 0-1 0 0,-1-1 1 0 0,0 1-1 0 0,1 0 1 0 0,-1-1-1 0 0,0 1 0 0 0,0 0 1 0 0,-3-4-1 0 0,1 1 56 0 0,0 0 0 0 0,0 1 0 0 0,-1-1 0 0 0,0 1 0 0 0,0 0 1 0 0,0-1-1 0 0,0 2 0 0 0,-1-1 0 0 0,0 1 0 0 0,-11-8 0 0 0,-1 2 162 0 0,0 0 0 0 0,-24-9-1 0 0,-12-7 340 0 0,51 25-532 0 0,6-1-81 0 0,3-1 25 0 0,1 0-1 0 0,-1 0 1 0 0,1 1-1 0 0,0 0 0 0 0,0 0 1 0 0,0 1-1 0 0,15-1 1 0 0,66 3-424 0 0,-53 0 306 0 0,-30-1 224 0 0,1 0 1 0 0,-1 0-1 0 0,1 1 0 0 0,-1 0 1 0 0,1 0-1 0 0,-1 0 0 0 0,1 1 1 0 0,-1 0-1 0 0,0 0 0 0 0,0 1 1 0 0,9 4-1 0 0,-13-4 16 0 0,0-1 1 0 0,-1 1-1 0 0,0-1 0 0 0,1 1 1 0 0,-1 0-1 0 0,0-1 0 0 0,-1 1 1 0 0,1 0-1 0 0,0 0 0 0 0,-1 0 0 0 0,1-1 1 0 0,-1 1-1 0 0,0 0 0 0 0,0 0 1 0 0,-1 5-1 0 0,2 11 179 0 0,16 140 603 0 0,-5-40-604 0 0,-7-50-157 0 0,5 23-390 0 0,-10-91 85 0 0,0 5 322 0 0,0-4-1494 0 0,8-35-11468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 10513 0 0,'-7'-18'9375'0'0,"0"12"-3466"0"0,7 7-5707 0 0,-1-1 0 0 0,0 1 0 0 0,1-1 0 0 0,-1 1 0 0 0,0-1 0 0 0,1 1 0 0 0,-1 0 0 0 0,1-1 0 0 0,-1 1 0 0 0,1 0 0 0 0,-1-1 0 0 0,1 1 0 0 0,0 0 0 0 0,-1-1 0 0 0,1 1 0 0 0,0 0 0 0 0,-1 0 0 0 0,1 0 0 0 0,0-1 0 0 0,0 1 0 0 0,0 1 0 0 0,-3 10-16 0 0,1 0-1 0 0,-1 21 1 0 0,7 40 429 0 0,20 114 0 0 0,-15-124-627 0 0,-7-51 24 0 0,0 0 1 0 0,8 22-1 0 0,4-8-1501 0 0,-12-24 1004 0 0,-1-1 1 0 0,0 0-1 0 0,1 1 1 0 0,-1-1-1 0 0,1 0 0 0 0,-1 0 1 0 0,1 0-1 0 0,0 0 1 0 0,-1 0-1 0 0,1 0 1 0 0,0 0-1 0 0,2 0 1 0 0,8 2-5979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 9669 0 0,'-2'-2'5768'0'0,"0"0"-5208"0"0,0 1 1 0 0,0-1-1 0 0,1 1 1 0 0,-1-1-1 0 0,0 1 1 0 0,-1 0-1 0 0,1 0 1 0 0,0 0-1 0 0,0 0 0 0 0,0 0 1 0 0,-1 0-1 0 0,1 1 1 0 0,0-1-1 0 0,-1 1 1 0 0,1-1-1 0 0,0 1 1 0 0,-4 0-1 0 0,1 1-126 0 0,0-1-1 0 0,0 1 1 0 0,0 0-1 0 0,0 0 1 0 0,1 1-1 0 0,-1-1 1 0 0,0 1-1 0 0,-4 2 1 0 0,-1 1-177 0 0,1 1 0 0 0,0 0 1 0 0,1 0-1 0 0,-1 0 0 0 0,1 1 1 0 0,0 1-1 0 0,-11 14 1 0 0,14-16-202 0 0,1 1 0 0 0,0 0 0 0 0,0 0 1 0 0,1 0-1 0 0,-1 1 0 0 0,2-1 1 0 0,-1 1-1 0 0,1 0 0 0 0,0 0 0 0 0,1-1 1 0 0,0 1-1 0 0,0 0 0 0 0,1 0 0 0 0,0 1 1 0 0,0-1-1 0 0,1 0 0 0 0,2 13 1 0 0,0-9-43 0 0,1 0 0 0 0,0 1 1 0 0,0-2-1 0 0,1 1 0 0 0,1 0 1 0 0,0-1-1 0 0,0 0 0 0 0,1 0 1 0 0,0-1-1 0 0,14 15 0 0 0,-5-8-62 0 0,-10-9-48 0 0,1 0 1 0 0,0 0-1 0 0,0-1 1 0 0,1 0 0 0 0,0 0-1 0 0,0-1 1 0 0,0 0-1 0 0,1-1 1 0 0,0 1 0 0 0,17 6-1 0 0,-23-11-536 0 0,-1-1-1 0 0,1 0 1 0 0,0 1 0 0 0,-1-1-1 0 0,1 0 1 0 0,-1 0-1 0 0,1-1 1 0 0,2 1-1 0 0,8-3-5871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10389 0 0,'-2'-8'17502'0'0,"0"40"-15068"0"0,1 52-2708 0 0,38 373 2112 0 0,-10-185-1276 0 0,-21-214-466 0 0,15 64 1 0 0,-19-107-107 0 0,-2-13-15 0 0,1 0 0 0 0,-1 0 0 0 0,0 0 0 0 0,0 0 0 0 0,1 0 0 0 0,0 0 0 0 0,-1 0 0 0 0,1 0 0 0 0,0 0 0 0 0,0 0 0 0 0,0 0 0 0 0,1 1 0 0 0,-1-1-178 0 0,-1-4-156 0 0,0 0 290 0 0,1 1-1 0 0,-1-1 1 0 0,1 1-1 0 0,-1-1 1 0 0,1 0-1 0 0,-1 1 1 0 0,1 0-1 0 0,0-1 1 0 0,0 1-1 0 0,2-3 1 0 0,0-2-200 0 0,6-24-3353 0 0,-7 16 1180 0 0,6-18-4042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 8997 0 0,'-2'-6'19070'0'0,"-2"11"-18864"0"0,1 0 1 0 0,1 0 0 0 0,-1 0 0 0 0,1 1 0 0 0,0-1-1 0 0,0 1 1 0 0,0-1 0 0 0,1 1 0 0 0,-1 6 0 0 0,-4 61 720 0 0,3-30-637 0 0,-8 126 405 0 0,5-55-442 0 0,6-59-157 0 0,1-43-113 0 0,-1 0-1 0 0,0 0 1 0 0,0 0 0 0 0,-1 0-1 0 0,-1 0 1 0 0,0-1 0 0 0,-5 17 0 0 0,6-27-142 0 0,0-1 67 0 0,1 0-1 0 0,-1 0 1 0 0,1 0 0 0 0,-1 0-1 0 0,1 0 1 0 0,-1-1-1 0 0,0 1 1 0 0,1 0 0 0 0,-1-1-1 0 0,1 1 1 0 0,-1 0 0 0 0,1-1-1 0 0,-1 1 1 0 0,1 0 0 0 0,0-1-1 0 0,-1 1 1 0 0,1-1 0 0 0,-1 1-1 0 0,1-1 1 0 0,0 1 0 0 0,-1-1-1 0 0,1 1 1 0 0,0-1-1 0 0,0 1 1 0 0,-1-2 0 0 0,-5-19-2281 0 0,3 11-706 0 0,-3-11-3381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4192 0 0,'8'-31'9423'0'0,"6"-15"-1980"0"0,-6 20-3595 0 0,-7 26-3755 0 0,-1-1 1 0 0,0 0 0 0 0,0 1 0 0 0,1-1 0 0 0,-1 0-1 0 0,0 1 1 0 0,1-1 0 0 0,-1 0 0 0 0,0 1-1 0 0,1-1 1 0 0,-1 0 0 0 0,1 1 0 0 0,-1-1 0 0 0,1 1-1 0 0,0-1 1 0 0,-1 1 0 0 0,1 0 0 0 0,-1-1-1 0 0,1 1 1 0 0,0-1 0 0 0,-1 1 0 0 0,1 0 0 0 0,0 0-1 0 0,-1-1 1 0 0,1 1 0 0 0,0 0 0 0 0,0 0-1 0 0,-1 0 1 0 0,1 0 0 0 0,0 0 0 0 0,0 0 0 0 0,-1 0-1 0 0,1 0 1 0 0,0 0 0 0 0,0 0 0 0 0,1 1 0 0 0,0-1 42 0 0,1 1 1 0 0,-1 0-1 0 0,1 0 1 0 0,-1 0-1 0 0,1 1 1 0 0,-1-1 0 0 0,0 0-1 0 0,3 3 1 0 0,11 12 108 0 0,0 1-1 0 0,-2 1 1 0 0,1 0 0 0 0,-2 0 0 0 0,-1 2 0 0 0,11 20 0 0 0,-8-13-106 0 0,2 0 0 0 0,25 32 1 0 0,-15-28-51 0 0,0 2-46 0 0,58 54 1 0 0,-84-87-58 0 0,-1 1-1 0 0,0-1 1 0 0,1 0 0 0 0,-1 0-1 0 0,0 1 1 0 0,1-1 0 0 0,-1 0 0 0 0,0 0-1 0 0,1 0 1 0 0,-1 1 0 0 0,1-1-1 0 0,-1 0 1 0 0,0 0 0 0 0,1 0 0 0 0,-1 0-1 0 0,1 0 1 0 0,-1 0 0 0 0,0 0-1 0 0,1 0 1 0 0,-1 0 0 0 0,1 0-1 0 0,-1 0 1 0 0,1 0 0 0 0,-1 0 0 0 0,0 0-1 0 0,1 0 1 0 0,-1-1 0 0 0,1 1-1 0 0,-1 0 1 0 0,0 0 0 0 0,1 0 0 0 0,-1 0-1 0 0,0-1 1 0 0,1 1 0 0 0,-1 0-1 0 0,0-1 1 0 0,1 1 0 0 0,-1 0 0 0 0,0 0-1 0 0,0-1 1 0 0,1 1 0 0 0,-1-1-1 0 0,0 1 1 0 0,0 0 0 0 0,1-1-1 0 0,4-18-293 0 0,-8-5 159 0 0,0 1-1 0 0,-2 0 0 0 0,0 0 0 0 0,-10-24 0 0 0,-3-15 30 0 0,-47-172 347 0 0,63 226-55 0 0,2 6-194 0 0,0 1 1 0 0,-1 0-1 0 0,1-1 0 0 0,0 1 0 0 0,-1 0 1 0 0,1-1-1 0 0,-1 1 0 0 0,0 0 1 0 0,1-1-1 0 0,-1 1 0 0 0,0 0 0 0 0,-1-2 1 0 0,-6 5-698 0 0,-3 12-439 0 0,3-1-808 0 0,1-1-2504 0 0,1-1-1767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7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68 3252 0 0,'-6'12'21726'0'0,"27"-9"-17761"0"0,24-6-6839 0 0,-31 1 4831 0 0,319-56-3569 0 0,-274 45-4821 0 0,-38 6 469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7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34 2308 0 0,'-10'-16'14332'0'0,"0"-2"-3414"0"0,56 138-8563 0 0,-36-90-2057 0 0,20 63 484 0 0,30 167 1 0 0,-55-229-849 0 0,-1 0 1 0 0,0 39-1 0 0,-10-16-6813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6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1190 24814 0 0,'0'0'457'0'0,"-3"-3"-332"0"0,2 3-111 0 0,1-1-5 0 0,-1-1 0 0 0,0 1 1 0 0,-1 0-1 0 0,1 0 0 0 0,0 0 0 0 0,0 0 0 0 0,0 0 0 0 0,-1 0 0 0 0,1 0 0 0 0,0 1 0 0 0,-1-1 0 0 0,-1 0 0 0 0,6 1-4 0 0,-1-1-1 0 0,0 1 1 0 0,0 0-1 0 0,0-1 1 0 0,0 0-1 0 0,0 1 1 0 0,0-1-1 0 0,0 0 1 0 0,-1 0-1 0 0,4-2 0 0 0,6-2 3 0 0,247-73 73 0 0,-173 56-38 0 0,427-102 286 0 0,3 22-44 0 0,-261 53-188 0 0,452-71 125 0 0,-497 87-174 0 0,1128-155 154 0 0,-1082 161-175 0 0,1930-194 94 0 0,-2039 208-134 0 0,767-80-591 0 0,-646 55-1134 0 0,-92 9-3540 0 0,-62 6-588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7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0 888 5444 0 0,'158'-50'8419'0'0,"-25"7"-5955"0"0,1089-260 5278 0 0,17 73-5981 0 0,-839 165-1621 0 0,87-15-747 0 0,-199 32-1000 0 0,-41 8-3903 0 0,-102 12-143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1:46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6549 0 0,'0'0'12871'0'0,"7"-4"-11878"0"0,-6 3-506 0 0,15-15-694 0 0,-2 9 5158 0 0,-15 16-4595 0 0,-8 199 1377 0 0,21 240 0 0 0,-2-2-1007 0 0,-4-201-520 0 0,9 203 2 0 0,8-108-113 0 0,-29-98-57 0 0,1 2-6 0 0,19 142-12 0 0,-13-277-19 0 0,-7 53 2 0 0,1-63 1 0 0,12 155 0 0 0,8 21 4 0 0,-2-25-14 0 0,9 147-15 0 0,-14-130-48 0 0,-1 36-35 0 0,-5-86-13 0 0,-20 151 36 0 0,11-247 69 0 0,3-78-3 0 0,3 84 0 0 0,7 27-58 0 0,-17 179-1 0 0,7-245 50 0 0,4-36 14 0 0,9 74 0 0 0,1 20-11 0 0,7 193-29 0 0,-10-204-38 0 0,2 95-138 0 0,-1-133 154 0 0,5 74 34 0 0,-7-126 18 0 0,0 72 0 0 0,-6-63 14 0 0,4 107-19 0 0,1 41-8 0 0,-7-176 33 0 0,2 0 0 0 0,4 36-1 0 0,1 20 0 0 0,1 190-84 0 0,-2-108 53 0 0,-1-87 36 0 0,-1-74-2 0 0,3 35-7 0 0,16 109 449 0 0,-24-129-745 0 0,3-17-24 0 0,-1-1 0 0 0,1 1 0 0 0,-1-1 0 0 0,1 1 0 0 0,-1-1 0 0 0,0 1 1 0 0,1-1-1 0 0,-1 1 0 0 0,0-1 0 0 0,1 1 0 0 0,-1-1 0 0 0,0 0 0 0 0,0 1 0 0 0,1-1 0 0 0,-1 0 1 0 0,0 0-1 0 0,0 0 0 0 0,1 0 0 0 0,-1 0 0 0 0,0 1 0 0 0,0-1 0 0 0,0-1 0 0 0,0 1 0 0 0,1 0 0 0 0,-2 0 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9085 0 0,'0'0'3968'0'0,"18"-32"14416"0"0,-18 37-18288 0 0,1 29 131 0 0,-5 60 1 0 0,-1 12-94 0 0,5-83-118 0 0,0 0-11 0 0,1 1 0 0 0,0-1 1 0 0,10 40-1 0 0,-11-63-12 0 0,0 1-1 0 0,0-1 1 0 0,0 0 0 0 0,0 0 0 0 0,0 1-1 0 0,0-1 1 0 0,0 0 0 0 0,0 1-1 0 0,0-1 1 0 0,0 0 0 0 0,0 0 0 0 0,0 1-1 0 0,0-1 1 0 0,1 0 0 0 0,-1 1-1 0 0,0-1 1 0 0,0 0 0 0 0,0 0 0 0 0,0 0-1 0 0,1 1 1 0 0,-1-1 0 0 0,0 0-1 0 0,0 0 1 0 0,1 0 0 0 0,-1 1-1 0 0,0-1 1 0 0,0 0 0 0 0,1 0 0 0 0,-1 0-1 0 0,0 0 1 0 0,0 0 0 0 0,1 0-1 0 0,-1 0 1 0 0,0 0 0 0 0,1 0 0 0 0,-1 0-1 0 0,0 0 1 0 0,1 0 0 0 0,-1 0-1 0 0,0 0 1 0 0,0 0 0 0 0,1 0 0 0 0,-1 0-1 0 0,0 0 1 0 0,1 0 0 0 0,-1 0-1 0 0,0 0 1 0 0,0 0 0 0 0,1 0 0 0 0,-1-1-1 0 0,0 1 1 0 0,0 0 0 0 0,1 0-1 0 0,-1 0 1 0 0,0 0 0 0 0,0-1 0 0 0,0 1-1 0 0,1-1 1 0 0,11-14-301 0 0,-11 14 345 0 0,12-22-211 0 0,0-1 0 0 0,-2 0 0 0 0,-1 0 0 0 0,-1-1 0 0 0,-1 0 0 0 0,6-32 0 0 0,-1 9-28 0 0,10-57 89 0 0,14-144 0 0 0,-32 207 465 0 0,-5 42-329 0 0,0 0 1 0 0,0 0-1 0 0,0 0 1 0 0,0 0-1 0 0,0 0 0 0 0,0 0 1 0 0,0 0-1 0 0,0 0 1 0 0,0 0-1 0 0,0 0 0 0 0,0 0 1 0 0,0 0-1 0 0,-1 0 1 0 0,1 0-1 0 0,0 0 0 0 0,0 0 1 0 0,0 0-1 0 0,0 0 1 0 0,0 0-1 0 0,0 0 0 0 0,0 0 1 0 0,0 0-1 0 0,0 0 1 0 0,0 0-1 0 0,0 0 0 0 0,0 0 1 0 0,0 0-1 0 0,-1 0 1 0 0,1 0-1 0 0,0 0 0 0 0,0 0 1 0 0,0 0-1 0 0,0-1 1 0 0,0 1-1 0 0,0 0 0 0 0,0 0 1 0 0,0 0-1 0 0,0 0 1 0 0,0 0-1 0 0,0 0 0 0 0,0 0 1 0 0,0 0-1 0 0,0 0 1 0 0,0 0-1 0 0,0 0 0 0 0,0 0 1 0 0,0 0-1 0 0,-8 13 203 0 0,4-5-204 0 0,0 0-1 0 0,1 0 0 0 0,-3 12 1 0 0,-36 262 589 0 0,40-264-589 0 0,-4 35 31 0 0,-21 232 156 0 0,24-217-167 0 0,3 0-1 0 0,10 80 0 0 0,-9-134-54 0 0,1 0 0 0 0,0 0 0 0 0,1 0 0 0 0,1-1 0 0 0,0 1 0 0 0,1-1 0 0 0,0 0-1 0 0,10 16 1 0 0,-15-28 7 0 0,0-1 0 0 0,0 1 0 0 0,0-1 0 0 0,1 1-1 0 0,-1-1 1 0 0,0 0 0 0 0,1 1 0 0 0,-1-1 0 0 0,0 0 0 0 0,0 1 0 0 0,1-1-1 0 0,-1 0 1 0 0,1 1 0 0 0,-1-1 0 0 0,0 0 0 0 0,1 0 0 0 0,-1 1-1 0 0,1-1 1 0 0,-1 0 0 0 0,1 0 0 0 0,-1 0 0 0 0,1 1 0 0 0,-1-1-1 0 0,0 0 1 0 0,1 0 0 0 0,-1 0 0 0 0,1 0 0 0 0,-1 0 0 0 0,1 0-1 0 0,-1 0 1 0 0,1 0 0 0 0,-1 0 0 0 0,1 0 0 0 0,-1-1 0 0 0,1 1-1 0 0,-1 0 1 0 0,1 0 0 0 0,-1 0 0 0 0,0-1 0 0 0,1 1 0 0 0,-1 0-1 0 0,1 0 1 0 0,-1-1 0 0 0,0 1 0 0 0,1 0 0 0 0,-1-1 0 0 0,0 1-1 0 0,1-1 1 0 0,0 0-5 0 0,1-1 0 0 0,-1 0 0 0 0,0 0-1 0 0,0 1 1 0 0,0-1 0 0 0,-1 0 0 0 0,1 0-1 0 0,0 0 1 0 0,-1 0 0 0 0,1 0 0 0 0,0-3 0 0 0,0-47 12 0 0,-2-1 1 0 0,-2 1 0 0 0,-16-87-1 0 0,13 100 35 0 0,4 32-81 0 0,1 1-1 0 0,0-1 0 0 0,1 1 1 0 0,-1-1-1 0 0,1 0 0 0 0,1 1 1 0 0,-1-1-1 0 0,1 0 0 0 0,1 1 1 0 0,-1-1-1 0 0,1 1 1 0 0,0 0-1 0 0,0-1 0 0 0,1 1 1 0 0,0 0-1 0 0,0 0 0 0 0,0 1 1 0 0,1-1-1 0 0,0 1 0 0 0,0-1 1 0 0,0 1-1 0 0,1 0 0 0 0,5-5 1 0 0,-4 5-673 0 0,10-11 474 0 0,-10 3-6686 0 0,-5 1 561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4880 0 0,'0'-1'795'0'0,"4"-42"10572"0"0,-4 40-10767 0 0,0 1 0 0 0,0-1 0 0 0,-1 1-1 0 0,1-1 1 0 0,-1 0 0 0 0,1 1-1 0 0,-1 0 1 0 0,0-1 0 0 0,0 1 0 0 0,0-1-1 0 0,-1 1 1 0 0,1 0 0 0 0,-3-4-1 0 0,3 5-475 0 0,0 0 0 0 0,0 1 0 0 0,1-1 0 0 0,-1 1 0 0 0,0-1 0 0 0,0 1 0 0 0,0 0-1 0 0,0-1 1 0 0,0 1 0 0 0,0 0 0 0 0,0-1 0 0 0,0 1 0 0 0,0 0 0 0 0,0 0 0 0 0,0 0 0 0 0,0 0-1 0 0,0 0 1 0 0,0 0 0 0 0,0 0 0 0 0,0 1 0 0 0,0-1 0 0 0,0 0 0 0 0,0 0 0 0 0,0 1 0 0 0,1-1 0 0 0,-3 1-1 0 0,-22 14 793 0 0,18-9-729 0 0,0 0 0 0 0,0 0 0 0 0,0 0 0 0 0,1 1 0 0 0,0 0 0 0 0,1 0 0 0 0,-8 13 0 0 0,11-17-159 0 0,0 0 0 0 0,0 1 0 0 0,1-1 0 0 0,-1 1 0 0 0,1-1 0 0 0,0 1 0 0 0,0 0 0 0 0,0-1 0 0 0,1 1 0 0 0,-1 0 0 0 0,1 0 0 0 0,0-1 0 0 0,0 1 0 0 0,0 0 0 0 0,1 0 0 0 0,-1-1 0 0 0,1 1 0 0 0,0 0 0 0 0,0-1 0 0 0,0 1 0 0 0,2 3 0 0 0,-2-5-29 0 0,0-1 1 0 0,0 1-1 0 0,0-1 1 0 0,0 1 0 0 0,0-1-1 0 0,0 0 1 0 0,1 1-1 0 0,-1-1 1 0 0,0 0-1 0 0,1 0 1 0 0,-1 0-1 0 0,1 0 1 0 0,-1 0-1 0 0,1 0 1 0 0,-1 0-1 0 0,1 0 1 0 0,0-1-1 0 0,-1 1 1 0 0,4 0-1 0 0,-1-1-8 0 0,0 1 0 0 0,-1-1 0 0 0,1 0 0 0 0,0 0 0 0 0,0-1 0 0 0,0 1 0 0 0,-1-1 0 0 0,8-2 0 0 0,3-2-35 0 0,0-1-1 0 0,0-1 0 0 0,20-12 0 0 0,-33 18 42 0 0,6-2-9 0 0,-1-1-1 0 0,0-1 1 0 0,-1 1 0 0 0,1-1-1 0 0,-1 0 1 0 0,0 0-1 0 0,0 0 1 0 0,0-1 0 0 0,5-9-1 0 0,-10 15 14 0 0,1-1-1 0 0,-1 1 1 0 0,0-1-1 0 0,0 0 1 0 0,0 1-1 0 0,0-1 1 0 0,0 0-1 0 0,0 1 1 0 0,0-1-1 0 0,0 0 1 0 0,0 1-1 0 0,0-1 1 0 0,0 0-1 0 0,0 1 1 0 0,0-1-1 0 0,0 0 1 0 0,-1 1-1 0 0,1-1 1 0 0,0 0-1 0 0,-1 1 1 0 0,1-1-1 0 0,0 1 1 0 0,-1-1-1 0 0,1 1 1 0 0,0-1-1 0 0,-1 1 1 0 0,1-1-1 0 0,-1 1 1 0 0,1-1-1 0 0,-1 1 1 0 0,1 0-1 0 0,-1-1 1 0 0,0 1-1 0 0,1 0 1 0 0,-1-1-1 0 0,0 1 0 0 0,-1-1-15 0 0,0 0-1 0 0,0 0 0 0 0,-1 0 0 0 0,1 0 0 0 0,0 1 0 0 0,0-1 0 0 0,0 1 0 0 0,0-1 0 0 0,-1 1 0 0 0,1 0 0 0 0,-4 0 1 0 0,2 1-63 0 0,0 0 0 0 0,-1 0 0 0 0,1 1 1 0 0,1-1-1 0 0,-1 1 0 0 0,0 0 1 0 0,0 0-1 0 0,0 0 0 0 0,1 0 0 0 0,-6 5 1 0 0,5-3-1050 0 0,0-1 0 0 0,1 1 0 0 0,-1 0 0 0 0,1 0 0 0 0,-5 8 0 0 0,-2 7-5292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00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75 1604 0 0,'-8'3'28706'0'0,"16"-2"-28600"0"0,0 0 1 0 0,0 0-1 0 0,-1 0 0 0 0,1-1 1 0 0,0 0-1 0 0,0 0 1 0 0,8-2-1 0 0,223-38 423 0 0,-212 34-497 0 0,189-19 140 0 0,-206 24-250 0 0,-5 1-208 0 0,-7 0-143 0 0,-31-2-1033 0 0,31 1 1180 0 0,-11 0-1518 0 0,3-1-2401 0 0,1 0-2201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449 18 4528 0 0,'0'0'4102'0'0,"-13"-8"4230"0"0,-21 2-1312 0 0,32 6-6444 0 0,-1 0-44 0 0,-22 6 243 0 0,1 1 0 0 0,-1 1 1 0 0,1 1-1 0 0,1 1 1 0 0,-32 18-1 0 0,-21 15-184 0 0,69-38-534 0 0,-1-1 0 0 0,2 1 0 0 0,-1 1-1 0 0,1-1 1 0 0,-1 1 0 0 0,-5 9 0 0 0,-9 5 68 0 0,14-12-100 0 0,0-1 1 0 0,1 1-1 0 0,0 0 0 0 0,0 0 0 0 0,1 0 1 0 0,0 1-1 0 0,0 0 0 0 0,1 0 0 0 0,0 1 0 0 0,1-1 1 0 0,0 1-1 0 0,0-1 0 0 0,1 1 0 0 0,0 0 1 0 0,1 0-1 0 0,0 0 0 0 0,1 19 0 0 0,12 95 44 0 0,-6-88-65 0 0,1-1 0 0 0,16 50 1 0 0,-18-73-10 0 0,0 1 0 0 0,13 21 1 0 0,-4-5-14 0 0,-12-24 9 0 0,1-1 1 0 0,-1 1-1 0 0,0-1 1 0 0,1 0-1 0 0,0 0 1 0 0,4 4-1 0 0,4 8-17 0 0,-2-2-1 0 0,1-1 1 0 0,0 0-1 0 0,0 0 1 0 0,1-1-1 0 0,1-1 1 0 0,19 16-1 0 0,-17-19-1 0 0,0-1-1 0 0,1-1 0 0 0,-1 0 1 0 0,1-1-1 0 0,0-1 0 0 0,1 0 0 0 0,-1-1 1 0 0,1 0-1 0 0,19 0 0 0 0,-4 0-6 0 0,-21-1 19 0 0,-1-1 1 0 0,1-1 0 0 0,-1 1-1 0 0,1-1 1 0 0,0-1-1 0 0,11-2 1 0 0,11-4-10 0 0,0-2 0 0 0,41-16 0 0 0,-58 18 27 0 0,1 0-1 0 0,-1-1 0 0 0,-1-1 0 0 0,0 0 0 0 0,0-1 0 0 0,16-14 0 0 0,36-36-9 0 0,-23 13 26 0 0,-39 42-15 0 0,1-1 0 0 0,-1 0 0 0 0,0-1 0 0 0,0 1 0 0 0,-1-1 0 0 0,4-9 0 0 0,11-30 31 0 0,-10 25-12 0 0,-2 4-12 0 0,-1 5 14 0 0,-1 0 0 0 0,-1 0 0 0 0,0 0 0 0 0,-1 0 0 0 0,0-1 0 0 0,0 0 0 0 0,-2 1 0 0 0,0-20 0 0 0,-1 14 15 0 0,1 1 0 0 0,-2 0-1 0 0,0 0 1 0 0,-1-1 0 0 0,-7-19-1 0 0,6 26-16 0 0,1 0-3 0 0,-1 0 1 0 0,0 0-1 0 0,-1 0 0 0 0,0 1 0 0 0,-1-1 0 0 0,0 1 0 0 0,-1 0 1 0 0,-9-11-1 0 0,-77-79 253 0 0,81 86-210 0 0,9 11-44 0 0,1 0-1 0 0,-1 0 0 0 0,0 1 1 0 0,0-1-1 0 0,0 1 1 0 0,0-1-1 0 0,0 1 0 0 0,0 0 1 0 0,-5-2-1 0 0,-13-9 59 0 0,18 11-57 0 0,-1 0 0 0 0,1 0-1 0 0,0 0 1 0 0,-1 0 0 0 0,1 1 0 0 0,-6-3-1 0 0,4 3 7 0 0,0-1 0 0 0,0 0 1 0 0,-1 0-1 0 0,1 0 0 0 0,1-1 0 0 0,-1 1 0 0 0,-6-6 0 0 0,9 7-13 0 0,-23-6 48 0 0,23 6-57 0 0,1 0 1 0 0,0 1 0 0 0,-1-1-1 0 0,1 1 1 0 0,0 0-1 0 0,-1-1 1 0 0,1 1-1 0 0,0 0 1 0 0,-1 0-1 0 0,1 0 1 0 0,-1 0-1 0 0,1 0 1 0 0,-3 0-1 0 0,-4 0 15 0 0,6 0-8 0 0,-14 1 29 0 0,-1-2-14 0 0,-13 0 14 0 0,26 1-35 0 0,-5-1 0 0 0,-30 8 11 0 0,36-8-14 0 0,-8 3 0 0 0,-4 3 1 0 0,10-3-72 0 0,1-1 0 0 0,-1 1 0 0 0,1-1 0 0 0,-1 2 0 0 0,1-1 0 0 0,0 0 1 0 0,0 1-1 0 0,0 0 0 0 0,0-1 0 0 0,-6 8 0 0 0,-5 12-7072 0 0,9-10 657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03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51 4192 0 0,'0'0'16941'0'0,"4"-11"-10383"0"0,-2 2-6459 0 0,-2 6-4 0 0,24-15 589 0 0,-22 8-52 0 0,-4 13-68 0 0,-7 13-394 0 0,-2-3-48 0 0,-3 3 152 0 0,1 0 0 0 0,0 1 0 0 0,2 1-1 0 0,-19 34 1 0 0,30-51-250 0 0,0 0 1 0 0,0 0-1 0 0,0 0 0 0 0,0 0 0 0 0,0 0 0 0 0,0 1 0 0 0,0-1 1 0 0,0 0-1 0 0,0 0 0 0 0,0 0 0 0 0,0 0 0 0 0,1 0 0 0 0,-1 0 1 0 0,0 0-1 0 0,1 0 0 0 0,-1 0 0 0 0,1 0 0 0 0,-1 0 0 0 0,1-1 1 0 0,-1 1-1 0 0,1 0 0 0 0,0 0 0 0 0,-1 0 0 0 0,1-1 0 0 0,0 1 1 0 0,0 0-1 0 0,0 0 0 0 0,1 0 0 0 0,32 20 230 0 0,-19-13-169 0 0,-8-3-110 0 0,-1 1 0 0 0,1 0 0 0 0,-1 0 1 0 0,0 0-1 0 0,0 0 0 0 0,5 9 0 0 0,-10-14-164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15.3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311 10 5885 0 0,'-22'-10'17759'0'0,"-13"10"-14116"0"0,33 0-3134 0 0,-22 7 350 0 0,17-4-719 0 0,-10 6 39 0 0,1 0 0 0 0,1 1-1 0 0,-26 21 1 0 0,26-14-105 0 0,1 1 0 0 0,-14 23 0 0 0,24-36-58 0 0,-6 15 7 0 0,0 0 0 0 0,1 0 0 0 0,1 0 1 0 0,1 1-1 0 0,1 0 0 0 0,-4 27 0 0 0,6-21-20 0 0,0 0-1 0 0,3 1 1 0 0,0-1 0 0 0,4 43-1 0 0,0-30 18 0 0,0 5-24 0 0,20 87-1 0 0,-22-122 8 0 0,8 26 3 0 0,-4-25-6 0 0,0 1-1 0 0,1 0 1 0 0,0-1 0 0 0,1 0 0 0 0,0-1-1 0 0,1 0 1 0 0,0 0 0 0 0,1 0 0 0 0,0-1-1 0 0,0 0 1 0 0,1-1 0 0 0,0 0 0 0 0,13 8-1 0 0,-3-3 6 0 0,-6-3-7 0 0,0-1 0 0 0,22 11 0 0 0,-9-9 1 0 0,-15-4-3 0 0,-6-3 6 0 0,0-1 0 0 0,0 0 0 0 0,1 0-1 0 0,-1-1 1 0 0,1 0 0 0 0,0 0 0 0 0,-1 0 0 0 0,1-1 0 0 0,8 1-1 0 0,-11-1 2 0 0,-1 1-2 0 0,18-4-1 0 0,-4 0-1 0 0,0-1 1 0 0,1-1 0 0 0,-1-1-1 0 0,-1 0 1 0 0,27-13 0 0 0,-6-2-2 0 0,-18 10 4 0 0,-2 0-1 0 0,1-2 1 0 0,22-19 0 0 0,-19 14 3 0 0,8-5 7 0 0,-14 12-13 0 0,25-25 1 0 0,-36 31 7 0 0,1-1 0 0 0,-1 0 0 0 0,0 0 0 0 0,-1 0 0 0 0,1 0 0 0 0,-1-1 1 0 0,0 1-1 0 0,0-1 0 0 0,3-12 0 0 0,0 2 62 0 0,0-2-17 0 0,0-1 1 0 0,-1 1-1 0 0,-1-1 1 0 0,3-29 0 0 0,-5 22-12 0 0,0 11 0 0 0,-1 0 0 0 0,-1 0-1 0 0,0 0 1 0 0,-3-22-1 0 0,2 36-2 0 0,0-14 40 0 0,1 9-55 0 0,-1 0 0 0 0,0 0 0 0 0,0 0-1 0 0,-4-10 1 0 0,0-6 29 0 0,3 17-31 0 0,0-1 0 0 0,0 0 1 0 0,0 0-1 0 0,-1 1 0 0 0,-6-10 1 0 0,-6-15 53 0 0,3 0 1 0 0,0 2 0 0 0,-30-50 0 0 0,-1 26 72 0 0,39 46-121 0 0,-1 0 1 0 0,0 1-1 0 0,-1 0 1 0 0,1 0-1 0 0,-1 0 1 0 0,0 0 0 0 0,-7-3-1 0 0,-69-30 318 0 0,81 37-326 0 0,-21-9 51 0 0,19 8-53 0 0,-1 0 0 0 0,1 1 1 0 0,-1-1-1 0 0,0 1 0 0 0,0 0 0 0 0,1 0 1 0 0,-1 0-1 0 0,-5 0 0 0 0,-12-3 78 0 0,16 3-71 0 0,0 0-1 0 0,0 0 1 0 0,0 0 0 0 0,0 1-1 0 0,0 0 1 0 0,0 0-1 0 0,0 0 1 0 0,-8 1-1 0 0,11 0-11 0 0,0-1 0 0 0,1-1-11 0 0,0 1-1 0 0,0 0 1 0 0,0-1 0 0 0,0 1 0 0 0,0 0 0 0 0,0 0-1 0 0,0 0 1 0 0,0 0 0 0 0,0 0 0 0 0,0 0 0 0 0,0 0-1 0 0,0 0 1 0 0,0 0 0 0 0,0 1 0 0 0,0-1 0 0 0,0 0-1 0 0,0 1 1 0 0,-1 0 0 0 0,-6 3-112 0 0,0 1 0 0 0,1 1 0 0 0,0-1 0 0 0,0 1-1 0 0,0 0 1 0 0,-6 8 0 0 0,-7 9-3782 0 0,13-13 873 0 0,-2-1-3480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16.1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55 57 2500 0 0,'0'0'10224'0'0,"-1"-9"-7312"0"0,0 4 3389 0 0,1-30-1250 0 0,1 33-4120 0 0,-2 0-452 0 0,-1-2 1920 0 0,-5 46-2209 0 0,1 1-1 0 0,3-1 0 0 0,1 44 0 0 0,2-45-85 0 0,-12 141 339 0 0,11-171-469 0 0,-1 8 114 0 0,0-16-1990 0 0,0-8 1442 0 0,-3-3-174 0 0,1-4-4438 0 0,-1-3-1385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16.7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76 70 1424 0 0,'1'-4'11627'0'0,"6"-14"-5425"0"0,16-29 417 0 0,-22 46-6170 0 0,-5 6 296 0 0,-1 1 0 0 0,2-1-1 0 0,-1 1 1 0 0,0 0 0 0 0,-3 8-1 0 0,-24 51-515 0 0,-18 37 503 0 0,118-231-396 0 0,-69 128-334 0 0,1 0 0 0 0,-1-1 0 0 0,1 1 0 0 0,0 0 0 0 0,-1 0-1 0 0,1 0 1 0 0,0 0 0 0 0,0 0 0 0 0,-1 0 0 0 0,1 0 0 0 0,0 1 0 0 0,0-1 0 0 0,0 0 0 0 0,0 0 0 0 0,1 1 0 0 0,-1-1 0 0 0,0 1 0 0 0,0-1 0 0 0,0 1 0 0 0,0-1 0 0 0,1 1 0 0 0,-1 0 0 0 0,0-1 0 0 0,0 1 0 0 0,0 0 0 0 0,1 0 0 0 0,-1 0 0 0 0,0 0 0 0 0,1 0 0 0 0,-1 0 0 0 0,0 0 0 0 0,0 1 0 0 0,2 0 0 0 0,2 1-48 0 0,-1 1 0 0 0,1 0 0 0 0,-1 0 1 0 0,0 0-1 0 0,1 1 0 0 0,5 6 0 0 0,-6-5-183 0 0,1 0 1 0 0,0-1-1 0 0,0 0 1 0 0,6 4-1 0 0,6 0-1651 0 0,2-3-3285 0 0,-4-4-1257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24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16 7801 0 0,'-30'-12'10618'0'0,"0"9"-4052"0"0,23 3-5991 0 0,0 1-1 0 0,1 0 1 0 0,-1 0-1 0 0,1 1 1 0 0,-1-1-1 0 0,1 2 0 0 0,-9 3 1 0 0,4 0-535 0 0,0 0 0 0 0,0 1 0 0 0,0 0-1 0 0,1 1 1 0 0,0 1 0 0 0,1-1 0 0 0,0 1 0 0 0,-8 11 0 0 0,-4 7 82 0 0,2 1 1 0 0,-22 40-1 0 0,19-34-79 0 0,17-27-40 0 0,0 0 1 0 0,0 0-1 0 0,1 1 1 0 0,0-1-1 0 0,-3 9 1 0 0,-2 13 1 0 0,2 1 1 0 0,1-1 0 0 0,1 1 0 0 0,1 0-1 0 0,2 1 1 0 0,3 56 0 0 0,1-70-15 0 0,0 0 0 0 0,2-1 0 0 0,0 1-1 0 0,0-1 1 0 0,2 0 0 0 0,0-1 0 0 0,9 18 0 0 0,-12-25-1 0 0,85 175-127 0 0,-82-171 128 0 0,1 0 0 0 0,0 0 0 0 0,1-1-1 0 0,16 18 1 0 0,-13-17 11 0 0,1-1-1 0 0,0 0 0 0 0,1-1 0 0 0,1 0 0 0 0,-1-1 0 0 0,1 0 0 0 0,1-1 1 0 0,0-1-1 0 0,0 0 0 0 0,26 7 0 0 0,-33-12-3 0 0,0 0 0 0 0,0 0 0 0 0,-1-1 0 0 0,1 0 0 0 0,0-1 0 0 0,0 0 0 0 0,0 0 0 0 0,0-1 0 0 0,8-1 0 0 0,12-1-3 0 0,-16 2 4 0 0,1 0-1 0 0,-1-1 0 0 0,0 0 0 0 0,0-1 0 0 0,0-1 0 0 0,0 0 0 0 0,0-1 0 0 0,-1 0 0 0 0,19-11 0 0 0,-13 5 0 0 0,-1-1-1 0 0,0 0 0 0 0,0-1 0 0 0,-2-1 0 0 0,18-19 0 0 0,-9 5 1 0 0,25-38-1 0 0,-40 53 9 0 0,0 0-1 0 0,-1-1 1 0 0,-1 0-1 0 0,0 0 1 0 0,5-23-1 0 0,2-12 17 0 0,-6 28 6 0 0,-2 0 0 0 0,0-1 0 0 0,-1 1 0 0 0,0-24 0 0 0,-5 31-5 0 0,0 0-1 0 0,-1 0 0 0 0,-1 0 1 0 0,0 1-1 0 0,-7-20 0 0 0,-2-10 0 0 0,7 26-5 0 0,3 6 3 0 0,0 0 0 0 0,-1 0 0 0 0,-1 0 0 0 0,0 1 0 0 0,0 0 0 0 0,-1 0 0 0 0,-1 0 0 0 0,-11-17 0 0 0,-18-17 119 0 0,-45-38 117 0 0,80 82-255 0 0,-8-8 60 0 0,-12-10 114 0 0,0 0 0 0 0,-29-20 0 0 0,-30-3 99 0 0,74 38-259 0 0,-80-43 321 0 0,83 45-317 0 0,-8 0 23 0 0,9 0-51 0 0,0 1-1 0 0,-1 0 1 0 0,1 0 0 0 0,-1 0-1 0 0,1 0 1 0 0,-1 0 0 0 0,1 0-1 0 0,-1 0 1 0 0,1 0 0 0 0,0 1 0 0 0,-1-1-1 0 0,1 0 1 0 0,-1 1 0 0 0,1-1-1 0 0,0 1 1 0 0,0 0 0 0 0,-1-1-1 0 0,1 1 1 0 0,-2 1 0 0 0,-47 40-2581 0 0,34-28-2715 0 0,4-4-1156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25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42 4396 0 0,'0'0'12510'0'0,"-5"0"-9469"0"0,-1 1-2141 0 0,-4-1 23 0 0,-1 0 5710 0 0,12 0-6610 0 0,-1 0 1 0 0,1 0 0 0 0,-1 0 0 0 0,0 0 0 0 0,1 0 0 0 0,-1 0 0 0 0,1 0-1 0 0,-1 0 1 0 0,0 1 0 0 0,1-1 0 0 0,-1 0 0 0 0,1 0 0 0 0,-1 0 0 0 0,0 0-1 0 0,1 1 1 0 0,-1-1 0 0 0,0 0 0 0 0,1 0 0 0 0,-1 1 0 0 0,0-1 0 0 0,0 0 0 0 0,1 0-1 0 0,-1 1 1 0 0,0-1 0 0 0,0 0 0 0 0,1 1 0 0 0,-1 0 0 0 0,0-1-1 0 0,1 1 1 0 0,-1-1 0 0 0,1 1 0 0 0,-1 0 0 0 0,1-1-1 0 0,-1 1 1 0 0,1-1 0 0 0,-1 1 0 0 0,1-1-1 0 0,0 1 1 0 0,-1-1 0 0 0,1 0 0 0 0,0 1 0 0 0,-1-1-1 0 0,1 0 1 0 0,0 1 0 0 0,0-1 0 0 0,-1 0-1 0 0,1 0 1 0 0,1 0 0 0 0,9 1 179 0 0,0 0-1 0 0,0-1 1 0 0,0 0-1 0 0,22-4 1 0 0,51-12 176 0 0,-62 10-283 0 0,69-12 244 0 0,-90 18-315 0 0,0-1-9 0 0,0 1-1 0 0,0 0 1 0 0,0-1 0 0 0,0 1 0 0 0,0 0-1 0 0,0-1 1 0 0,0 1 0 0 0,0 0 0 0 0,0 0-1 0 0,0 0 1 0 0,0 0 0 0 0,0 0 0 0 0,0 0-1 0 0,0 0 1 0 0,1 1 0 0 0,-1-1-240 0 0,0 0 1 0 0,1 0 0 0 0,-1 1-1 0 0,0-1 1 0 0,0 0 0 0 0,0 0-1 0 0,0 0 1 0 0,0 0 0 0 0,0-1-1 0 0,0 1 1 0 0,0 0 0 0 0,0 0-1 0 0,0 0 1 0 0,0-1 0 0 0,0 1-1 0 0,0-1 1 0 0,0 1 0 0 0,1-1-1 0 0,-2-4-103 0 0,0 0-1363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4:25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38 8537 0 0,'-1'-1'5617'0'0,"-2"-10"2997"0"0,2-2-2084 0 0,3 4-4013 0 0,-1 9-2499 0 0,0-1-1 0 0,0 1 1 0 0,0-1 0 0 0,0 1-1 0 0,0-1 1 0 0,0 1-1 0 0,0 0 1 0 0,0 0-1 0 0,1-1 1 0 0,-1 1-1 0 0,0 0 1 0 0,0 0 0 0 0,0 0-1 0 0,0 0 1 0 0,0 0-1 0 0,0 0 1 0 0,0 0-1 0 0,0 1 1 0 0,1-1-1 0 0,-1 0 1 0 0,2 2 0 0 0,4-1 7 0 0,66 18 120 0 0,-67-17-135 0 0,0 0-1 0 0,-1 0 0 0 0,1 1 0 0 0,-1 0 1 0 0,0 0-1 0 0,0 0 0 0 0,0 0 0 0 0,0 1 1 0 0,0 0-1 0 0,6 6 0 0 0,-10-8-9 0 0,0 0 0 0 0,0 1-1 0 0,1-1 1 0 0,-1 0 0 0 0,0 0-1 0 0,-1 1 1 0 0,1-1 0 0 0,0 1-1 0 0,-1-1 1 0 0,0 0-1 0 0,1 1 1 0 0,-1-1 0 0 0,0 1-1 0 0,0-1 1 0 0,0 1 0 0 0,-1-1-1 0 0,1 1 1 0 0,0-1 0 0 0,-1 1-1 0 0,0-1 1 0 0,0 0 0 0 0,1 1-1 0 0,-4 3 1 0 0,-2 5-47 0 0,0 0 0 0 0,0-1 0 0 0,-14 16 0 0 0,13-18-8 0 0,-17 19-719 0 0,-29 27 0 0 0,12-13-4143 0 0,10-9-1595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13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2596 0 0,'0'0'28405'0'0,"1"5"-28262"0"0,0-2-138 0 0,2 9 160 0 0,-1 0-1 0 0,0 0 1 0 0,1 20-1 0 0,-3-21-129 0 0,1 0 1 0 0,0-1 0 0 0,1 1-1 0 0,0-1 1 0 0,0 1-1 0 0,1-1 1 0 0,6 13 0 0 0,-6-1-5 0 0,-2-5-18 0 0,6 61 24 0 0,-3 89 0 0 0,-3 129-48 0 0,-13-83-18 0 0,1 145-30 0 0,12-195 6 0 0,-2-76 38 0 0,-3 35 11 0 0,3 77-4 0 0,21 183 4 0 0,3-46-23 0 0,-15-164 20 0 0,1 6-2 0 0,-5-122 8 0 0,7 62 4 0 0,-7-86-4 0 0,0 63-1 0 0,3 72-25 0 0,0 0-1 0 0,1 10 12 0 0,1-1-4 0 0,-7 186 19 0 0,-6-211 0 0 0,0 2-3 0 0,3 59-4 0 0,0-68 2 0 0,-1 13 2 0 0,3 153-10 0 0,4-128 3 0 0,6 95-9 0 0,0-64-2 0 0,-6-87 11 0 0,4 146-59 0 0,-6-195 49 0 0,5 223-72 0 0,-8-240 69 0 0,5 187-114 0 0,11 67 53 0 0,-3 12 40 0 0,-5-162-193 0 0,-2-55 96 0 0,13 147-114 0 0,-17-186 244 0 0,2 6 1 0 0,3 37-15 0 0,1-44 32 0 0,-2-14-14 0 0,8 64 14 0 0,-10-66-104 0 0,11 25-70 0 0,-10-58 137 0 0,-1 1 0 0 0,-1-1 0 0 0,1 28 0 0 0,6 103-9 0 0,-1-21 38 0 0,1-23 57 0 0,-1-25-4 0 0,-2 10 76 0 0,1-64 22 0 0,-4-15 21 0 0,-4-11-62 0 0,2 3-119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1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12 176 6741 0 0,'-11'-7'19749'0'0,"25"6"-14803"0"0,7 0-5085 0 0,-19 1 273 0 0,17 1-38 0 0,12 1-88 0 0,1-2 0 0 0,59-6 1 0 0,-58 3-15 0 0,-9 0-3 0 0,29-5 0 0 0,-26 3 5 0 0,-11 2 0 0 0,3-1 3 0 0,1 0-1 0 0,1 2 1 0 0,22 0-1 0 0,316-2 2 0 0,-35 0 4 0 0,-42 4-10 0 0,95 2-70 0 0,-132 0 25 0 0,0 0 26 0 0,179 13-11 0 0,217-18 45 0 0,-579 2-8 0 0,165-6-2 0 0,260-2-5 0 0,-235 12 5 0 0,38-7-5 0 0,-88-1 4 0 0,505-19 3 0 0,-677 22-1 0 0,162-10-1 0 0,99-3-1 0 0,121 0-1 0 0,-315 10 2 0 0,24-2 1 0 0,75-2 0 0 0,199 0-2 0 0,-244 3 2 0 0,-42 1 4 0 0,363 1-9 0 0,-8 1 12 0 0,-172 8-20 0 0,-93 0 12 0 0,-106-5 3 0 0,430 9 2 0 0,-168-7-9 0 0,-150-4 9 0 0,-133 3 0 0 0,114 1-1 0 0,23-1-6 0 0,-2 0 3 0 0,-187 0 1 0 0,123 3 5 0 0,31 0-4 0 0,-40 2 2 0 0,348 1 8 0 0,-232-10-13 0 0,-139 0 9 0 0,559-11 95 0 0,-415 16-30 0 0,22 0 8 0 0,-22 1 35 0 0,-12 2-907 0 0,-221-7-1530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1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7333 0 0,'0'0'21720'0'0,"-1"-1"-21670"0"0,1 1-1 0 0,0 0 1 0 0,0-1 0 0 0,0 1-1 0 0,0 0 1 0 0,0-1-1 0 0,-1 1 1 0 0,1 0-1 0 0,0-1 1 0 0,0 1 0 0 0,0 0-1 0 0,0-1 1 0 0,0 1-1 0 0,0-1 1 0 0,0 1-1 0 0,0 0 1 0 0,0-1-1 0 0,0 1 1 0 0,1 0 0 0 0,-1-1-1 0 0,0 1 1 0 0,0-1-1 0 0,0 1 1 0 0,0 0-1 0 0,0-1 1 0 0,1 1 0 0 0,-1 0-1 0 0,0 0 1 0 0,0-1-1 0 0,1 1 1 0 0,-1 0-1 0 0,0-1 1 0 0,0 1 0 0 0,1 0-1 0 0,-1 0 1 0 0,0 0-1 0 0,1-1 1 0 0,-1 1-1 0 0,0 0 1 0 0,1 0 0 0 0,17 3-12 0 0,-13-3 26 0 0,23 3 38 0 0,129-5-136 0 0,-44 0 12 0 0,148 16-8 0 0,-224-12 30 0 0,368 16-22 0 0,-93-20 0 0 0,-183 3 16 0 0,-30 2-12 0 0,26-1-10 0 0,89-2-15 0 0,49-2 10 0 0,-20-1 15 0 0,233-23 0 0 0,28-1 24 0 0,27-5-24 0 0,376-27 1 0 0,-691 46 16 0 0,50-5 4 0 0,122 3-6 0 0,-3 22 1 0 0,-384-7 2 0 0,422 4 6 0 0,8-1 2 0 0,-324 1-9 0 0,200 3 4 0 0,-151-9 0 0 0,410-13 17 0 0,-109-6-23 0 0,-236 13 1 0 0,397-11-16 0 0,-256 20 51 0 0,67-1 12 0 0,399-7 31 0 0,-172 8-42 0 0,-350 2-13 0 0,-109 1-11 0 0,198 14 37 0 0,-139-4-21 0 0,-158-9-12 0 0,194 3 129 0 0,-181-14 151 0 0,-108 6-175 0 0,8 2-677 0 0,-16 0-2075 0 0,-17 2-1768 0 0,17-3-2063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6.28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33 10093 0 0,'1'-2'5879'0'0,"-2"-5"-4448"0"0,1 4 1643 0 0,-6-17 7152 0 0,7 29-9906 0 0,25 229 551 0 0,-7 330 0 0 0,-19-541-870 0 0,-10 141-3 0 0,10-165-21 0 0,-8-86-1106 0 0,9 45-606 0 0,-3 13-3084 0 0,1 8-1681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7.8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63 328 8977 0 0,'-2'-3'5909'0'0,"-8"-7"-3658"0"0,8 6 1187 0 0,-2-2-2238 0 0,0 0-131 0 0,0 0 0 0 0,0 0 1 0 0,-1 0-1 0 0,0 0 0 0 0,-8-7 0 0 0,12 13-684 0 0,-8-26 901 0 0,10 13-798 0 0,-1 10-320 0 0,0 0 0 0 0,1 0 0 0 0,-1 0 0 0 0,1 0 1 0 0,-1 0-1 0 0,1 0 0 0 0,0 0 0 0 0,0 1 1 0 0,2-5 246 0 0,7-14-318 0 0,-7 14-90 0 0,0 0-1 0 0,1 0 1 0 0,0 0-1 0 0,0 0 1 0 0,0 1-1 0 0,1 0 1 0 0,7-8-1 0 0,4-1-5 0 0,1 1-1 0 0,0 0 1 0 0,22-12-1 0 0,-29 20-3 0 0,0 0 0 0 0,1 1-1 0 0,-1 1 1 0 0,1-1-1 0 0,0 2 1 0 0,1 0 0 0 0,18-4-1 0 0,-27 7 4 0 0,0 0-1 0 0,0 0 0 0 0,-1 1 1 0 0,1-1-1 0 0,0 0 0 0 0,0 1 1 0 0,0 0-1 0 0,-1 0 0 0 0,1-1 1 0 0,0 2-1 0 0,-1-1 1 0 0,1 0-1 0 0,-1 0 0 0 0,1 1 1 0 0,-1 0-1 0 0,1-1 0 0 0,-1 1 1 0 0,0 0-1 0 0,0 0 0 0 0,0 0 1 0 0,0 0-1 0 0,0 0 0 0 0,-1 1 1 0 0,1-1-1 0 0,-1 1 0 0 0,1-1 1 0 0,-1 1-1 0 0,0-1 1 0 0,0 1-1 0 0,1 4 0 0 0,2 5 0 0 0,-1 0 0 0 0,0 0 0 0 0,-1 0 0 0 0,0 1 0 0 0,0 20 0 0 0,-3 3 1 0 0,-1-1 1 0 0,-2 1-1 0 0,-2-1 1 0 0,0 0-1 0 0,-24 66 1 0 0,7-41-1 0 0,-2 0 0 0 0,-47 76 1 0 0,70-132-3 0 0,-10 18-15 0 0,-1-1 1 0 0,0 0-1 0 0,-2-1 0 0 0,-33 36 0 0 0,47-55-11 0 0,2-6-155 0 0,0 0 163 0 0,0 0 0 0 0,0 1 1 0 0,0-1-1 0 0,1 1 1 0 0,0-1-1 0 0,-1 1 0 0 0,2 0 1 0 0,-1-1-1 0 0,0 1 0 0 0,1 0 1 0 0,0 0-1 0 0,0 1 1 0 0,0-1-1 0 0,1 1 0 0 0,4-5 1 0 0,-2 3-14 0 0,1-1 1 0 0,-1 1 0 0 0,1 0-1 0 0,1 1 1 0 0,-1-1 0 0 0,1 1-1 0 0,-1 1 1 0 0,11-4 0 0 0,-16 7 18 0 0,0 0 10 0 0,0 1 7 0 0,-1-1-1 0 0,1 1 0 0 0,0-1 1 0 0,-1 1-1 0 0,1 0 0 0 0,-1-1 1 0 0,0 1-1 0 0,1 0 0 0 0,-1 0 1 0 0,0 0-1 0 0,1 0 0 0 0,-1 0 1 0 0,0 1-1 0 0,0-1 0 0 0,0 0 1 0 0,0 0-1 0 0,0 1 0 0 0,0-1 1 0 0,0 1-1 0 0,-1-1 0 0 0,1 1 1 0 0,0-1-1 0 0,-1 1 1 0 0,1-1-1 0 0,-1 1 0 0 0,1 2 1 0 0,6 21 30 0 0,-4-9-18 0 0,2 0 0 0 0,0-1 1 0 0,0 0-1 0 0,11 19 1 0 0,-14-30-21 0 0,1 0 1 0 0,-1 0-1 0 0,1-1 1 0 0,0 1 0 0 0,0-1-1 0 0,1 1 1 0 0,-1-1-1 0 0,1 0 1 0 0,-1 0-1 0 0,1-1 1 0 0,0 1-1 0 0,0-1 1 0 0,0 0 0 0 0,1 0-1 0 0,-1 0 1 0 0,0 0-1 0 0,1-1 1 0 0,-1 0-1 0 0,8 2 1 0 0,-1-2-24 0 0,1-1 0 0 0,-1 1 1 0 0,0-2-1 0 0,1 0 0 0 0,-1 0 0 0 0,0-1 1 0 0,0 0-1 0 0,0-1 0 0 0,0 0 0 0 0,0-1 1 0 0,0 0-1 0 0,-1-1 0 0 0,0 0 0 0 0,0 0 1 0 0,0-1-1 0 0,-1-1 0 0 0,0 0 0 0 0,0 0 1 0 0,-1 0-1 0 0,1-1 0 0 0,-2-1 1 0 0,1 1-1 0 0,-1-1 0 0 0,0 0 0 0 0,-1-1 1 0 0,0 0-1 0 0,-1 0 0 0 0,0 0 0 0 0,-1 0 1 0 0,5-15-1 0 0,-7 16 67 0 0,0 0 1 0 0,0 1 0 0 0,-1-1-1 0 0,0 0 1 0 0,-1 0 0 0 0,0 0-1 0 0,0 0 1 0 0,-1 0 0 0 0,-2-9-1 0 0,2 15-11 0 0,1 0-1 0 0,-1 0 0 0 0,0 0 1 0 0,0 0-1 0 0,0 0 0 0 0,-1 0 1 0 0,1 0-1 0 0,-1 1 0 0 0,1-1 1 0 0,-1 1-1 0 0,0-1 0 0 0,0 1 1 0 0,0 0-1 0 0,-1-1 0 0 0,1 1 1 0 0,0 0-1 0 0,-1 1 0 0 0,1-1 0 0 0,-1 0 1 0 0,0 1-1 0 0,1-1 0 0 0,-1 1 1 0 0,0 0-1 0 0,0 0 0 0 0,0 0 1 0 0,0 0-1 0 0,0 1 0 0 0,0-1 1 0 0,-5 0-1 0 0,5 1-13 0 0,-1 1-1 0 0,1-1 1 0 0,-1 0 0 0 0,1 1-1 0 0,-1-1 1 0 0,1 1-1 0 0,0 0 1 0 0,-1 0 0 0 0,1 1-1 0 0,0-1 1 0 0,0 1 0 0 0,0-1-1 0 0,0 1 1 0 0,0 0 0 0 0,0 0-1 0 0,1 0 1 0 0,-1 1 0 0 0,1-1-1 0 0,-1 1 1 0 0,1-1-1 0 0,0 1 1 0 0,0 0 0 0 0,0 0-1 0 0,0 0 1 0 0,1 0 0 0 0,-1 0-1 0 0,1 0 1 0 0,-2 4 0 0 0,-1 4-9 0 0,1-1 1 0 0,0 0 0 0 0,1 1-1 0 0,0-1 1 0 0,1 1 0 0 0,0 0 0 0 0,1 18-1 0 0,0-21-11 0 0,1 0 0 0 0,1 0 0 0 0,-1 0-1 0 0,1 0 1 0 0,1 0 0 0 0,-1-1-1 0 0,1 1 1 0 0,1-1 0 0 0,-1 1 0 0 0,1-1-1 0 0,1 0 1 0 0,-1 0 0 0 0,1-1 0 0 0,0 0-1 0 0,12 12 1 0 0,-13-14-1 0 0,1-1-1 0 0,0 1 1 0 0,0-1-1 0 0,0 0 1 0 0,0-1-1 0 0,0 1 1 0 0,1-1-1 0 0,-1 0 1 0 0,1 0-1 0 0,-1 0 1 0 0,1-1-1 0 0,0 0 1 0 0,0 0-1 0 0,0-1 1 0 0,-1 1-1 0 0,1-1 1 0 0,0 0-1 0 0,0-1 1 0 0,0 0-1 0 0,0 0 1 0 0,-1 0-1 0 0,1 0 1 0 0,5-3-1 0 0,-1 0-8 0 0,-1 0 1 0 0,0 0-1 0 0,0-1 0 0 0,0 0 0 0 0,0 0 1 0 0,-1-1-1 0 0,0-1 0 0 0,-1 1 0 0 0,1-1 1 0 0,7-10-1 0 0,-5 6-2 0 0,-1-2 1 0 0,-1 1-1 0 0,0-1 1 0 0,-1-1-1 0 0,0 0 1 0 0,5-17-1 0 0,-2-3 7 0 0,-1-1-1 0 0,-1 0 1 0 0,-2-1-1 0 0,-2 1 1 0 0,0-40 0 0 0,-6-121 115 0 0,-1 56 227 0 0,-11 252-3 0 0,-11 135-199 0 0,-6 36-41 0 0,11-132-69 0 0,-34 350 51 0 0,54-495-70 0 0,-2 16-9 0 0,2 0-1 0 0,0 0 1 0 0,7 40 0 0 0,-7-60 3 0 0,0-1 0 0 0,1 0 1 0 0,-1 0-1 0 0,0 1 0 0 0,1-1 0 0 0,-1 0 1 0 0,1 0-1 0 0,-1 0 0 0 0,1 1 0 0 0,0-1 1 0 0,0 0-1 0 0,-1 0 0 0 0,1 0 1 0 0,0 0-1 0 0,0 0 0 0 0,0 0 0 0 0,0-1 1 0 0,1 2-1 0 0,-1-2-50 0 0,14-18-74 0 0,-13 17 121 0 0,-1-1 0 0 0,1 0 0 0 0,0 0 0 0 0,-1 0-1 0 0,1 0 1 0 0,-1 0 0 0 0,1 0 0 0 0,-1 0 0 0 0,0 0-1 0 0,2-4 1 0 0,4-24-96 0 0,-1 0 0 0 0,-1 0-1 0 0,-1-1 1 0 0,-1-43-1 0 0,-2 38 19 0 0,-3-116-263 0 0,-1 93-7 0 0,7-69-1 0 0,-4 125 323 0 0,1 1 0 0 0,-1-1 0 0 0,1 0 0 0 0,0 1-1 0 0,0-1 1 0 0,0 0 0 0 0,0 1 0 0 0,0-1 0 0 0,1 1-1 0 0,-1 0 1 0 0,1 0 0 0 0,0-1 0 0 0,0 1 0 0 0,0 0-1 0 0,0 0 1 0 0,0 1 0 0 0,0-1 0 0 0,0 0-1 0 0,0 1 1 0 0,5-3 0 0 0,4-2-115 0 0,1 1 1 0 0,-1 1-1 0 0,18-5 0 0 0,-5 2 13 0 0,-13 2 104 0 0,0 1 1 0 0,-1-2-1 0 0,1 1 0 0 0,-1-1 0 0 0,-1-1 1 0 0,1 0-1 0 0,-1 0 0 0 0,-1-1 0 0 0,1 0 1 0 0,-1 0-1 0 0,13-18 0 0 0,-10 9 98 0 0,-1 1-1 0 0,0-2 1 0 0,-1 1-1 0 0,-1-1 1 0 0,-1 0 0 0 0,7-27-1 0 0,-12 40 16 0 0,-1-1 0 0 0,0 0 0 0 0,-1 0 0 0 0,1 0 0 0 0,-1 0 0 0 0,0 0 0 0 0,-1 0 0 0 0,-1-11 0 0 0,1 15-9 0 0,1-1 0 0 0,-1 0-1 0 0,0 0 1 0 0,0 1 0 0 0,0-1 0 0 0,0 0-1 0 0,-1 1 1 0 0,1-1 0 0 0,0 1 0 0 0,-1 0-1 0 0,0-1 1 0 0,0 1 0 0 0,0 0 0 0 0,0 0-1 0 0,0 0 1 0 0,0 0 0 0 0,0 1 0 0 0,-1-1-1 0 0,1 1 1 0 0,-3-2 0 0 0,3 2-49 0 0,0 1 1 0 0,1 0-1 0 0,-1-1 1 0 0,0 1-1 0 0,0 0 0 0 0,1 0 1 0 0,-1 0-1 0 0,0 1 1 0 0,1-1-1 0 0,-1 0 1 0 0,0 1-1 0 0,1-1 0 0 0,-1 1 1 0 0,0-1-1 0 0,1 1 1 0 0,-1 0-1 0 0,1 0 1 0 0,-1 0-1 0 0,1 0 0 0 0,0 0 1 0 0,-1 0-1 0 0,1 0 1 0 0,0 0-1 0 0,-1 0 1 0 0,1 0-1 0 0,0 1 0 0 0,0-1 1 0 0,-1 3-1 0 0,-2 2 5 0 0,0 0 1 0 0,0 0-1 0 0,1 0 0 0 0,-1 1 0 0 0,-1 7 0 0 0,1-3-7 0 0,1 1 1 0 0,0 0-1 0 0,1 0 0 0 0,0 1 0 0 0,1-1 0 0 0,1 0 0 0 0,0 0 0 0 0,0 1 1 0 0,1-1-1 0 0,5 22 0 0 0,-4-26-24 0 0,0 0 0 0 0,1 0 0 0 0,0 0 0 0 0,0-1 0 0 0,0 0 0 0 0,1 0 0 0 0,0 0 0 0 0,1 0 0 0 0,0 0 1 0 0,0-1-1 0 0,0 0 0 0 0,1 0 0 0 0,-1 0 0 0 0,2-1 0 0 0,-1 0 0 0 0,14 9 0 0 0,-15-11-33 0 0,1 0 0 0 0,-1 0 0 0 0,1 0 0 0 0,0-1 0 0 0,0 0 0 0 0,0 0 0 0 0,0-1 0 0 0,0 0 1 0 0,0 0-1 0 0,1 0 0 0 0,-1-1 0 0 0,0 0 0 0 0,0 0 0 0 0,0 0 0 0 0,8-2 0 0 0,-7 0-361 0 0,-1 0 0 0 0,1 0 0 0 0,-1-1 0 0 0,1 0 0 0 0,-1 0-1 0 0,0-1 1 0 0,0 1 0 0 0,9-9 0 0 0,1-2-4039 0 0,-4 1-1995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8.17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 66 9085 0 0,'-2'-2'5882'0'0,"-7"-13"-224"0"0,0-1-1551 0 0,6 12 894 0 0,24 43-4742 0 0,29 58 254 0 0,-43-81-399 0 0,0 0-1 0 0,-2 1 1 0 0,0 0-1 0 0,4 22 1 0 0,-9-36-94 0 0,1 1 1 0 0,-1-1-1 0 0,0 1 1 0 0,0-1-1 0 0,-1 1 1 0 0,1-1-1 0 0,-1 0 1 0 0,1 1-1 0 0,-1-1 1 0 0,-2 4-1 0 0,3-6-11 0 0,-1 0 0 0 0,1 1 1 0 0,-1-1-1 0 0,1 0 0 0 0,-1 0 0 0 0,0 0 0 0 0,0 0 1 0 0,0 0-1 0 0,0 0 0 0 0,0 0 0 0 0,0 0 0 0 0,0 0 1 0 0,0 0-1 0 0,0-1 0 0 0,0 1 0 0 0,0 0 0 0 0,0-1 0 0 0,-1 1 1 0 0,1-1-1 0 0,0 1 0 0 0,0-1 0 0 0,-1 0 0 0 0,1 1 1 0 0,0-1-1 0 0,-1 0 0 0 0,-1 0 0 0 0,1 0 25 0 0,-12-14 28 0 0,11 9-56 0 0,0 0-1 0 0,1-1 1 0 0,-1 1-1 0 0,1-1 1 0 0,0 0-1 0 0,0 0 0 0 0,1 0 1 0 0,0 0-1 0 0,0 0 1 0 0,0 0-1 0 0,1 0 1 0 0,0-9-1 0 0,1 0-58 0 0,0 0 0 0 0,1 0-1 0 0,7-27 1 0 0,-3 22-270 0 0,0 1-1 0 0,1 0 0 0 0,13-22 0 0 0,5 5-6697 0 0,-14 25 643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8.46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21 186 7377 0 0,'3'-2'4353'0'0,"11"-4"-1516"0"0,-1-1 0 0 0,16-12 0 0 0,-18 11-2047 0 0,-1 0 1 0 0,1-1-1 0 0,-2 0 0 0 0,1-1 0 0 0,13-18 0 0 0,-20 24-498 0 0,-1 0-1 0 0,0 0 0 0 0,0 0 0 0 0,-1 0 1 0 0,1 0-1 0 0,-1-1 0 0 0,1 1 0 0 0,-2 0 1 0 0,1-1-1 0 0,0 1 0 0 0,-1-6 0 0 0,0 9-237 0 0,0 0-1 0 0,0 0 1 0 0,0 0-1 0 0,0 0 1 0 0,0 0-1 0 0,0 0 1 0 0,-1 0-1 0 0,1 0 1 0 0,0 0-1 0 0,-1 0 1 0 0,1 1-1 0 0,-1-1 1 0 0,1 0-1 0 0,-1 0 1 0 0,1 0-1 0 0,-1 0 1 0 0,0 1-1 0 0,1-1 1 0 0,-1 0-1 0 0,0 1 1 0 0,0-1-1 0 0,0 0 1 0 0,1 1-1 0 0,-1-1 1 0 0,0 1-1 0 0,0-1 1 0 0,0 1-1 0 0,0 0 1 0 0,0-1-1 0 0,0 1 1 0 0,0 0-1 0 0,0 0 1 0 0,0 0-1 0 0,0-1 1 0 0,0 1-1 0 0,0 0 1 0 0,0 0-1 0 0,0 1 1 0 0,0-1-1 0 0,-1 0 1 0 0,-3 1 76 0 0,-1-1 0 0 0,1 1 0 0 0,0 0 0 0 0,-9 4 1 0 0,7-2-64 0 0,0 0 1 0 0,0 1-1 0 0,0 0 1 0 0,0 0-1 0 0,1 1 0 0 0,0 0 1 0 0,0 0-1 0 0,0 0 1 0 0,1 1-1 0 0,0 0 1 0 0,0 0-1 0 0,0 0 1 0 0,-5 11-1 0 0,7-13-77 0 0,1 1-1 0 0,-1-1 0 0 0,1 0 0 0 0,1 1 0 0 0,-1-1 0 0 0,1 1 0 0 0,-1 0 0 0 0,1 0 1 0 0,1-1-1 0 0,-1 1 0 0 0,1 0 0 0 0,0 0 0 0 0,0 0 0 0 0,0 0 0 0 0,0 0 0 0 0,1-1 1 0 0,0 1-1 0 0,0 0 0 0 0,1 0 0 0 0,-1-1 0 0 0,1 1 0 0 0,3 5 0 0 0,-2-5-51 0 0,1-1-1 0 0,0 1 1 0 0,0-1-1 0 0,0 1 1 0 0,1-1-1 0 0,0-1 1 0 0,0 1-1 0 0,0-1 1 0 0,0 1-1 0 0,8 3 1 0 0,1-1-317 0 0,1 0 1 0 0,28 8 0 0 0,0-9-1728 0 0,-14-6-2863 0 0,-6 0-1400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8.9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75 6473 0 0,'-1'0'4059'0'0,"-7"-3"1861"0"0,4-2-4813 0 0,-3-9 6971 0 0,6 9-8301 0 0,1 3 1293 0 0,0-25 2101 0 0,1 24-2972 0 0,0-9 853 0 0,0 8-345 0 0,-1 6 21 0 0,1 169-432 0 0,-4-72-230 0 0,4-54-26 0 0,-1-44-28 0 0,0-7-9 0 0,4-32 0 0 0,9-72-25 0 0,-10 94 12 0 0,1 1 0 0 0,0 0 0 0 0,1 0 0 0 0,1 0 0 0 0,9-17 0 0 0,-15 31 10 0 0,2-3-4 0 0,0 0 0 0 0,1 0 0 0 0,-1 0 0 0 0,1 0 0 0 0,0 1 0 0 0,0-1 0 0 0,0 1 0 0 0,1 0 1 0 0,5-5-1 0 0,-8 7 5 0 0,0 0-1 0 0,0 0 1 0 0,-1 1 0 0 0,1-1 0 0 0,0 0 0 0 0,0 1 0 0 0,0-1 0 0 0,0 0 0 0 0,1 1-1 0 0,-1-1 1 0 0,0 1 0 0 0,0 0 0 0 0,0-1 0 0 0,0 1 0 0 0,0 0 0 0 0,1 0 0 0 0,-1 0 0 0 0,0 0-1 0 0,0 0 1 0 0,0 0 0 0 0,1 0 0 0 0,-1 0 0 0 0,0 0 0 0 0,0 1 0 0 0,0-1 0 0 0,0 0-1 0 0,0 1 1 0 0,1-1 0 0 0,-1 1 0 0 0,0-1 0 0 0,0 1 0 0 0,0-1 0 0 0,0 1 0 0 0,0 0 0 0 0,0 0-1 0 0,-1-1 1 0 0,1 1 0 0 0,1 2 0 0 0,1 1 3 0 0,-1 0-1 0 0,0 0 1 0 0,0 0 0 0 0,0 1-1 0 0,0-1 1 0 0,1 10 0 0 0,-1-8 2 0 0,2 20-88 0 0,0 0-1 0 0,-2 0 1 0 0,0 0 0 0 0,-2 1 0 0 0,-4 36 0 0 0,4-61-200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9.20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 20 4156 0 0,'0'-1'8967'0'0,"-3"-12"3094"0"0,-9 9-10587 0 0,9 3-285 0 0,0 3-248 0 0,-4 5-709 0 0,0-1 0 0 0,1 2 0 0 0,0-1 0 0 0,0 1 0 0 0,0-1 1 0 0,1 2-1 0 0,0-1 0 0 0,1 0 0 0 0,0 1 0 0 0,0 0 0 0 0,1 0 0 0 0,0 0 0 0 0,-2 12 0 0 0,2-4-176 0 0,0 0 0 0 0,1 0 0 0 0,0 0 1 0 0,2 0-1 0 0,0 1 0 0 0,5 31 0 0 0,-5-46-78 0 0,1-1-1 0 0,0 1 1 0 0,0-1 0 0 0,0 1 0 0 0,0-1 0 0 0,0 0 0 0 0,0 1 0 0 0,3 2-1 0 0,-3-4-17 0 0,0 0-1 0 0,-1 0 0 0 0,1-1 1 0 0,0 1-1 0 0,-1 0 0 0 0,1 0 1 0 0,0-1-1 0 0,0 1 1 0 0,-1-1-1 0 0,1 1 0 0 0,0-1 1 0 0,0 1-1 0 0,0-1 0 0 0,0 0 1 0 0,0 1-1 0 0,0-1 0 0 0,0 0 1 0 0,0 0-1 0 0,0 1 0 0 0,0-1 1 0 0,0 0-1 0 0,0 0 0 0 0,0 0 1 0 0,0 0-1 0 0,0 0 0 0 0,0-1 1 0 0,0 1-1 0 0,0 0 0 0 0,1-1 1 0 0,21-10-1751 0 0,-6 1-3283 0 0,-3 0-1382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9.48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0 272 12317 0 0,'0'-1'3329'0'0,"1"-11"9533"0"0,0 11-12792 0 0,-1 0 1 0 0,1 0 0 0 0,-1 0-1 0 0,1 0 1 0 0,-1 0-1 0 0,1 0 1 0 0,0 0-1 0 0,-1 0 1 0 0,1 0-1 0 0,0 0 1 0 0,0 0 0 0 0,0 0-1 0 0,0 0 1 0 0,0 0-1 0 0,0 1 1 0 0,0-1-1 0 0,0 0 1 0 0,0 1-1 0 0,2-1 1 0 0,30-13 478 0 0,-15 7-385 0 0,-5 2-84 0 0,1-2 1 0 0,-1 0-1 0 0,0 0 0 0 0,-1-1 0 0 0,0-1 1 0 0,19-17-1 0 0,-27 23-57 0 0,-1-1 1 0 0,1 1 0 0 0,-1-1-1 0 0,0 0 1 0 0,0 0-1 0 0,-1 0 1 0 0,1 0 0 0 0,-1-1-1 0 0,0 1 1 0 0,0-1-1 0 0,0 1 1 0 0,-1-1 0 0 0,1 0-1 0 0,-1 1 1 0 0,-1-1-1 0 0,1 0 1 0 0,0 0 0 0 0,-1 0-1 0 0,0 0 1 0 0,0 0-1 0 0,-1 0 1 0 0,1 0 0 0 0,-4-9-1 0 0,4 12-6 0 0,0 0 1 0 0,-1 1-1 0 0,0-1 0 0 0,1 0 0 0 0,-1 0 0 0 0,0 1 1 0 0,0-1-1 0 0,0 1 0 0 0,0-1 0 0 0,0 1 0 0 0,0-1 1 0 0,0 1-1 0 0,-1-1 0 0 0,1 1 0 0 0,0 0 0 0 0,-1 0 1 0 0,1 0-1 0 0,-1 0 0 0 0,0 0 0 0 0,1 0 0 0 0,-1 0 1 0 0,0 0-1 0 0,1 1 0 0 0,-1-1 0 0 0,0 1 0 0 0,0-1 1 0 0,1 1-1 0 0,-1 0 0 0 0,0-1 0 0 0,0 1 0 0 0,0 0 0 0 0,0 0 1 0 0,0 1-1 0 0,1-1 0 0 0,-1 0 0 0 0,0 0 0 0 0,0 1 1 0 0,0-1-1 0 0,1 1 0 0 0,-3 1 0 0 0,-1 0 2 0 0,0 0 0 0 0,1 0 0 0 0,-1 0 0 0 0,1 1 0 0 0,0 0 0 0 0,0 0 0 0 0,0 0 0 0 0,0 1 0 0 0,1-1 0 0 0,-1 1 0 0 0,1 0-1 0 0,0 0 1 0 0,-6 8 0 0 0,5-1-15 0 0,-1 1 0 0 0,1-1 0 0 0,1 1-1 0 0,0-1 1 0 0,1 1 0 0 0,0 0 0 0 0,1 0-1 0 0,0 0 1 0 0,1 0 0 0 0,1 18 0 0 0,1-16-7 0 0,0 1 1 0 0,1-1-1 0 0,1 1 1 0 0,0-1-1 0 0,0 0 1 0 0,2-1-1 0 0,-1 1 1 0 0,10 13-1 0 0,-13-24-26 0 0,0 0 1 0 0,1 0-1 0 0,-1 0 1 0 0,1-1-1 0 0,0 1 1 0 0,0-1-1 0 0,0 0 1 0 0,0 0-1 0 0,0 0 1 0 0,0 0-1 0 0,0-1 1 0 0,1 1-1 0 0,-1-1 0 0 0,1 0 1 0 0,-1 0-1 0 0,1 0 1 0 0,0 0-1 0 0,-1 0 1 0 0,1-1-1 0 0,0 0 1 0 0,-1 0-1 0 0,1 0 1 0 0,6-1-1 0 0,9-1-1268 0 0,0-1 1 0 0,-1-1-1 0 0,24-7 0 0 0,-36 9 541 0 0,54-15-5747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49.97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5 11737 0 0,'-3'-5'17414'0'0,"6"80"-16050"0"0,12 127 117 0 0,-3 30-923 0 0,-11-190-508 0 0,3 89-162 0 0,-2-123 158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50.77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55 389 5184 0 0,'-8'-19'9589'0'0,"-4"1"-4365"0"0,9 14-4707 0 0,0 0 1 0 0,1 0 0 0 0,-1-1 0 0 0,1 1-1 0 0,0-1 1 0 0,0 0 0 0 0,0 1 0 0 0,0-1-1 0 0,1 0 1 0 0,0 0 0 0 0,-1-10 0 0 0,-2-27 1126 0 0,2 27-997 0 0,0 1-1 0 0,1-16 0 0 0,1 24-499 0 0,0-8 154 0 0,1 0 0 0 0,0-1 1 0 0,1 1-1 0 0,7-27 0 0 0,-7 36-292 0 0,-1 1 0 0 0,1-1-1 0 0,1 1 1 0 0,-1 0 0 0 0,1 0 0 0 0,0 0 0 0 0,0 0-1 0 0,0 1 1 0 0,0-1 0 0 0,0 1 0 0 0,1 0 0 0 0,0 0 0 0 0,0 0-1 0 0,0 0 1 0 0,0 1 0 0 0,0-1 0 0 0,0 1 0 0 0,9-3 0 0 0,-5 2-15 0 0,0 1 0 0 0,0-1 0 0 0,0 1 0 0 0,0 1 0 0 0,0 0 0 0 0,1 0 0 0 0,-1 1 0 0 0,0 0 0 0 0,1 0 0 0 0,-1 1 0 0 0,1 0 0 0 0,-1 0 0 0 0,0 1 0 0 0,0 0 0 0 0,11 4 0 0 0,-14-3 2 0 0,1-1-1 0 0,-1 1 0 0 0,0 0 1 0 0,0 1-1 0 0,0-1 0 0 0,0 1 0 0 0,0 0 1 0 0,-1 0-1 0 0,0 0 0 0 0,0 1 1 0 0,0 0-1 0 0,0-1 0 0 0,-1 1 1 0 0,1 1-1 0 0,-1-1 0 0 0,-1 0 0 0 0,1 1 1 0 0,-1-1-1 0 0,0 1 0 0 0,0 0 1 0 0,1 11-1 0 0,-1 0 1 0 0,0 1 0 0 0,-2-1 0 0 0,0 1 0 0 0,-1-1 0 0 0,-1 1 1 0 0,-1-1-1 0 0,0 0 0 0 0,-8 24 0 0 0,-1-6-52 0 0,-2 0 0 0 0,-33 62 0 0 0,23-46-849 0 0,23-49 652 0 0,6-4-1822 0 0,14-7 2079 0 0,-14 7 327 0 0,-4 2-301 0 0,-1 0 1 0 0,1 1-1 0 0,0-1 0 0 0,-1 0 1 0 0,1 0-1 0 0,0 1 0 0 0,-1-1 1 0 0,1 0-1 0 0,-1 1 0 0 0,1-1 1 0 0,-1 1-1 0 0,1-1 1 0 0,-1 1-1 0 0,1-1 0 0 0,-1 1 1 0 0,1-1-1 0 0,-1 1 0 0 0,1 0 1 0 0,-1 16 140 0 0,0-1-1 0 0,1 1 1 0 0,1-1 0 0 0,1 0 0 0 0,7 24 0 0 0,-9-35-176 0 0,1 1 0 0 0,1-1 0 0 0,-1 0 0 0 0,1 1 0 0 0,0-1 0 0 0,0-1 0 0 0,0 1 1 0 0,1 0-1 0 0,-1-1 0 0 0,1 0 0 0 0,0 0 0 0 0,1 0 0 0 0,-1 0 0 0 0,1 0 0 0 0,-1-1 0 0 0,1 0 0 0 0,0 0 0 0 0,1-1 0 0 0,8 4 0 0 0,-5-3-24 0 0,0-1 0 0 0,0-1 0 0 0,1 1 0 0 0,-1-1 0 0 0,0-1-1 0 0,1 0 1 0 0,-1-1 0 0 0,1 1 0 0 0,-1-2 0 0 0,0 1 0 0 0,0-1-1 0 0,0-1 1 0 0,0 0 0 0 0,0 0 0 0 0,10-5 0 0 0,-6 1 3 0 0,1 0 0 0 0,-1 0 0 0 0,-1-1 0 0 0,0-1 0 0 0,0 0 0 0 0,-1-1 0 0 0,0 0 0 0 0,18-22 0 0 0,-24 25 78 0 0,1 0 0 0 0,-1-1-1 0 0,-1 0 1 0 0,0 0 0 0 0,0 0-1 0 0,0-1 1 0 0,-1 1-1 0 0,3-12 1 0 0,-5 15 51 0 0,-1 0-1 0 0,1 0 1 0 0,-1 0 0 0 0,1 0-1 0 0,-2 0 1 0 0,1 0 0 0 0,0 0-1 0 0,-1 1 1 0 0,0-1 0 0 0,0 0-1 0 0,0 0 1 0 0,-1 0 0 0 0,0 1-1 0 0,0-1 1 0 0,0 1 0 0 0,-4-7 0 0 0,5 10-77 0 0,0 0 1 0 0,1-1 0 0 0,-1 1 0 0 0,0 0 0 0 0,-1 0 0 0 0,1 0 0 0 0,0 0 0 0 0,0 0 0 0 0,0 0 0 0 0,-1 0 0 0 0,1 1 0 0 0,0-1 0 0 0,-1 0 0 0 0,1 1 0 0 0,0-1-1 0 0,-1 1 1 0 0,1-1 0 0 0,-1 1 0 0 0,1 0 0 0 0,-1-1 0 0 0,1 1 0 0 0,-1 0 0 0 0,1 0 0 0 0,-1 0 0 0 0,1 0 0 0 0,-1 1 0 0 0,1-1 0 0 0,-1 0 0 0 0,1 1 0 0 0,-1-1-1 0 0,1 1 1 0 0,-1-1 0 0 0,1 1 0 0 0,0 0 0 0 0,-1-1 0 0 0,1 1 0 0 0,-2 1 0 0 0,-2 1 0 0 0,1 1 0 0 0,0-1 0 0 0,0 0 1 0 0,0 1-1 0 0,0 0 0 0 0,1 0 0 0 0,-1 0 0 0 0,1 0 0 0 0,-4 7 0 0 0,2-2-13 0 0,1 1-1 0 0,0-1 1 0 0,1 1-1 0 0,0 0 0 0 0,0 0 1 0 0,1 0-1 0 0,0 0 1 0 0,1 1-1 0 0,0 17 1 0 0,1-21-15 0 0,0-1 0 0 0,1 1 1 0 0,1-1-1 0 0,-1 1 1 0 0,1-1-1 0 0,0 0 1 0 0,0 0-1 0 0,1 1 1 0 0,0-2-1 0 0,0 1 0 0 0,0 0 1 0 0,1 0-1 0 0,-1-1 1 0 0,2 0-1 0 0,-1 0 1 0 0,7 6-1 0 0,-6-6-2 0 0,0-1 0 0 0,1 1 0 0 0,0-1 0 0 0,0 0 0 0 0,0-1 0 0 0,1 0 0 0 0,-1 0 0 0 0,1 0 0 0 0,-1 0 0 0 0,1-1 0 0 0,0-1 0 0 0,0 1 0 0 0,0-1 0 0 0,0 0 0 0 0,11 0 0 0 0,-13-1-1 0 0,1-1 0 0 0,-1 1 0 0 0,0-1 1 0 0,0 0-1 0 0,0-1 0 0 0,0 1 0 0 0,0-1 1 0 0,0 0-1 0 0,0 0 0 0 0,0 0 0 0 0,-1-1 0 0 0,1 0 1 0 0,-1 0-1 0 0,0 0 0 0 0,0 0 0 0 0,0-1 1 0 0,0 1-1 0 0,0-1 0 0 0,-1 0 0 0 0,0 0 0 0 0,5-7 1 0 0,-5 5 1 0 0,0-1 0 0 0,-1 1 1 0 0,0 0-1 0 0,0-1 0 0 0,-1 1 0 0 0,1-1 1 0 0,-1 0-1 0 0,-1 1 0 0 0,1-1 1 0 0,-1 0-1 0 0,0 0 0 0 0,-1 1 1 0 0,-2-14-1 0 0,1 8-1 0 0,-1 0 1 0 0,-1 0 0 0 0,1 0-1 0 0,-2 0 1 0 0,0 0-1 0 0,-9-16 1 0 0,10 23-5 0 0,1 0 1 0 0,-1 0-1 0 0,0 0 1 0 0,0 0-1 0 0,-1 1 1 0 0,1 0-1 0 0,-1 0 1 0 0,0 0-1 0 0,0 0 1 0 0,0 1-1 0 0,-1 0 1 0 0,-11-5-1 0 0,16 7-36 0 0,-1 1 0 0 0,1 0 0 0 0,-1 0-1 0 0,1 0 1 0 0,-1 0 0 0 0,0 0 0 0 0,1 0-1 0 0,-1 1 1 0 0,1-1 0 0 0,-1 1 0 0 0,1-1-1 0 0,-1 1 1 0 0,1-1 0 0 0,-1 1 0 0 0,1 0-1 0 0,0-1 1 0 0,-1 1 0 0 0,1 0 0 0 0,0 0-1 0 0,0 0 1 0 0,-1 0 0 0 0,0 2 0 0 0,2-3-49 0 0,-1 1 1 0 0,1 0-1 0 0,0 0 1 0 0,0 0-1 0 0,-1 0 1 0 0,1-1-1 0 0,0 1 1 0 0,0 0-1 0 0,0 0 1 0 0,0 0-1 0 0,0 0 1 0 0,0-1-1 0 0,0 1 1 0 0,0 0-1 0 0,0 1 1 0 0,3 5-5058 0 0,8 7-1348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8:51.50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313 770 2824 0 0,'7'-17'11151'0'0,"-8"-1"-4612"0"0,0 14-5869 0 0,-1 0-1 0 0,1 0 0 0 0,-1 1 0 0 0,0-1 1 0 0,0 0-1 0 0,0 1 0 0 0,-4-6 0 0 0,-2 0-102 0 0,0 1 0 0 0,-1-1-1 0 0,0 1 1 0 0,-16-10-1 0 0,18 13-370 0 0,-1 0 0 0 0,-1 1-1 0 0,1 1 1 0 0,-1-1 0 0 0,1 1-1 0 0,-1 1 1 0 0,0 0 0 0 0,0 0-1 0 0,0 0 1 0 0,0 1 0 0 0,0 1-1 0 0,0 0 1 0 0,-1 0 0 0 0,1 0-1 0 0,-10 3 1 0 0,14-2-176 0 0,1-1 1 0 0,-1 1-1 0 0,1 1 1 0 0,0-1-1 0 0,-1 1 1 0 0,1 0 0 0 0,0-1-1 0 0,0 2 1 0 0,0-1-1 0 0,0 0 1 0 0,1 1-1 0 0,-1 0 1 0 0,1 0-1 0 0,-1 0 1 0 0,1 0-1 0 0,0 1 1 0 0,0-1-1 0 0,1 1 1 0 0,-1-1-1 0 0,1 1 1 0 0,0 0-1 0 0,-1 0 1 0 0,2 0-1 0 0,-1 1 1 0 0,0-1-1 0 0,1 0 1 0 0,0 1-1 0 0,0-1 1 0 0,0 0-1 0 0,1 1 1 0 0,-1 0-1 0 0,1 5 1 0 0,1-3-27 0 0,0-1 0 0 0,0 1 0 0 0,1 0-1 0 0,0 0 1 0 0,0 0 0 0 0,0-1 0 0 0,1 1 0 0 0,0-1 0 0 0,0 0-1 0 0,1 0 1 0 0,0 0 0 0 0,0 0 0 0 0,0-1 0 0 0,1 1 0 0 0,-1-1 0 0 0,1 0-1 0 0,0-1 1 0 0,7 5 0 0 0,-4-2-32 0 0,0-2 0 0 0,0 1 1 0 0,0-1-1 0 0,1 0 0 0 0,0-1 0 0 0,0 1 0 0 0,0-2 0 0 0,1 0 1 0 0,-1 0-1 0 0,1 0 0 0 0,0-1 0 0 0,11 0 0 0 0,-18-1 25 0 0,-1-1-1 0 0,0 0 0 0 0,0-1 0 0 0,1 1 1 0 0,-1 0-1 0 0,0-1 0 0 0,0 1 0 0 0,0-1 1 0 0,1 0-1 0 0,-1 1 0 0 0,0-1 1 0 0,0 0-1 0 0,0 0 0 0 0,0-1 0 0 0,0 1 1 0 0,-1 0-1 0 0,1-1 0 0 0,3-2 0 0 0,-3 1 10 0 0,0 0 0 0 0,0 0 0 0 0,0 0 0 0 0,0-1 0 0 0,0 1 0 0 0,-1 0 0 0 0,0-1 0 0 0,0 1 0 0 0,0-1 0 0 0,1-5 0 0 0,0-8 43 0 0,-1 0 1 0 0,-1 1 0 0 0,0-1 0 0 0,-3-17 0 0 0,2 25-18 0 0,1 4 10 0 0,0-1 0 0 0,-1 1 0 0 0,0 0 1 0 0,0-1-1 0 0,-1 1 0 0 0,1 0 1 0 0,-1 0-1 0 0,-4-9 0 0 0,5 13-9 0 0,0 10-48 0 0,1 1 0 0 0,0-1 0 0 0,1 0 0 0 0,0 1 0 0 0,0-1 0 0 0,1 0 0 0 0,0 0 0 0 0,1 0 0 0 0,0 0 0 0 0,6 12 0 0 0,-3-11-14 0 0,0-1 1 0 0,0-1-1 0 0,1 1 0 0 0,0-1 0 0 0,0 0 1 0 0,1-1-1 0 0,0 1 0 0 0,0-2 0 0 0,1 1 0 0 0,0-1 1 0 0,0 0-1 0 0,1-1 0 0 0,-1 0 0 0 0,1-1 0 0 0,0 0 1 0 0,1-1-1 0 0,-1 0 0 0 0,0 0 0 0 0,1-1 0 0 0,0 0 1 0 0,-1-1-1 0 0,1 0 0 0 0,0-1 0 0 0,0 0 1 0 0,0-1-1 0 0,-1 0 0 0 0,1 0 0 0 0,0-1 0 0 0,-1-1 1 0 0,1 0-1 0 0,-1 0 0 0 0,0-1 0 0 0,16-9 0 0 0,-21 10 20 0 0,0-1 0 0 0,0 1 0 0 0,0-1 0 0 0,-1 0 0 0 0,1-1 0 0 0,-1 1 0 0 0,0-1 0 0 0,0 0 0 0 0,4-7 0 0 0,-7 10 42 0 0,1-1 0 0 0,-1 0 0 0 0,1 1 0 0 0,-1-1 0 0 0,0 0 0 0 0,0 0 0 0 0,0 0 0 0 0,-1 0-1 0 0,1 0 1 0 0,-1 0 0 0 0,0 0 0 0 0,1 0 0 0 0,-1 0 0 0 0,-1 0 0 0 0,1 0 0 0 0,0 0 0 0 0,-1 0 0 0 0,1 0 0 0 0,-1 0 0 0 0,-2-5 0 0 0,0 2 42 0 0,0 1 0 0 0,-1-1 0 0 0,0 1 0 0 0,0 0 0 0 0,0 0 0 0 0,0 0 1 0 0,-1 1-1 0 0,0-1 0 0 0,0 1 0 0 0,0 0 0 0 0,-1 1 0 0 0,1-1 0 0 0,-9-3 0 0 0,5 3 1 0 0,-1 0-1 0 0,0 0 0 0 0,0 1 0 0 0,0 1 1 0 0,0 0-1 0 0,0 0 0 0 0,-21 0 0 0 0,26 1-58 0 0,1 1 0 0 0,-1 0 0 0 0,0 1-1 0 0,0-1 1 0 0,0 1 0 0 0,0 0 0 0 0,1 0 0 0 0,-1 1-1 0 0,0-1 1 0 0,1 1 0 0 0,-1 0 0 0 0,1 1-1 0 0,0-1 1 0 0,0 0 0 0 0,0 1 0 0 0,0 0 0 0 0,0 0-1 0 0,0 1 1 0 0,1-1 0 0 0,-1 1 0 0 0,1-1-1 0 0,0 1 1 0 0,0 0 0 0 0,1 0 0 0 0,-1 0 0 0 0,1 1-1 0 0,0-1 1 0 0,0 1 0 0 0,0-1 0 0 0,1 1 0 0 0,-1 0-1 0 0,1-1 1 0 0,0 1 0 0 0,0 0 0 0 0,1 0-1 0 0,0 0 1 0 0,0 0 0 0 0,0-1 0 0 0,0 1 0 0 0,1 0-1 0 0,0 0 1 0 0,0 0 0 0 0,0 0 0 0 0,0-1-1 0 0,1 1 1 0 0,3 6 0 0 0,1 2-8 0 0,0 0 0 0 0,1-1 0 0 0,1 0 0 0 0,0 0 0 0 0,1-1 0 0 0,12 13 0 0 0,-17-20-3 0 0,0 1 0 0 0,1-1 0 0 0,0 0 0 0 0,0 0 0 0 0,0 0 1 0 0,0-1-1 0 0,0 1 0 0 0,1-1 0 0 0,-1-1 0 0 0,1 1 0 0 0,0-1 1 0 0,0 0-1 0 0,0 0 0 0 0,0-1 0 0 0,0 0 0 0 0,11 1 0 0 0,-14-2 1 0 0,1-1 0 0 0,0 0 0 0 0,-1 0 0 0 0,1 0 0 0 0,-1 0 0 0 0,0-1 0 0 0,1 1 0 0 0,-1-1 0 0 0,0 0 0 0 0,0 0 0 0 0,0 0-1 0 0,0 0 1 0 0,0-1 0 0 0,0 1 0 0 0,-1-1 0 0 0,1 1 0 0 0,-1-1 0 0 0,1 0 0 0 0,-1 0 0 0 0,0 0 0 0 0,-1-1 0 0 0,1 1 0 0 0,0 0 0 0 0,-1-1 0 0 0,2-4-1 0 0,2-5 0 0 0,-1-1-1 0 0,0-1 1 0 0,-1 1-1 0 0,-1 0 1 0 0,1-16-1 0 0,-2-7-1 0 0,-1 0 0 0 0,-7-49 1 0 0,-20-77-2 0 0,23 140 7 0 0,-8-33 2 0 0,-20-60 1 0 0,22 86 10 0 0,-2 0 0 0 0,-1 1 0 0 0,-30-50 0 0 0,28 55 9 0 0,4 5 13 0 0,-25-31 0 0 0,32 47-25 0 0,1-1 0 0 0,0 0 1 0 0,-1 1-1 0 0,0 0 0 0 0,1 0 0 0 0,-1 0 0 0 0,0 0 0 0 0,-1 0 0 0 0,1 1 0 0 0,-1 0 0 0 0,1 0 0 0 0,-1 0 1 0 0,-7-2-1 0 0,11 4-8 0 0,0 0 0 0 0,-1 0 1 0 0,1 0-1 0 0,0 0 0 0 0,0 0 1 0 0,-1 1-1 0 0,1-1 0 0 0,0 0 1 0 0,0 1-1 0 0,0-1 0 0 0,-1 1 1 0 0,1-1-1 0 0,0 1 0 0 0,0-1 0 0 0,0 1 1 0 0,0 0-1 0 0,0-1 0 0 0,0 1 1 0 0,0 0-1 0 0,0 0 0 0 0,0 0 1 0 0,1 0-1 0 0,-1 0 0 0 0,0 0 1 0 0,0 0-1 0 0,1 0 0 0 0,-1 0 1 0 0,1 0-1 0 0,-1 0 0 0 0,1 1 1 0 0,-1-1-1 0 0,1 2 0 0 0,-2 3 3 0 0,0 0-1 0 0,1 1 0 0 0,0-1 1 0 0,-1 13-1 0 0,3 1-3 0 0,0-1-1 0 0,1 1 1 0 0,1-1-1 0 0,1 0 1 0 0,0 0-1 0 0,9 22 1 0 0,49 106-2 0 0,-27-79-69 0 0,3-2 0 0 0,2-2 0 0 0,3-2-1 0 0,61 68 1 0 0,-91-115-2396 0 0,25 19 0 0 0,-19-20-3956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05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54 8853 0 0,'-15'-3'22318'0'0,"27"7"-21452"0"0,23 2-1071 0 0,1-3 366 0 0,-27-1-131 0 0,0-1 0 0 0,0 0-1 0 0,15-2 1 0 0,384-52 172 0 0,-326 40-109 0 0,-80 13-42 0 0,-1 0-48 0 0,0 0 0 0 0,-1 0-1 0 0,1 0 1 0 0,0 0 0 0 0,-1 0-1 0 0,1 0 1 0 0,0 1 0 0 0,-1-1-1 0 0,1 0 1 0 0,0 0 0 0 0,-1 1-1 0 0,1-1 1 0 0,-1 0 0 0 0,1 1 0 0 0,0-1-1 0 0,-1 0 1 0 0,1 1 0 0 0,-1-1-1 0 0,1 1 1 0 0,-1-1 0 0 0,0 1-1 0 0,1-1 1 0 0,-1 1 0 0 0,1-1-1 0 0,-1 1 1 0 0,0 0 0 0 0,1-1-1 0 0,-1 1 1 0 0,0 0 0 0 0,0-1-1 0 0,0 1 1 0 0,1-1 0 0 0,-1 1-1 0 0,0 0 1 0 0,0 0 0 0 0,0-1-1 0 0,0 1 1 0 0,0 0 0 0 0,0-1-1 0 0,0 1 1 0 0,-1 0 0 0 0,1-1 0 0 0,0 1-1 0 0,0 0 1 0 0,0-1 0 0 0,-1 1-1 0 0,1-1 1 0 0,0 1 0 0 0,-1 0-1 0 0,0 0 1 0 0,1 1-1 0 0,-1 1 0 0 0,0-1-1 0 0,1 0 1 0 0,-1 0 0 0 0,1 1 0 0 0,0-1 0 0 0,0 0 0 0 0,0 5 0 0 0,0 5 2 0 0,-10 53 15 0 0,3 0 0 0 0,3 0 1 0 0,7 92-1 0 0,36 193 55 0 0,-34-319-74 0 0,-1-1 0 0 0,2 0 0 0 0,20 58 0 0 0,-24-82-4 0 0,-1-5-22 0 0,-4-6-2543 0 0,-12-13-1588 0 0,6 7-2348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06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50 6349 0 0,'1'-3'4715'0'0,"1"-1"-3735"0"0,0 1 1 0 0,0 0-1 0 0,0 0 0 0 0,0 0 0 0 0,1 0 0 0 0,-1 1 0 0 0,1-1 0 0 0,0 0 0 0 0,0 1 1 0 0,-1 0-1 0 0,2 0 0 0 0,3-3 0 0 0,-5 4-1027 0 0,15-6 5146 0 0,-30 25-4938 0 0,4-7 97 0 0,-2-1 0 0 0,1-1 0 0 0,-1 0 1 0 0,-1 0-1 0 0,-22 12 0 0 0,18-11 222 0 0,-26 20 1 0 0,9-8 336 0 0,31-21-787 0 0,3 2 5 0 0,5 14 25 0 0,0-1 1 0 0,9 17-1 0 0,8 22 27 0 0,-3-13-43 0 0,-15-32-68 0 0,0-1 0 0 0,-1 1-1 0 0,5 14 1 0 0,-8-18-254 0 0,3 10-164 0 0,0-7-5179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08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2500 0 0,'0'0'19418'0'0,"0"7"-18372"0"0,-1 33 883 0 0,7 53 0 0 0,13 176 1134 0 0,17 60-1250 0 0,-21-259-1578 0 0,-13-54-3100 0 0,-11-27-2274 0 0,7 8 4784 0 0,-3-11-6061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0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5 103 6121 0 0,'-5'-9'23942'0'0,"15"7"-23758"0"0,0 1 0 0 0,0 0 1 0 0,0 1-1 0 0,0 0 0 0 0,14 1 0 0 0,-10 0-106 0 0,-1 0 1 0 0,1-2-1 0 0,14-1 1 0 0,35-8 68 0 0,199-40 166 0 0,-221 35-386 0 0,-40 15 40 0 0,-4-2-2468 0 0,-2 1 2016 0 0,-3-1-194 0 0,-1-3-4483 0 0,1 0-1205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09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93 1944 0 0,'-7'-11'11775'0'0,"0"1"-5255"0"0,-1-2-3463 0 0,0 0 0 0 0,-6-15 1 0 0,13 26-2625 0 0,1 0-349 0 0,-1 1 0 0 0,1-1 0 0 0,0 1-1 0 0,-1-1 1 0 0,1 1 0 0 0,0-1 0 0 0,-1 1 0 0 0,1-1 0 0 0,0 1-1 0 0,0-1 1 0 0,0 1 0 0 0,-1-1 0 0 0,1 1 0 0 0,0-1 0 0 0,0 0 0 0 0,0 1-1 0 0,0-1 1 0 0,0 1 0 0 0,0-2 0 0 0,2 1-62 0 0,-1 0 1 0 0,1 0-1 0 0,0 0 1 0 0,0 1-1 0 0,-1-1 1 0 0,1 0-1 0 0,0 1 1 0 0,0 0-1 0 0,0-1 1 0 0,0 1-1 0 0,-1 0 1 0 0,1 0-1 0 0,0 0 1 0 0,0 0-1 0 0,0 0 0 0 0,0 0 1 0 0,0 0-1 0 0,0 1 1 0 0,3 0-1 0 0,47 13 76 0 0,-42-12-55 0 0,0 1-20 0 0,-1 0 0 0 0,1 0 1 0 0,-1 1-1 0 0,0 1 0 0 0,0-1 1 0 0,0 1-1 0 0,9 8 0 0 0,-16-12-22 0 0,0 1 0 0 0,0 0-1 0 0,0-1 1 0 0,0 1 0 0 0,-1 0 0 0 0,1 0-1 0 0,-1 0 1 0 0,1 0 0 0 0,-1 1 0 0 0,0-1-1 0 0,0 0 1 0 0,0 1 0 0 0,0-1 0 0 0,0 0-1 0 0,0 1 1 0 0,-1-1 0 0 0,1 1 0 0 0,-1-1 0 0 0,0 1-1 0 0,0 0 1 0 0,0-1 0 0 0,0 1 0 0 0,0-1-1 0 0,0 1 1 0 0,-1-1 0 0 0,1 1 0 0 0,-1-1-1 0 0,0 1 1 0 0,0-1 0 0 0,1 0 0 0 0,-2 1-1 0 0,1-1 1 0 0,-2 3 0 0 0,-10 17-264 0 0,-1-2-1 0 0,-1 0 1 0 0,-1 0 0 0 0,-21 19 0 0 0,-12 9-5525 0 0,23-24-713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15.7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14 7721 0 0,'0'-1'4858'0'0,"-4"-11"9289"0"0,3 17-11917 0 0,0 18-1114 0 0,-1 31-1340 0 0,23 247 1029 0 0,0-13-387 0 0,-31 104 65 0 0,4-297-291 0 0,11 148-1 0 0,-2-223-925 0 0,-1-19 211 0 0,-1-6-216 0 0,0-33-6061 0 0,-2 23 425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16.49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127 1 7333 0 0,'0'0'17246'0'0,"-2"6"-16447"0"0,-100 284 4348 0 0,86-249-4522 0 0,11-31-83 0 0,3-12-229 0 0,6-29-155 0 0,12-52-183 0 0,-5 42 67 0 0,1 1 1 0 0,2 0 0 0 0,23-46-1 0 0,-36 85-39 0 0,-1 1 0 0 0,0-1 1 0 0,0 1-1 0 0,0 0 0 0 0,0-1 0 0 0,1 1 0 0 0,-1-1 0 0 0,0 1 0 0 0,0-1 0 0 0,1 1 0 0 0,-1 0 1 0 0,0-1-1 0 0,1 1 0 0 0,-1 0 0 0 0,0-1 0 0 0,1 1 0 0 0,-1 0 0 0 0,1 0 0 0 0,-1-1 0 0 0,0 1 0 0 0,1 0 1 0 0,-1 0-1 0 0,1 0 0 0 0,-1-1 0 0 0,1 1 0 0 0,-1 0 0 0 0,1 0 0 0 0,-1 0 0 0 0,1 0 0 0 0,0 0 0 0 0,0 0 1 0 0,0 1-1 0 0,-1-1 1 0 0,1 1-1 0 0,0-1 1 0 0,0 1-1 0 0,-1 0 1 0 0,1-1-1 0 0,0 1 0 0 0,-1 0 1 0 0,1 0-1 0 0,0-1 1 0 0,-1 1-1 0 0,1 0 1 0 0,0 1-1 0 0,12 32 29 0 0,-5-8-223 0 0,0-1 1 0 0,1 0-1 0 0,2-1 0 0 0,15 28 0 0 0,-24-50-326 0 0,-1 0-1 0 0,1 0 1 0 0,-1 0-1 0 0,1 0 1 0 0,0 0 0 0 0,0 0-1 0 0,0-1 1 0 0,0 1-1 0 0,0 0 1 0 0,4 1-1 0 0,9 5-5990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29.0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4 631 4296 0 0,'-3'-2'24175'0'0,"99"-3"-23619"0"0,105-19 1 0 0,-130 14-451 0 0,282-19 252 0 0,-159 16-167 0 0,-122 6 479 0 0,-70 7-328 0 0,4 1-383 0 0,-6-1 56 0 0,0 0 0 0 0,0 0 1 0 0,0 0-1 0 0,0 0 0 0 0,0 0 0 0 0,0-1 1 0 0,0 1-1 0 0,0 0 0 0 0,-1 0 1 0 0,1 0-1 0 0,0 0 0 0 0,0 0 0 0 0,0 0 1 0 0,0 0-1 0 0,0 0 0 0 0,0 0 0 0 0,0-1 1 0 0,0 1-1 0 0,0 0 0 0 0,0 0 1 0 0,0 0-1 0 0,0 0 0 0 0,0 0 0 0 0,0 0 1 0 0,0 0-1 0 0,0-1 0 0 0,0 1 0 0 0,0 0 1 0 0,0 0-1 0 0,0 0 0 0 0,0 0 1 0 0,0 0-1 0 0,0 0 0 0 0,0 0 0 0 0,0-1 1 0 0,0 1-1 0 0,0 0 0 0 0,0 0 0 0 0,0 0 1 0 0,0 0-1 0 0,0 0 0 0 0,0 0 1 0 0,0 0-1 0 0,0 0 0 0 0,0-1 0 0 0,0 1 1 0 0,0 0-1 0 0,1 0 0 0 0,-1 0 0 0 0,0 0 1 0 0,0 0-1 0 0,0 0 0 0 0,0 0 1 0 0,0 0-1 0 0,0 0 0 0 0,0 0 0 0 0,0 0 1 0 0,1 0-1 0 0,-1 0 0 0 0,0 0 0 0 0,0 0 1 0 0,0 0-1 0 0,0 0 0 0 0,0 0 1 0 0,0 0-1 0 0,1 0 0 0 0,-1 0 0 0 0,0 0 1 0 0,0 0-1 0 0,-5-8-19 0 0,1 0 1 0 0,0 1-1 0 0,1-2 1 0 0,0 1-1 0 0,0 0 0 0 0,0 0 1 0 0,1-1-1 0 0,0 0 0 0 0,0-15 1 0 0,-1-4-50 0 0,4-55-1 0 0,1 55 24 0 0,26-252-225 0 0,-27 264 301 0 0,-3 13-20 0 0,-7 16-18 0 0,7-10-13 0 0,0 1-12 0 0,-2 21-639 0 0,4-25 576 0 0,0 1 0 0 0,0-1-1 0 0,0 1 1 0 0,0-1 0 0 0,0 1 0 0 0,-1-1 0 0 0,1 1 0 0 0,0-1 0 0 0,0 1 0 0 0,0-1-1 0 0,0 1 1 0 0,-1-1 0 0 0,1 0 0 0 0,0 1 0 0 0,0-1 0 0 0,-1 1 0 0 0,1-1 0 0 0,0 0-1 0 0,-1 1 1 0 0,1-1 0 0 0,-1 1 0 0 0,-8 1-6479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29.5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172 97 3084 0 0,'0'0'8996'0'0,"14"-27"878"0"0,-10 15-7578 0 0,8-10 131 0 0,-11 21-2033 0 0,1-2-25 0 0,14-21 1223 0 0,-16 23-615 0 0,3-4-724 0 0,-2 3-117 0 0,-6 4 684 0 0,-20 15-681 0 0,0 0 0 0 0,1 2 0 0 0,1 1 0 0 0,1 1 0 0 0,-21 25 0 0 0,22-26-41 0 0,15-15-34 0 0,1 1 0 0 0,-1 0 1 0 0,1 0-1 0 0,-8 12 0 0 0,12-17 19 0 0,37-23-25 0 0,-22 13-35 0 0,22-22 0 0 0,-23 19-7 0 0,1 0 1 0 0,0 1-1 0 0,30-17 0 0 0,-43 27-16 0 0,0 1 0 0 0,0-1 0 0 0,0 1 0 0 0,1 0 1 0 0,-1 0-1 0 0,0-1 0 0 0,0 1 0 0 0,0 0 0 0 0,0 0 0 0 0,0 0 0 0 0,0 0 0 0 0,1 0 0 0 0,-1 1 1 0 0,0-1-1 0 0,0 0 0 0 0,0 0 0 0 0,0 1 0 0 0,0-1 0 0 0,0 1 0 0 0,0-1 0 0 0,0 1 0 0 0,0-1 1 0 0,0 1-1 0 0,0-1 0 0 0,2 3 0 0 0,21 23-55 0 0,-15-16-14 0 0,-3-4-100 0 0,0 0 0 0 0,1 0 0 0 0,-1-1 0 0 0,1 0 0 0 0,14 8 0 0 0,-13-10-1242 0 0,0 1 1 0 0,0-1-1 0 0,12 3 1 0 0,12 0-5098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34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44 9821 0 0,'-7'-4'3877'0'0,"-10"0"11029"0"0,5 4-11832 0 0,14 0-3054 0 0,-1 0-1 0 0,1 1 1 0 0,0-1-1 0 0,-1 1 1 0 0,1-1-1 0 0,0 1 1 0 0,-1-1-1 0 0,1 1 1 0 0,-1 0-1 0 0,1 0 1 0 0,1 1-1 0 0,4 3 20 0 0,2-3-5 0 0,-1 0 0 0 0,1 0 0 0 0,0-1 0 0 0,-1 0-1 0 0,1-1 1 0 0,0 1 0 0 0,11-3 0 0 0,4 2-3 0 0,317-19 94 0 0,-173 7-109 0 0,-84 6-13 0 0,175-7-18 0 0,7 8-215 0 0,-265 5 222 0 0,0 0 1 0 0,0 0 0 0 0,0 0 0 0 0,0 0 0 0 0,0 0 0 0 0,0 0 0 0 0,0 1-1 0 0,0-1 1 0 0,0 0 0 0 0,0 1 0 0 0,0-1 0 0 0,0 1 0 0 0,0-1 0 0 0,-1 1-1 0 0,1-1 1 0 0,0 1 0 0 0,0 0 0 0 0,0-1 0 0 0,-1 1 0 0 0,1 0 0 0 0,0-1-1 0 0,-1 1 1 0 0,1 0 0 0 0,-1 0 0 0 0,1 0 0 0 0,-1 0 0 0 0,1 0 0 0 0,-1 0-1 0 0,0 0 1 0 0,1-1 0 0 0,-1 1 0 0 0,1 2 0 0 0,-1 4 39 0 0,1 0 0 0 0,-1-1 0 0 0,0 1 0 0 0,-1 9-1 0 0,0 10 2 0 0,2 11 80 0 0,-4 62 1 0 0,-2-19-7 0 0,1 6-25 0 0,2-57-57 0 0,0 1-1 0 0,2 0 0 0 0,1-1 1 0 0,2 1-1 0 0,8 43 0 0 0,-11-72-36 0 0,-1 3-2104 0 0,-4-11 1876 0 0,-4-8-5332 0 0,3 5-916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35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70 7845 0 0,'0'-3'13126'0'0,"-1"2"-13771"0"0,1 0 1094 0 0,0 1-1 0 0,-1-1 1 0 0,1 0 0 0 0,0 0 0 0 0,0 0-1 0 0,0 1 1 0 0,-1-1 0 0 0,1 0 0 0 0,0 0 0 0 0,0 0-1 0 0,0 0 1 0 0,0 0 0 0 0,1 0 0 0 0,-1 1-1 0 0,0-1 1 0 0,0 0 0 0 0,0 0 0 0 0,1 0-1 0 0,-1 1 1 0 0,0-1 0 0 0,1-1 0 0 0,0 1 263 0 0,4 3-446 0 0,72 34 519 0 0,57 30-459 0 0,-125-60-265 0 0,-6-4-107 0 0,-1 0 0 0 0,1-1 1 0 0,-1 1-1 0 0,1-1 0 0 0,0 0 0 0 0,-1 0 0 0 0,7 2 1 0 0,-8-3 29 0 0,-1 0-1 0 0,1-1 1 0 0,0 1 0 0 0,0 0 0 0 0,0 0 0 0 0,-1 0 0 0 0,1-1 0 0 0,0 1 0 0 0,0 0 0 0 0,0-1-1 0 0,-1 1 1 0 0,1 0 0 0 0,0-1 0 0 0,-1 1 0 0 0,1-1 0 0 0,0 0 0 0 0,-1 1 0 0 0,1-1 0 0 0,-1 1-1 0 0,1-1 1 0 0,-1 0 0 0 0,1 1 0 0 0,-1-1 0 0 0,0 0 0 0 0,1 0 0 0 0,-1 1 0 0 0,0-1 0 0 0,1 0 0 0 0,-1 0-1 0 0,0 1 1 0 0,0-1 0 0 0,0 0 0 0 0,0 0 0 0 0,0-1 0 0 0,3-9-54 0 0,0 0 0 0 0,0 0 0 0 0,1 0 0 0 0,1 0 0 0 0,-1 1 0 0 0,2 0 0 0 0,-1 0 0 0 0,1 0 0 0 0,1 1 0 0 0,0 0 0 0 0,15-15 0 0 0,-22 23 106 0 0,1 0 1 0 0,0 0-1 0 0,0 0 1 0 0,0 0-1 0 0,-1 1 1 0 0,1-1-1 0 0,0 0 1 0 0,0 1-1 0 0,0-1 1 0 0,0 0-1 0 0,1 1 1 0 0,-1-1-1 0 0,0 1 0 0 0,0 0 1 0 0,0-1-1 0 0,2 1 1 0 0,-3 1-21 0 0,0 0 1 0 0,0 0 0 0 0,1 1-1 0 0,-1-1 1 0 0,0 0-1 0 0,0 1 1 0 0,0-1-1 0 0,-1 0 1 0 0,1 0 0 0 0,0 1-1 0 0,0-1 1 0 0,-1 0-1 0 0,0 2 1 0 0,0 2-19 0 0,-1-1 1 0 0,1 1-1 0 0,-1 0 0 0 0,-1-1 1 0 0,1 1-1 0 0,0-1 0 0 0,-1 0 1 0 0,0 0-1 0 0,-4 5 0 0 0,-34 32-287 0 0,27-29 109 0 0,-33 31-1590 0 0,15-18-3202 0 0,11-9-1489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0:05.1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 24 3000 0 0,'0'-2'10823'0'0,"-3"-12"-3758"0"0,-1 7-178 0 0,2 18-4340 0 0,-1 40-3364 0 0,1-21 1535 0 0,-14 193 18 0 0,16 307 0 0 0,37-222-465 0 0,-31-265-227 0 0,-6-41-39 0 0,0 0-1 0 0,2 4 0 0 0,-2-4-3 0 0,1-5-944 0 0,-1 0 844 0 0,0 0-1 0 0,-1 0 0 0 0,1 0 1 0 0,0 0-1 0 0,-1 0 0 0 0,0 0 1 0 0,0-2-1 0 0,-5-13-6231 0 0,3 5-112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0:05.6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97 7333 0 0,'0'-2'7462'0'0,"0"-11"-1305"0"0,0 4-4989 0 0,0 6 802 0 0,0-5-1127 0 0,5 7 5540 0 0,71 112-5881 0 0,-68-99-458 0 0,-1 0-1 0 0,10 22 0 0 0,2 3 20 0 0,-3-6-211 0 0,-16-30 48 0 0,2-4-384 0 0,6-13-118 0 0,10-30 0 0 0,7-16-530 0 0,-19 51 976 0 0,79-144 448 0 0,-81 149 748 0 0,-3 8-422 0 0,-8 15-262 0 0,-15 31-467 0 0,-26 31-660 0 0,20-35-6640 0 0,20-33 1061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0:12.13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 6 2204 0 0,'-7'-5'24115'0'0,"3"15"-23900"0"0,1 1 1 0 0,0-1-1 0 0,0 1 0 0 0,2 0 1 0 0,-2 21-1 0 0,3 65 455 0 0,1-31-326 0 0,-15 239 832 0 0,17-215-823 0 0,0-24-72 0 0,4-42-150 0 0,-2-17-352 0 0,-3-5-225 0 0,7-1-1240 0 0,-8 9-1879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0:12.63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 4940 0 0,'0'0'22256'0'0,"6"2"-21875"0"0,7 4-213 0 0,0-1-1 0 0,1-1 1 0 0,-1 0 0 0 0,1-1-1 0 0,0 0 1 0 0,16 0 0 0 0,95 2 293 0 0,-81-5-318 0 0,-21 1-108 0 0,15 1-54 0 0,0-2 0 0 0,0-2 1 0 0,-1-1-1 0 0,47-10 0 0 0,-83 13-62 0 0,1-1 1 0 0,-1 1-1 0 0,1 0 1 0 0,-1-1-1 0 0,0 0 0 0 0,1 1 1 0 0,-1-1-1 0 0,1 0 1 0 0,-1 0-1 0 0,0 0 1 0 0,0 0-1 0 0,0 0 0 0 0,1 0 1 0 0,0-2-1 0 0,-1 2-245 0 0,-19-13-13930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0:12.8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 7 4192 0 0,'-5'-7'21937'0'0,"14"10"-21774"0"0,20 4 611 0 0,42 18 0 0 0,-62-21-626 0 0,-1 0 0 0 0,0 0 0 0 0,1 1 0 0 0,-1 0 0 0 0,-1 1 0 0 0,1-1 0 0 0,-1 2 0 0 0,0-1-1 0 0,10 12 1 0 0,-15-14-119 0 0,1 0 0 0 0,-1 1 0 0 0,0-1 0 0 0,-1 0 0 0 0,1 1 0 0 0,-1 0 0 0 0,1-1 0 0 0,-1 1 0 0 0,-1-1 0 0 0,1 1 0 0 0,-1 0 0 0 0,0 0 0 0 0,0-1 0 0 0,0 1 0 0 0,0 0 0 0 0,-1 0 0 0 0,0-1 0 0 0,0 1 0 0 0,-2 5 0 0 0,-2 6-88 0 0,-1 0-1 0 0,-1-1 1 0 0,0 0-1 0 0,-11 18 0 0 0,5-13-377 0 0,-1 0 0 0 0,-1-1 0 0 0,-19 20 0 0 0,-29 21-5469 0 0,15-21-340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0:57.6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10329 0 0,'5'17'7741'0'0,"-3"-2"-3889"0"0,0-1-1476 0 0,2-3-852 0 0,0-5-576 0 0,4-2-1160 0 0,1-20-2632 0 0,-4 5-1812 0 0,-5-4-1321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04.85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36 3 4228 0 0,'-15'4'5273'0'0,"5"-2"-4065"0"0,0-11-4808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41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10985 0 0,'-2'-4'19049'0'0,"23"8"-18880"0"0,-1-1 0 0 0,1-1 0 0 0,34 0 0 0 0,72-8-48 0 0,-61 1-70 0 0,120-6 28 0 0,112-5 18 0 0,-124 23-29 0 0,-131-4-115 0 0,-41-3 37 0 0,-7 2-987 0 0,-16 4-506 0 0,6-3-4782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29:41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53 3212 0 0,'-4'-7'21164'0'0,"55"-34"-18375"0"0,-49 41-2523 0 0,1-4 1339 0 0,-4 4-1566 0 0,1 0 1 0 0,-38 19 360 0 0,-77 25 0 0 0,-50 4 123 0 0,65-28 181 0 0,67-15-285 0 0,31-5 100 0 0,7-1-468 0 0,19-5 0 0 0,-23 6-46 0 0,0 0 0 0 0,-1 0 0 0 0,1 0-1 0 0,0 0 1 0 0,0 0 0 0 0,0 0 0 0 0,0 0 0 0 0,0 0 0 0 0,0 0 0 0 0,0 0 0 0 0,-1 0 0 0 0,1 1 0 0 0,0-1 0 0 0,0 0 0 0 0,0 1 0 0 0,-1-1 0 0 0,1 1 0 0 0,0-1 0 0 0,0 1 0 0 0,-1-1 0 0 0,1 1 0 0 0,0-1 0 0 0,-1 1 0 0 0,1 0 0 0 0,0 0 0 0 0,10 19 70 0 0,-9-17-55 0 0,11 19-10 0 0,1-1 0 0 0,1-1 0 0 0,0 0 0 0 0,2-1 1 0 0,0 0-1 0 0,1-2 0 0 0,1 0 0 0 0,1-1 0 0 0,0-1 0 0 0,29 16 1 0 0,-39-25-227 0 0,1-1 0 0 0,0 0-1 0 0,20 7 1 0 0,-6-8-5905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34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8 12269 0 0,'-1'0'4787'0'0,"-14"0"2270"0"0,3 4-3284 0 0,10 1-1591 0 0,19 3-1076 0 0,39 1-1284 0 0,283-13 744 0 0,-95 1-416 0 0,36-3-37 0 0,-23-10-643 0 0,-249 13 1211 0 0,-7 1-2295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3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45 112 8129 0 0,'-1'-30'10004'0'0,"2"-3"-4517"0"0,0 2-3493 0 0,-1 29-1654 0 0,2-10 742 0 0,1 8 1489 0 0,-3 82-2116 0 0,-4 1 1 0 0,-14 80-1 0 0,17-147-414 0 0,-5 32 88 0 0,-5 54 146 0 0,10-74-186 0 0,-1-1 0 0 0,-4 23 1 0 0,4-78-1358 0 0,3 0-414 0 0,0 2-3456 0 0,1 5-1278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36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175 108 1104 0 0,'1'-3'6965'0'0,"21"-62"6409"0"0,-21 62-12756 0 0,-1 0 1 0 0,1 0 0 0 0,-1-1 0 0 0,1 1 0 0 0,-1 0-1 0 0,0-1 1 0 0,0 1 0 0 0,-1 0 0 0 0,1-1-1 0 0,-2-3 1 0 0,-13 24-290 0 0,1 0 1 0 0,0 0-1 0 0,1 1 0 0 0,-13 27 0 0 0,-4 2 81 0 0,-1-4-50 0 0,19-26-93 0 0,0 0 0 0 0,-18 35 0 0 0,29-51-135 0 0,3-6-100 0 0,24-53 114 0 0,57-91 0 0 0,-82 147-141 0 0,-1 1-1 0 0,1 0 0 0 0,0-1 1 0 0,0 1-1 0 0,0 0 1 0 0,0 0-1 0 0,0 0 0 0 0,0 0 1 0 0,0-1-1 0 0,0 1 1 0 0,0 1-1 0 0,0-1 0 0 0,0 0 1 0 0,1 0-1 0 0,-1 0 1 0 0,0 1-1 0 0,1-1 0 0 0,-1 0 1 0 0,1 1-1 0 0,-1-1 0 0 0,1 1 1 0 0,-1 0-1 0 0,3-1 1 0 0,-1 2-13 0 0,-1 0 1 0 0,1 0 0 0 0,-1-1 0 0 0,1 2 0 0 0,-1-1 0 0 0,0 0 0 0 0,1 0-1 0 0,-1 1 1 0 0,0-1 0 0 0,0 1 0 0 0,0 0 0 0 0,0 0 0 0 0,3 3 0 0 0,11 10-666 0 0,29 22 0 0 0,-2-10-5117 0 0,-17-15-700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39.7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78 0 2956 0 0,'-10'3'10158'0'0,"-1"2"-4267"0"0,-23 13 4239 0 0,21-11-7836 0 0,13-7-2250 0 0,-1 0 0 0 0,1 0 1 0 0,-1 1-1 0 0,1-1 0 0 0,-1 0 0 0 0,1 0 1 0 0,-1 1-1 0 0,1-1 0 0 0,-1 0 0 0 0,1 1 0 0 0,0-1 1 0 0,-1 1-1 0 0,1-1 0 0 0,-1 1 0 0 0,1-1 1 0 0,0 0-1 0 0,0 1 0 0 0,-1-1 0 0 0,1 1 0 0 0,0 0 1 0 0,0-1-1 0 0,-1 1 0 0 0,1-1 0 0 0,0 1 1 0 0,0-1-1 0 0,0 2 0 0 0,2 0-40 0 0,0 0-1 0 0,0 1 1 0 0,0-1-1 0 0,0 0 1 0 0,0 0 0 0 0,1 0-1 0 0,-1 0 1 0 0,1-1-1 0 0,-1 1 1 0 0,1-1 0 0 0,0 1-1 0 0,-1-1 1 0 0,1 0-1 0 0,0 0 1 0 0,0 0 0 0 0,0-1-1 0 0,0 1 1 0 0,0-1-1 0 0,0 1 1 0 0,0-1 0 0 0,4 0-1 0 0,40 1-3 0 0,78-8-1 0 0,-41 1-2 0 0,286-23-11 0 0,72-2 9 0 0,-281 30-28 0 0,-160 1 32 0 0,-1 0 0 0 0,0 0 0 0 0,1 0 0 0 0,-1 0 0 0 0,1 0 0 0 0,-1 0 0 0 0,1 0-1 0 0,-1 0 1 0 0,0 1 0 0 0,1-1 0 0 0,-1 0 0 0 0,1 0 0 0 0,-1 0 0 0 0,0 1 0 0 0,1-1 0 0 0,-1 0 0 0 0,1 0-1 0 0,-1 1 1 0 0,0-1 0 0 0,1 0 0 0 0,-1 1 0 0 0,0-1 0 0 0,0 0 0 0 0,1 1 0 0 0,-1-1 0 0 0,0 0-1 0 0,0 1 1 0 0,0-1 0 0 0,1 1 0 0 0,-1-1 0 0 0,0 0 0 0 0,0 1 0 0 0,0-1 0 0 0,0 1 0 0 0,0-1 0 0 0,0 1-1 0 0,0-1 1 0 0,0 0 0 0 0,0 1 0 0 0,0-1 0 0 0,0 1 0 0 0,0-1 0 0 0,0 1 0 0 0,0 0-8 0 0,-1 0 0 0 0,1 0 0 0 0,0 0 0 0 0,-1-1 0 0 0,1 1 1 0 0,0 0-1 0 0,-1 0 0 0 0,1-1 0 0 0,-1 1 0 0 0,1 0 0 0 0,-1-1 0 0 0,1 1 1 0 0,-1 0-1 0 0,0-1 0 0 0,1 1 0 0 0,-1-1 0 0 0,0 1 0 0 0,1-1 0 0 0,-1 1 1 0 0,0-1-1 0 0,0 0 0 0 0,1 1 0 0 0,-1-1 0 0 0,-2 1 0 0 0,-8 2-176 0 0,-6 2-1117 0 0,6-3-4195 0 0,5-2-1009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40.5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87 5 6097 0 0,'-3'-4'23468'0'0,"3"38"-23126"0"0,-3 0 1 0 0,0 0-1 0 0,-11 43 1 0 0,-2 11 19 0 0,5-9-119 0 0,-19 189 367 0 0,29-237-553 0 0,0-8 11 0 0,-3 28-1 0 0,4-48-68 0 0,0-1 1 0 0,0 1-1 0 0,0-1 0 0 0,0 1 1 0 0,1 0-1 0 0,-1-1 1 0 0,1 0-1 0 0,0 1 1 0 0,0-1-1 0 0,0 1 1 0 0,2 3-1 0 0,-3-5-21 0 0,-1-24-2582 0 0,-3 7-2883 0 0,2 6-977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1:40.9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 61 5993 0 0,'0'0'4503'0'0,"-6"-9"2327"0"0,-1-32 1762 0 0,6 40-8070 0 0,-2-5 228 0 0,2 2 2458 0 0,15 12-2779 0 0,-1 1 0 0 0,0 0-1 0 0,19 20 1 0 0,-9-8-331 0 0,29 20 0 0 0,-31-25-73 0 0,-20-16-29 0 0,-1 1 0 0 0,1-1-1 0 0,0 0 1 0 0,0 0-1 0 0,0 0 1 0 0,0 0 0 0 0,-1 0-1 0 0,1 0 1 0 0,0 0 0 0 0,0-1-1 0 0,0 1 1 0 0,0 0 0 0 0,-1 0-1 0 0,1-1 1 0 0,0 1-1 0 0,0 0 1 0 0,0-1 0 0 0,-1 1-1 0 0,1-1 1 0 0,0 1 0 0 0,-1-1-1 0 0,1 1 1 0 0,0-1-1 0 0,-1 1 1 0 0,1-1 0 0 0,-1 0-1 0 0,1 1 1 0 0,-1-1 0 0 0,1-1-1 0 0,0 1 12 0 0,3-4-70 0 0,1-1 0 0 0,-1 0 1 0 0,6-12-1 0 0,4-4-89 0 0,15-20-223 0 0,-28 41 349 0 0,-5 6-226 0 0,-86 91-3150 0 0,67-73-1743 0 0,9-7-1181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18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31 6949 0 0,'6'-30'23686'0'0,"-6"43"-23617"0"0,-1 21 300 0 0,8 63 1 0 0,16 53-123 0 0,-11-59-157 0 0,17 148 67 0 0,-19-142-110 0 0,-4-51-27 0 0,0 1 64 0 0,-6-45 47 0 0,6 20-39 0 0,-3-5-86 0 0,-3-19-7 0 0,4 54 21 0 0,-3 6-2 0 0,-1-17-9 0 0,0-26-5 0 0,2 0-1 0 0,-3 0-2 0 0,3 17 0 0 0,-2-30 2 0 0,1-1 0 0 0,2 5-1 0 0,-2-5 9 0 0,-1 1-7 0 0,-1 8 0 0 0,2-6-1 0 0,0 2-1 0 0,0-5 4 0 0,-1 1-6 0 0,1 6 2 0 0,-1-6 85 0 0,0-2-85 0 0,0 0-1 0 0,0 1 1 0 0,-1-1 0 0 0,1 0-1 0 0,0 0 1 0 0,0 1 0 0 0,0-1-1 0 0,0 0 1 0 0,-1 1-1 0 0,1-1 1 0 0,0 0 0 0 0,0 0-1 0 0,-1 1 1 0 0,1-1 0 0 0,0 0-1 0 0,0 0 1 0 0,-1 0 0 0 0,1 1-1 0 0,0-1 1 0 0,-1 0 0 0 0,1 0-1 0 0,0 0 1 0 0,-1 0 0 0 0,1 0-1 0 0,0 0 1 0 0,-1 0 0 0 0,1 0-1 0 0,0 0 1 0 0,-1 0 0 0 0,1 0-1 0 0,0 0 1 0 0,-1 0 0 0 0,1 0-1 0 0,-1 0 1 0 0,-16 0 28 0 0,15-1-26 0 0,-91-8 47 0 0,-87-6 2 0 0,167 15-49 0 0,1-1-1 0 0,2 1-3 0 0,8 1-3 0 0,-2 0-542 0 0,-1 0-420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19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41 8381 0 0,'0'0'13971'0'0,"2"-3"-13248"0"0,24-35 3774 0 0,-34 55-1462 0 0,-45 57-2240 0 0,-77 73 365 0 0,129-146-1155 0 0,1-1 0 0 0,0 0 0 0 0,-1 1 0 0 0,1-1 0 0 0,-1 1 0 0 0,1-1 0 0 0,0 0 0 0 0,-1 1 0 0 0,1-1 0 0 0,0 1 0 0 0,0-1 0 0 0,0 1 0 0 0,-1-1 0 0 0,1 1 0 0 0,0 0 0 0 0,0-1 0 0 0,0 1 0 0 0,0-1 0 0 0,0 1 0 0 0,0-1 0 0 0,0 1 0 0 0,0-1 0 0 0,0 1 0 0 0,0 0 0 0 0,0-1 0 0 0,0 1 0 0 0,0-1 0 0 0,0 1 0 0 0,1-1 1 0 0,-1 1-1 0 0,0-1 0 0 0,1 2 0 0 0,0-1-4 0 0,0-1 0 0 0,1 1 0 0 0,-1 0 1 0 0,0 0-1 0 0,1-1 0 0 0,-1 1 0 0 0,0 0 0 0 0,1-1 1 0 0,-1 1-1 0 0,1-1 0 0 0,-1 0 0 0 0,2 1 1 0 0,45 0-209 0 0,-47-1 196 0 0,46-1-1145 0 0,0 2-3704 0 0,-11 0-1632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28.91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31 822 8609 0 0,'4'53'12114'0'0,"-4"-33"-9628"0"0,2 0 1 0 0,6 33 0 0 0,-8-52-2417 0 0,0 0 0 0 0,0 0-1 0 0,0-1 1 0 0,1 1 0 0 0,-1 0-1 0 0,0 0 1 0 0,0-1 0 0 0,0 1-1 0 0,1 0 1 0 0,-1 0 0 0 0,0-1 0 0 0,1 1-1 0 0,-1 0 1 0 0,1-1 0 0 0,-1 1-1 0 0,1 0 1 0 0,-1-1 0 0 0,1 1-1 0 0,-1-1 1 0 0,1 1 0 0 0,0-1-1 0 0,-1 1 1 0 0,1-1 0 0 0,0 0-1 0 0,-1 1 1 0 0,2-1 0 0 0,-1 0-47 0 0,0 0 1 0 0,-1 0-1 0 0,1-1 1 0 0,0 1 0 0 0,0 0-1 0 0,0-1 1 0 0,-1 1-1 0 0,1-1 1 0 0,0 0-1 0 0,0 1 1 0 0,-1-1-1 0 0,1 1 1 0 0,-1-1 0 0 0,1 0-1 0 0,0 1 1 0 0,-1-1-1 0 0,0 0 1 0 0,2-1-1 0 0,2-7 23 0 0,1 1 1 0 0,6-20-1 0 0,-1-6 31 0 0,-2 0 0 0 0,-1-1-1 0 0,-1 0 1 0 0,-2 0 0 0 0,-2 0 0 0 0,-2-43 0 0 0,-31-215 26 0 0,23 236-87 0 0,1 11 1 0 0,-3 0 1 0 0,-2 0 0 0 0,-27-68-1 0 0,37 111-12 0 0,-2 0-2 0 0,1 7-4 0 0,-1 14 14 0 0,1 1-1 0 0,1-1 1 0 0,0 1 0 0 0,1-1-1 0 0,3 30 1 0 0,15 98 111 0 0,-13-117-103 0 0,47 269 194 0 0,-39-246-184 0 0,3-1 0 0 0,1 0 0 0 0,36 74 1 0 0,-48-117-32 0 0,0 0 0 0 0,1 0-1 0 0,0 0 1 0 0,1-1 0 0 0,-1 1 0 0 0,1-2 0 0 0,13 13 0 0 0,-16-17-6 0 0,-1 0 0 0 0,1 0 0 0 0,0 0 1 0 0,0-1-1 0 0,0 1 0 0 0,0-1 0 0 0,0 1 0 0 0,1-1 0 0 0,-1 0 0 0 0,0 0 0 0 0,1-1 0 0 0,-1 1 0 0 0,0-1 0 0 0,1 1 0 0 0,-1-1 0 0 0,1 0 0 0 0,-1 0 0 0 0,0-1 1 0 0,1 1-1 0 0,-1-1 0 0 0,0 0 0 0 0,1 1 0 0 0,3-3 0 0 0,1-1-12 0 0,-1 1 0 0 0,0-1-1 0 0,0-1 1 0 0,-1 1 0 0 0,1-1 0 0 0,-1-1 0 0 0,0 1-1 0 0,0-1 1 0 0,0 0 0 0 0,-1 0 0 0 0,0-1 0 0 0,-1 1 0 0 0,1-1-1 0 0,-1 0 1 0 0,6-13 0 0 0,-4 3-20 0 0,1 0 0 0 0,-2 0 0 0 0,0-1 0 0 0,-2 1 0 0 0,4-37 0 0 0,-6 36 23 0 0,-1 0 1 0 0,-1-1-1 0 0,0 1 1 0 0,-1 0 0 0 0,-1 0-1 0 0,-1 0 1 0 0,-1 0-1 0 0,0 1 1 0 0,-2 0 0 0 0,0 0-1 0 0,-15-28 1 0 0,21 44 21 0 0,0-1-1 0 0,0 1 1 0 0,0 0 0 0 0,0 0-1 0 0,0 0 1 0 0,-1 0 0 0 0,1 0-1 0 0,0 1 1 0 0,0-1 0 0 0,-1 0 0 0 0,1 0-1 0 0,-1 1 1 0 0,1-1 0 0 0,0 1-1 0 0,-1-1 1 0 0,1 1 0 0 0,-2 0-1 0 0,2-1-5 0 0,-1 1 20 0 0,-1 1 4 0 0,1 1-20 0 0,-1 0-1 0 0,1-1 1 0 0,0 1 0 0 0,0 0-1 0 0,0 0 1 0 0,0 0-1 0 0,0 0 1 0 0,1 0-1 0 0,-1 1 1 0 0,1-1 0 0 0,-1 1-1 0 0,1-1 1 0 0,-2 5-1 0 0,0 0 4 0 0,1 1 0 0 0,1-1-1 0 0,-1 0 1 0 0,0 15 0 0 0,1 3 5 0 0,2-1 0 0 0,4 31 0 0 0,-3-41-11 0 0,0 1 1 0 0,1-1 0 0 0,1 1 0 0 0,0-1 0 0 0,1 0-1 0 0,1-1 1 0 0,0 1 0 0 0,10 16 0 0 0,-15-29-7 0 0,1 1 0 0 0,-1 0 0 0 0,0-1 0 0 0,0 1 0 0 0,1-1 1 0 0,-1 0-1 0 0,1 1 0 0 0,-1-1 0 0 0,1 0 0 0 0,0 0 0 0 0,-1 0 0 0 0,1 0 0 0 0,0 0 0 0 0,0 0 0 0 0,-1 0 1 0 0,1-1-1 0 0,0 1 0 0 0,0-1 0 0 0,0 1 0 0 0,0-1 0 0 0,0 0 0 0 0,0 0 0 0 0,0 0 0 0 0,0 0 1 0 0,0 0-1 0 0,0 0 0 0 0,0 0 0 0 0,0-1 0 0 0,0 1 0 0 0,0-1 0 0 0,0 0 0 0 0,0 1 0 0 0,0-1 1 0 0,-1 0-1 0 0,1 0 0 0 0,0 0 0 0 0,-1 0 0 0 0,1 0 0 0 0,2-2 0 0 0,4-4-23 0 0,0 0-1 0 0,-1 0 0 0 0,1 0 1 0 0,-1-1-1 0 0,-1 0 0 0 0,7-9 1 0 0,-2-1-36 0 0,0-1 1 0 0,-1 0-1 0 0,-1-1 1 0 0,0 1-1 0 0,-2-2 1 0 0,0 1-1 0 0,6-39 1 0 0,-8 26-40 0 0,-2 0 0 0 0,-2-1-1 0 0,-1 1 1 0 0,-5-47 0 0 0,3 64 74 0 0,-7-69-130 0 0,-32-140 0 0 0,24 160 781 0 0,17 63-343 0 0,-2 8-232 0 0,0 0 0 0 0,1 1 0 0 0,-1-1-1 0 0,1 0 1 0 0,1 1 0 0 0,-1-1 0 0 0,2 11-1 0 0,-1-2 28 0 0,0 31 135 0 0,14 86 0 0 0,-4-47-81 0 0,28 230 191 0 0,23 87-51 0 0,35-4-132 0 0,-86-365-204 0 0,1-1 0 0 0,2 0 0 0 0,18 32 0 0 0,-31-63 50 0 0,1 0 0 0 0,-1 0 1 0 0,1 0-1 0 0,-1 0 0 0 0,1-1 1 0 0,-1 1-1 0 0,1 0 1 0 0,0 0-1 0 0,-1 0 0 0 0,1-1 1 0 0,0 1-1 0 0,0 0 0 0 0,0-1 1 0 0,0 1-1 0 0,-1-1 1 0 0,3 1-1 0 0,-2 0-151 0 0,1-5-10 0 0,0-1 137 0 0,0 0 0 0 0,0-1 1 0 0,0 1-1 0 0,-1 0 0 0 0,0-1 0 0 0,0 1 0 0 0,-1-1 1 0 0,1 1-1 0 0,-1-1 0 0 0,0 1 0 0 0,-1-1 0 0 0,-1-9 1 0 0,-3-9-103 0 0,-13-38 0 0 0,9 34 75 0 0,-12-36-19 0 0,-3 2 0 0 0,-3 0 0 0 0,-35-58 0 0 0,59 113 56 0 0,0 0 0 0 0,0 0-1 0 0,0 0 1 0 0,1-1 0 0 0,0 1-1 0 0,0-1 1 0 0,1 1-1 0 0,0-1 1 0 0,0 0 0 0 0,1 1-1 0 0,0-1 1 0 0,0 0 0 0 0,1 0-1 0 0,3-14 1 0 0,2-2-175 0 0,2-1 0 0 0,1 2 0 0 0,15-29 0 0 0,7-20-164 0 0,-21 45 268 0 0,-1 0-1 0 0,-1-1 1 0 0,-2 0 0 0 0,-1 0-1 0 0,-1-1 1 0 0,-1 0-1 0 0,-2 1 1 0 0,0-1 0 0 0,-8-57-1 0 0,-5 18 474 0 0,-3 0-1 0 0,-3 1 1 0 0,-37-92-1 0 0,52 153-165 0 0,1 0 0 0 0,-1 0-1 0 0,0 1 1 0 0,-1-1 0 0 0,1 1-1 0 0,-9-9 1 0 0,11 12 154 0 0,2 4-329 0 0,0 1 0 0 0,-1-1 0 0 0,1 0 0 0 0,0 0 0 0 0,-1 0 0 0 0,1 0 0 0 0,-1 1 0 0 0,0 3 0 0 0,1 6 23 0 0,10 25 116 0 0,2-1-1 0 0,25 53 0 0 0,-10-27-68 0 0,26 66-25 0 0,114 259-1510 0 0,-164-381-206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29.0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12 227 5184 0 0,'-5'-5'11426'0'0,"-2"-7"-7118"0"0,16-5-2908 0 0,3 5-284 0 0,8-4-192 0 0,11-6-172 0 0,3-4-172 0 0,1 5-128 0 0,-1-1-176 0 0,-4 4-116 0 0,-3-2-168 0 0,-9 8-160 0 0,-6 0-252 0 0,-9 6-1192 0 0,-1 0-3076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1.68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1061 7905 0 0,'0'1'5556'0'0,"0"15"5019"0"0,3-20-8805 0 0,5-15-689 0 0,10-31-734 0 0,-3-5-119 0 0,-2 0 0 0 0,-3-1 0 0 0,-2-1 1 0 0,-2 1-1 0 0,-4-99 0 0 0,-8 51-123 0 0,-5 0 1 0 0,-30-125-1 0 0,22 159 68 0 0,16 62-100 0 0,0 0 1 0 0,0 1-1 0 0,-1-1 0 0 0,0 1 0 0 0,0 0 1 0 0,-9-10-1 0 0,12 16 63 0 0,-2 4-76 0 0,0 1-49 0 0,0 0-1 0 0,0 0 0 0 0,0 0 1 0 0,1 0-1 0 0,0 0 0 0 0,0 1 0 0 0,0-1 1 0 0,0 1-1 0 0,1-1 0 0 0,0 1 0 0 0,0 0 1 0 0,0-1-1 0 0,0 7 0 0 0,-1 11 37 0 0,4 38-1 0 0,0-27-15 0 0,49 421 500 0 0,-43-398-469 0 0,1-2 41 0 0,22 71 1 0 0,-23-98-85 0 0,2 1 0 0 0,1-2 0 0 0,1 0 1 0 0,22 34-1 0 0,-32-57-28 0 0,0 0 1 0 0,0 0-1 0 0,0 0 0 0 0,0 0 1 0 0,1 0-1 0 0,-1-1 0 0 0,1 1 1 0 0,0-1-1 0 0,-1 0 1 0 0,1 1-1 0 0,1-1 0 0 0,-1-1 1 0 0,0 1-1 0 0,0 0 0 0 0,1-1 1 0 0,-1 0-1 0 0,0 0 1 0 0,1 0-1 0 0,0 0 0 0 0,-1 0 1 0 0,1-1-1 0 0,-1 1 0 0 0,1-1 1 0 0,0 0-1 0 0,-1 0 1 0 0,8-2-1 0 0,-5 1-22 0 0,1-1 0 0 0,-1-1 0 0 0,0 1 0 0 0,0-1 0 0 0,0 0 0 0 0,0 0 0 0 0,-1-1 0 0 0,1 0 0 0 0,-1 0 0 0 0,0 0 0 0 0,0-1 0 0 0,0 1 0 0 0,-1-1 0 0 0,5-7 0 0 0,-1 0-39 0 0,0 0 0 0 0,-1-1 0 0 0,0 1-1 0 0,-1-1 1 0 0,-1-1 0 0 0,0 1 0 0 0,-1-1 0 0 0,0 0-1 0 0,-1 0 1 0 0,2-28 0 0 0,-4 17-18 0 0,0 0 1 0 0,-2-1-1 0 0,-1 1 1 0 0,-1 0-1 0 0,-8-33 1 0 0,-3 20 170 0 0,14 38-79 0 0,0-1 0 0 0,0 1 0 0 0,0 0 1 0 0,-1-1-1 0 0,1 1 0 0 0,0 0 0 0 0,0 0 0 0 0,0-1 0 0 0,-1 1 0 0 0,1 0 0 0 0,0 0 0 0 0,0-1 0 0 0,-1 1 0 0 0,1 0 0 0 0,0 0 0 0 0,0 0 0 0 0,-1-1 0 0 0,1 1 0 0 0,0 0 0 0 0,-1 0 0 0 0,1 0 0 0 0,0 0 0 0 0,-1 0 0 0 0,1 0 0 0 0,0 0 0 0 0,-1 0 1 0 0,1 0-1 0 0,0 0 0 0 0,-1 0 0 0 0,1 0 0 0 0,0 0 0 0 0,-1 0 0 0 0,1 0 0 0 0,0 0 0 0 0,-1 0 0 0 0,1 0 0 0 0,0 0 0 0 0,-1 0 0 0 0,1 1 0 0 0,0-1 0 0 0,-1 0 0 0 0,0 1 5 0 0,0-1-1 0 0,0 1 1 0 0,0-1-1 0 0,0 1 1 0 0,0 0-1 0 0,0-1 0 0 0,1 1 1 0 0,-1 0-1 0 0,0 0 1 0 0,0 0-1 0 0,1 0 1 0 0,-1 0-1 0 0,1-1 1 0 0,-2 3-1 0 0,-4 14 92 0 0,1 0-1 0 0,0 0 1 0 0,2 1-1 0 0,-4 32 1 0 0,7-43-76 0 0,-1 0 0 0 0,1 0 1 0 0,0 0-1 0 0,1 0 0 0 0,0 0 1 0 0,0 0-1 0 0,1 0 0 0 0,0 0 1 0 0,0 0-1 0 0,0 0 1 0 0,1-1-1 0 0,0 1 0 0 0,0-1 1 0 0,1 0-1 0 0,6 9 0 0 0,-8-13-20 0 0,-1 0-1 0 0,1-1 1 0 0,0 1-1 0 0,0 0 0 0 0,0-1 1 0 0,0 1-1 0 0,0-1 0 0 0,0 0 1 0 0,1 0-1 0 0,-1 0 0 0 0,0 0 1 0 0,1 0-1 0 0,-1 0 0 0 0,0-1 1 0 0,1 1-1 0 0,-1-1 1 0 0,5 1-1 0 0,-2-1-7 0 0,0-1 1 0 0,0 1 0 0 0,-1-1-1 0 0,1 0 1 0 0,-1 0-1 0 0,1-1 1 0 0,-1 1 0 0 0,9-5-1 0 0,3-3-40 0 0,-1-1 0 0 0,0-1 0 0 0,24-22 0 0 0,-25 21-26 0 0,0-1 0 0 0,-1 0 0 0 0,-1-1 0 0 0,0 0-1 0 0,-1-1 1 0 0,0 0 0 0 0,-2-1 0 0 0,0 0 0 0 0,0-1 0 0 0,-1 0-1 0 0,-1 0 1 0 0,-1-1 0 0 0,-1 0 0 0 0,5-29 0 0 0,-5 5 45 0 0,-2-1 0 0 0,-3 0 0 0 0,-1 0-1 0 0,-2 0 1 0 0,-1 0 0 0 0,-21-80 0 0 0,23 116 320 0 0,-1 0-1 0 0,0-1 0 0 0,0 1 0 0 0,-4-7 1 0 0,1 31-186 0 0,2 0-1 0 0,0 0 1 0 0,1 0 0 0 0,-1 25 0 0 0,1 77 134 0 0,3-76-163 0 0,20 418 371 0 0,-11-311-354 0 0,18 136 54 0 0,-16-196-125 0 0,-6-35-112 0 0,3-1 0 0 0,1-1 1 0 0,23 69-1 0 0,-32-121 80 0 0,10 22-198 0 0,-9-22 172 0 0,-1-1 0 0 0,0 1 1 0 0,0 0-1 0 0,1 0 0 0 0,-1-1 0 0 0,1 1 1 0 0,-1 0-1 0 0,1-1 0 0 0,-1 1 0 0 0,1 0 1 0 0,-1-1-1 0 0,1 1 0 0 0,-1-1 0 0 0,1 1 0 0 0,0-1 1 0 0,-1 1-1 0 0,1-1 0 0 0,0 1 0 0 0,-1-1 1 0 0,1 0-1 0 0,0 0 0 0 0,0 1 0 0 0,-1-1 0 0 0,1 0 1 0 0,0 0-1 0 0,1 1 0 0 0,-2-2-13 0 0,1 0 0 0 0,0 0 1 0 0,0 0-1 0 0,-1 0 0 0 0,1 0 0 0 0,-1 0 0 0 0,1 0 0 0 0,-1 0 1 0 0,1 0-1 0 0,-1 0 0 0 0,1 0 0 0 0,-1 0 0 0 0,0 0 0 0 0,0-1 0 0 0,1-1 1 0 0,-1 2-39 0 0,3-14-171 0 0,-2-1-1 0 0,1 0 1 0 0,-2 1 0 0 0,0-1 0 0 0,-4-28-1 0 0,-19-78-340 0 0,17 97 499 0 0,-9-42 114 0 0,-3 0 0 0 0,-35-84 0 0 0,49 140 26 0 0,-1 1 1 0 0,2-1-1 0 0,0 0 1 0 0,0 0-1 0 0,-1-14 1 0 0,4 22-53 0 0,0 0 1 0 0,0 0-1 0 0,1 0 1 0 0,0 0-1 0 0,-1 0 1 0 0,1 1 0 0 0,0-1-1 0 0,1 0 1 0 0,-1 0-1 0 0,0 1 1 0 0,1-1-1 0 0,-1 1 1 0 0,1-1-1 0 0,0 1 1 0 0,2-3-1 0 0,5-3-103 0 0,0 0 0 0 0,15-11-1 0 0,7-7-154 0 0,3-8-53 0 0,-1-2-1 0 0,27-41 1 0 0,-51 64 273 0 0,0-1 1 0 0,0-1-1 0 0,-2 0 1 0 0,0 0-1 0 0,0 0 1 0 0,-1-1-1 0 0,-1 0 1 0 0,-1 0 0 0 0,4-28-1 0 0,-7 18 133 0 0,0-1 1 0 0,-2 1-1 0 0,-1-1 0 0 0,-1 1 1 0 0,-10-41-1 0 0,-48-124 1563 0 0,57 181-1525 0 0,1 1 134 0 0,-1 1 1 0 0,0-1-1 0 0,0 1 0 0 0,-1-1 1 0 0,0 1-1 0 0,0 1 0 0 0,-11-13 1 0 0,16 20-241 0 0,-1 0 0 0 0,1-1 0 0 0,0 1 0 0 0,0 0 0 0 0,0 0 0 0 0,-1 0 0 0 0,1-1 0 0 0,0 1 0 0 0,0 0-1 0 0,-1 0 1 0 0,1 0 0 0 0,0 0 0 0 0,0 0 0 0 0,-1 0 0 0 0,1-1 0 0 0,0 1 0 0 0,-1 0 0 0 0,1 0 0 0 0,0 0 0 0 0,0 0 0 0 0,-1 0 0 0 0,1 0 0 0 0,0 0 0 0 0,-1 0 0 0 0,1 0 0 0 0,0 0 0 0 0,0 1 0 0 0,-1-1 0 0 0,1 0 0 0 0,0 0 0 0 0,-1 0 0 0 0,1 0 0 0 0,0 0 0 0 0,0 0 0 0 0,0 1 0 0 0,-1-1 0 0 0,1 0 0 0 0,0 0 0 0 0,0 0 0 0 0,-1 0 0 0 0,1 1 0 0 0,0-1 0 0 0,0 0 0 0 0,0 0 0 0 0,0 1 0 0 0,-1-1 0 0 0,1 1 0 0 0,-2 8 41 0 0,1 0 1 0 0,0 0 0 0 0,0 0 0 0 0,0 0 0 0 0,1 0 0 0 0,1 0-1 0 0,0 1 1 0 0,3 15 0 0 0,24 79 167 0 0,-23-87-202 0 0,31 97 51 0 0,102 215 0 0 0,-137-328-87 0 0,6 15-238 0 0,1-1 0 0 0,1 0 0 0 0,0 0 0 0 0,17 20 0 0 0,-10-26-5795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1.83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33 138 6017 0 0,'-12'-7'9833'0'0,"11"6"-9241"0"0,-1 0 1 0 0,0 0-1 0 0,1 0 1 0 0,-1 0-1 0 0,1 0 1 0 0,0 0-1 0 0,-1 0 1 0 0,1-1-1 0 0,0 1 1 0 0,0 0 0 0 0,-1-1-1 0 0,1 1 1 0 0,0-1-1 0 0,0-1 1 0 0,0 1 313 0 0,14-9 247 0 0,-8 7-960 0 0,10-5 87 0 0,1 1 1 0 0,1 0-1 0 0,-1 1 1 0 0,35-9-1 0 0,-19 6-219 0 0,-17 5-586 0 0,44-15 755 0 0,-21 10-7818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2.14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24 7965 0 0,'0'-3'6093'0'0,"0"1"-4435"0"0,-2-17 13760 0 0,1 21-15368 0 0,-1-1-25 0 0,1 1 1 0 0,1-1-1 0 0,-1 0 0 0 0,0 0 0 0 0,0 0 1 0 0,0 0-1 0 0,1 1 0 0 0,-1-1 0 0 0,0 0 1 0 0,1 1-1 0 0,-1-1 0 0 0,0 3 0 0 0,2-3-22 0 0,-1-1 0 0 0,0 1-1 0 0,1-1 1 0 0,-1 1 0 0 0,1-1-1 0 0,-1 0 1 0 0,0 1 0 0 0,1-1-1 0 0,-1 1 1 0 0,1-1 0 0 0,-1 0-1 0 0,1 0 1 0 0,-1 1 0 0 0,1-1-1 0 0,-1 0 1 0 0,1 0 0 0 0,0 0-1 0 0,-1 1 1 0 0,1-1 0 0 0,0 0-1 0 0,-5-22-8198 0 0,3 16 1794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3.35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34 1079 11985 0 0,'-1'9'6282'0'0,"1"-7"-5918"0"0,0-1 1 0 0,-1 1-1 0 0,1-1 1 0 0,0 1-1 0 0,0-1 1 0 0,0 1-1 0 0,0-1 1 0 0,0 0-1 0 0,0 1 1 0 0,0-1-1 0 0,1 1 1 0 0,-1-1-1 0 0,1 1 1 0 0,-1-1-1 0 0,1 0 1 0 0,-1 1-1 0 0,1-1 1 0 0,0 0-1 0 0,-1 0 1 0 0,1 1-1 0 0,0-1 1 0 0,2 2-1 0 0,-2-3 291 0 0,1-4-136 0 0,7-12-365 0 0,-1 0 0 0 0,-1 0 0 0 0,-1-1 1 0 0,0 0-1 0 0,-2 0 0 0 0,4-22 0 0 0,0-10-97 0 0,0-57 0 0 0,-7 47-22 0 0,-12-100 0 0 0,-25-61 24 0 0,27 172 245 0 0,-23-73 1 0 0,25 110 21 0 0,1 15-69 0 0,0 18-107 0 0,6-22-155 0 0,-1 17 70 0 0,-1-1 1 0 0,2 1-1 0 0,0-1 1 0 0,1 1 0 0 0,6 27-1 0 0,0 7 60 0 0,31 281 451 0 0,-25-259-448 0 0,3 0 1 0 0,38 105-1 0 0,-47-158-108 0 0,2 0 1 0 0,16 30 0 0 0,-22-46-27 0 0,-1 0 0 0 0,1 0 0 0 0,0 0 0 0 0,0 0 0 0 0,0 0 0 0 0,0-1 0 0 0,1 1 0 0 0,-1-1 0 0 0,1 0 0 0 0,0 0 0 0 0,0 0 1 0 0,0-1-1 0 0,1 0 0 0 0,-1 1 0 0 0,0-1 0 0 0,1-1 0 0 0,8 4 0 0 0,-9-5-7 0 0,0-1 0 0 0,0 1 1 0 0,0 0-1 0 0,-1-1 0 0 0,1 0 1 0 0,0 0-1 0 0,0 0 0 0 0,-1 0 0 0 0,1 0 1 0 0,-1-1-1 0 0,1 0 0 0 0,-1 0 1 0 0,0 0-1 0 0,1 0 0 0 0,-1 0 0 0 0,0 0 1 0 0,0-1-1 0 0,-1 0 0 0 0,1 1 1 0 0,3-5-1 0 0,4-6-36 0 0,0 0 1 0 0,-1-1-1 0 0,10-18 1 0 0,-11 14 16 0 0,0 1 0 0 0,-2-1 0 0 0,0 0 0 0 0,-1 0 0 0 0,0-1 0 0 0,-2 0 0 0 0,0 1 0 0 0,-2-1 0 0 0,0 0 0 0 0,-1 0 0 0 0,0 0 0 0 0,-2 0 0 0 0,0 0 0 0 0,-8-29 0 0 0,9 44 33 0 0,1 0 0 0 0,-1 1 1 0 0,-1-1-1 0 0,1 0 0 0 0,0 1 1 0 0,-1 0-1 0 0,1-1 0 0 0,-1 1 1 0 0,0 0-1 0 0,-1 0 1 0 0,1 0-1 0 0,0 0 0 0 0,-1 0 1 0 0,1 1-1 0 0,-1-1 0 0 0,0 1 1 0 0,0-1-1 0 0,0 1 0 0 0,0 0 1 0 0,0 0-1 0 0,-5-2 1 0 0,6 4 2 0 0,1 0 1 0 0,0 0 0 0 0,-1 0 0 0 0,1 0-1 0 0,0 0 1 0 0,-1 0 0 0 0,1 1 0 0 0,0-1-1 0 0,0 0 1 0 0,-1 1 0 0 0,1-1 0 0 0,0 1-1 0 0,0-1 1 0 0,-1 1 0 0 0,1 0 0 0 0,0 0-1 0 0,0-1 1 0 0,0 1 0 0 0,0 0 0 0 0,0 0-1 0 0,0 0 1 0 0,0 0 0 0 0,1 0 0 0 0,-1 0-1 0 0,-1 2 1 0 0,-15 27 104 0 0,14-23-90 0 0,0 0 1 0 0,1 0-1 0 0,0 0 1 0 0,0 1 0 0 0,1-1-1 0 0,-1 1 1 0 0,2-1 0 0 0,-1 15-1 0 0,2-16-16 0 0,0 1 1 0 0,0-2-1 0 0,1 1 0 0 0,0 0 0 0 0,0 0 1 0 0,0 0-1 0 0,1-1 0 0 0,-1 1 0 0 0,1-1 0 0 0,1 0 1 0 0,6 9-1 0 0,-7-11-21 0 0,-1-1 1 0 0,1 1-1 0 0,0-1 1 0 0,0 0-1 0 0,0 1 1 0 0,1-2-1 0 0,-1 1 0 0 0,0 0 1 0 0,1 0-1 0 0,-1-1 1 0 0,1 0-1 0 0,0 0 1 0 0,-1 0-1 0 0,1 0 1 0 0,0-1-1 0 0,-1 1 1 0 0,1-1-1 0 0,0 0 0 0 0,0 0 1 0 0,0 0-1 0 0,4-1 1 0 0,1-1-36 0 0,1 1 1 0 0,-1-1-1 0 0,1-1 0 0 0,-1 0 1 0 0,0 0-1 0 0,-1-1 1 0 0,12-5-1 0 0,-8 2-50 0 0,0 0-1 0 0,0-1 1 0 0,-1-1-1 0 0,0 1 1 0 0,-1-2-1 0 0,0 1 1 0 0,0-2-1 0 0,-1 1 1 0 0,0-1-1 0 0,-1 0 1 0 0,0-1-1 0 0,-1 0 1 0 0,-1 0-1 0 0,1-1 1 0 0,-2 0-1 0 0,0 0 1 0 0,0 0-1 0 0,-2-1 1 0 0,1 1-1 0 0,-2-1 1 0 0,2-18-1 0 0,-2-14-224 0 0,-2 0 0 0 0,-11-83 0 0 0,-28-88 738 0 0,21 128 410 0 0,12 74-448 0 0,2 7 71 0 0,4 8-431 0 0,0 0-1 0 0,0 0 0 0 0,0 0 0 0 0,0 0 1 0 0,0 0-1 0 0,0 0 0 0 0,0 0 1 0 0,-1 0-1 0 0,1 0 0 0 0,0 0 0 0 0,0 0 1 0 0,0 0-1 0 0,0-1 0 0 0,0 1 0 0 0,0 0 1 0 0,0 0-1 0 0,0 0 0 0 0,0 0 0 0 0,0 0 1 0 0,0 0-1 0 0,0 0 0 0 0,0 0 1 0 0,-1 0-1 0 0,1 0 0 0 0,0 0 0 0 0,0 0 1 0 0,0 0-1 0 0,0 0 0 0 0,0 0 0 0 0,0 0 1 0 0,0 0-1 0 0,0 0 0 0 0,0 0 0 0 0,0 0 1 0 0,0 0-1 0 0,0 1 0 0 0,-1-1 1 0 0,1 0-1 0 0,0 0 0 0 0,0 0 0 0 0,0 0 1 0 0,0 0-1 0 0,0 0 0 0 0,0 0 0 0 0,0 0 1 0 0,0 0-1 0 0,0 0 0 0 0,0 0 1 0 0,0 0-1 0 0,0 0 0 0 0,0 0 0 0 0,0 0 1 0 0,0 0-1 0 0,0 1 0 0 0,0-1 0 0 0,0 0 1 0 0,0 0-1 0 0,0 0 0 0 0,0 0 0 0 0,0 0 1 0 0,0 0-1 0 0,0 0 0 0 0,0 0 1 0 0,0 0-1 0 0,0 0 0 0 0,-6 27 206 0 0,1 0 1 0 0,2 0-1 0 0,1 0 0 0 0,1 39 1 0 0,16 118 185 0 0,-8-119-251 0 0,52 365 318 0 0,9-143-323 0 0,-49-226-176 0 0,29 60 1 0 0,-45-113 3 0 0,-1-4-4 0 0,-1 1 0 0 0,1-1-1 0 0,0 0 1 0 0,0 0-1 0 0,0 0 1 0 0,1 0-1 0 0,-1-1 1 0 0,1 1-1 0 0,0-1 1 0 0,0 1-1 0 0,1-1 1 0 0,4 4-1 0 0,-8-7-86 0 0,1-4 4 0 0,0-2 81 0 0,-1-1-1 0 0,0 1 0 0 0,0 0 0 0 0,0 0 1 0 0,-1-1-1 0 0,0 1 0 0 0,0 0 1 0 0,-1 0-1 0 0,-3-10 0 0 0,-29-62-144 0 0,17 44 97 0 0,-61-129-255 0 0,12 28 6 0 0,64 132 295 0 0,1 0 0 0 0,-1 0 0 0 0,1 0 0 0 0,0-1 0 0 0,0 1 0 0 0,0-1 0 0 0,1 1 0 0 0,-1-1 0 0 0,1 1-1 0 0,0-1 1 0 0,0 1 0 0 0,0-7 0 0 0,1 7-16 0 0,0 0 0 0 0,1 0 0 0 0,-1 0-1 0 0,1 0 1 0 0,-1 0 0 0 0,1 0 0 0 0,0 0 0 0 0,0 1-1 0 0,0-1 1 0 0,0 1 0 0 0,0 0 0 0 0,1 0-1 0 0,-1-1 1 0 0,4-1 0 0 0,36-27-361 0 0,-8 6-111 0 0,60-57 0 0 0,-84 71 446 0 0,-1 0 0 0 0,0 0 1 0 0,-1-1-1 0 0,0 0 0 0 0,0 0 0 0 0,-2-1 0 0 0,1 0 0 0 0,-2 0 1 0 0,8-23-1 0 0,-9 14 42 0 0,0 1-1 0 0,-1-1 1 0 0,-1 0 0 0 0,-1 0 0 0 0,-1 1-1 0 0,-1-1 1 0 0,-4-23 0 0 0,-7-20 256 0 0,-20-64 0 0 0,20 89 177 0 0,-2 0 0 0 0,-1 1 0 0 0,-28-49-1 0 0,42 85-331 0 0,-2-2 105 0 0,0-1 1 0 0,0 1-1 0 0,0 0 1 0 0,-1-1-1 0 0,0 2 1 0 0,0-1-1 0 0,-6-5 1 0 0,9 9 49 0 0,0 5-15 0 0,-1 4-139 0 0,0 1 0 0 0,1-1 0 0 0,0 1 1 0 0,0-1-1 0 0,1 1 0 0 0,0 0 0 0 0,1-1 0 0 0,0 1 0 0 0,0-1 0 0 0,4 15 0 0 0,-1-1 4 0 0,8 38 147 0 0,30 85-1 0 0,32 55 23 0 0,-38-104-158 0 0,-5-20-31 0 0,29 90-73 0 0,-34-93-950 0 0,-26-71-554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3.48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83 9105 0 0,'0'0'5224'0'0,"-8"-5"2877"0"0,32-3-7085 0 0,-5 4-176 0 0,3 1-156 0 0,11-7-132 0 0,0 1-176 0 0,-7 3-168 0 0,-4-1-164 0 0,-2 3-200 0 0,-4 0-224 0 0,-4-3-432 0 0,-7 2-804 0 0,-8-6-8893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05.11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39 76 9669 0 0,'-3'1'5774'0'0,"-33"9"7477"0"0,64-12-12994 0 0,0-2 0 0 0,0 0 0 0 0,-1-2 0 0 0,42-14 0 0 0,32-7-39 0 0,-68 21-180 0 0,51-12-305 0 0,-72 19 262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18.20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29 277 2644 0 0,'-21'-7'15470'0'0,"15"2"-12591"0"0,4 4-1346 0 0,3-2-329 0 0,0 0-1054 0 0,-1 1 0 0 0,1-1 0 0 0,0 0 0 0 0,0 1 0 0 0,0 0 0 0 0,1-1 0 0 0,-1 1 0 0 0,0 0 0 0 0,1-1 0 0 0,0 1 0 0 0,-1 0 0 0 0,4-2 0 0 0,29-25 541 0 0,-13 13-472 0 0,129-97 263 0 0,-91 71-460 0 0,-27 14 3390 0 0,-35 33-3210 0 0,0 1-134 0 0,0 1-1 0 0,0 0 1 0 0,0 0-1 0 0,1 0 1 0 0,0 0 0 0 0,0 0-1 0 0,1 0 1 0 0,-1 8-1 0 0,-1 69 254 0 0,2-38-237 0 0,-4 167 196 0 0,6-151-256 0 0,15 90 1 0 0,-16-148-49 0 0,11 39-222 0 0,-11-41 179 0 0,1-1 1 0 0,-1 1-1 0 0,1 0 0 0 0,0-1 1 0 0,-1 1-1 0 0,1-1 1 0 0,0 0-1 0 0,0 1 0 0 0,0-1 1 0 0,0 0-1 0 0,1 1 1 0 0,-1-1-1 0 0,0 0 1 0 0,0 0-1 0 0,1 0 0 0 0,-1 0 1 0 0,1 0-1 0 0,-1-1 1 0 0,1 1-1 0 0,-1 0 0 0 0,4 1 1 0 0,-3-2-301 0 0,1-1 0 0 0,-1 1 1 0 0,0 0-1 0 0,1 0 1 0 0,-1-1-1 0 0,1 0 0 0 0,-1 1 1 0 0,0-1-1 0 0,0 0 0 0 0,1 0 1 0 0,-1 0-1 0 0,0 0 0 0 0,0-1 1 0 0,3-1-1 0 0,-1 0-1254 0 0,16-9-4767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18.46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72 49 5669 0 0,'2'-24'12311'0'0,"-2"23"-11786"0"0,0-1 0 0 0,0 1 0 0 0,0-1 0 0 0,-1 1 1 0 0,1-1-1 0 0,-1 1 0 0 0,1-1 0 0 0,-1 1 0 0 0,0 0 0 0 0,1-1 1 0 0,-1 1-1 0 0,-2-2 0 0 0,3 2-379 0 0,-1 1 0 0 0,1 0-1 0 0,-1-1 1 0 0,1 1 0 0 0,0-1 0 0 0,-1 1 0 0 0,0 0-1 0 0,1 0 1 0 0,-1-1 0 0 0,1 1 0 0 0,-1 0 0 0 0,1 0-1 0 0,-1 0 1 0 0,0 0 0 0 0,1-1 0 0 0,-1 1 0 0 0,1 0-1 0 0,-1 0 1 0 0,0 0 0 0 0,1 0 0 0 0,-1 0 0 0 0,1 0-1 0 0,-1 1 1 0 0,0-1 0 0 0,1 0 0 0 0,-1 0 0 0 0,1 0-1 0 0,-1 1 1 0 0,0-1 0 0 0,-14 9 1070 0 0,14-8-1384 0 0,-1 1 239 0 0,1 0 1 0 0,-1 0 0 0 0,0 0-1 0 0,1 0 1 0 0,-1 0 0 0 0,1 0-1 0 0,0 0 1 0 0,-1 0 0 0 0,1 0-1 0 0,0 1 1 0 0,0-1 0 0 0,0 3-1 0 0,-7 33 369 0 0,6-24-326 0 0,0-4-78 0 0,1 0 1 0 0,0 0-1 0 0,1 0 1 0 0,0 1-1 0 0,0-1 1 0 0,1 0 0 0 0,1 0-1 0 0,-1 0 1 0 0,2 0-1 0 0,-1 0 1 0 0,1 0-1 0 0,1-1 1 0 0,0 1-1 0 0,8 13 1 0 0,-9-18-43 0 0,0 0 0 0 0,0-1 0 0 0,1 1 0 0 0,0 0 1 0 0,0-1-1 0 0,0 0 0 0 0,1 0 0 0 0,-1 0 0 0 0,1-1 0 0 0,0 0 0 0 0,0 0 0 0 0,0 0 0 0 0,0 0 1 0 0,1-1-1 0 0,-1 1 0 0 0,1-2 0 0 0,0 1 0 0 0,-1 0 0 0 0,1-1 0 0 0,0 0 0 0 0,0-1 0 0 0,0 1 1 0 0,0-1-1 0 0,0 0 0 0 0,-1 0 0 0 0,11-3 0 0 0,-7 2-14 0 0,-1-1 0 0 0,1-1 0 0 0,0 0-1 0 0,-1 0 1 0 0,15-8 0 0 0,-21 10 17 0 0,0 0-1 0 0,1 0 1 0 0,-1-1-1 0 0,0 1 1 0 0,0-1 0 0 0,0 1-1 0 0,0-1 1 0 0,0 0-1 0 0,0 0 1 0 0,-1 0-1 0 0,1 0 1 0 0,0 0 0 0 0,-1 0-1 0 0,0 0 1 0 0,0-1-1 0 0,1 1 1 0 0,-1-1-1 0 0,0 1 1 0 0,-1 0 0 0 0,1-1-1 0 0,0 1 1 0 0,-1-1-1 0 0,0 0 1 0 0,1 1-1 0 0,-1-1 1 0 0,0-4 0 0 0,-2-2 12 0 0,0 0 0 0 0,-1-1 0 0 0,0 1 0 0 0,0 0 1 0 0,-1 1-1 0 0,0-1 0 0 0,0 0 0 0 0,-1 1 0 0 0,0 0 1 0 0,-1 0-1 0 0,1 1 0 0 0,-2 0 0 0 0,1 0 0 0 0,-12-10 1 0 0,8 9-27 0 0,0 1 0 0 0,0 0-1 0 0,-1 1 1 0 0,0 0 0 0 0,0 1 0 0 0,0 0 0 0 0,0 1 0 0 0,-1 0 0 0 0,0 1 0 0 0,0 0 0 0 0,-12-1 0 0 0,20 4-289 0 0,1 0 0 0 0,-1-1 0 0 0,0 1 0 0 0,1 1 0 0 0,-1-1 0 0 0,1 0 0 0 0,-1 1 0 0 0,-5 1 0 0 0,6 9-10533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19.40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48 8609 0 0,'-6'-28'13074'0'0,"-1"9"-5824"0"0,7 24-6654 0 0,-3 33-112 0 0,3 0 0 0 0,1 0 0 0 0,6 41 1 0 0,-3-32-297 0 0,60 370 484 0 0,-60-394-684 0 0,1 0-1 0 0,1-1 0 0 0,12 27 1 0 0,-18-48-10 0 0,0-7-36 0 0,1-35 27 0 0,-8-73 1 0 0,3 67 12 0 0,1-66 1 0 0,4 104 12 0 0,-1 0 1 0 0,1 0-1 0 0,1-1 1 0 0,0 1-1 0 0,6-16 1 0 0,-8 23 5 0 0,1 0 0 0 0,0 0 0 0 0,0 1 0 0 0,0-1 0 0 0,0 0 0 0 0,0 0 0 0 0,0 1 0 0 0,1-1 0 0 0,-1 1 0 0 0,1-1 0 0 0,-1 1 0 0 0,1 0 0 0 0,-1-1 0 0 0,1 1 1 0 0,-1 0-1 0 0,1 0 0 0 0,0 0 0 0 0,0 0 0 0 0,0 0 0 0 0,0 1 0 0 0,0-1 0 0 0,-1 1 0 0 0,1-1 0 0 0,0 1 0 0 0,0-1 0 0 0,0 1 0 0 0,0 0 0 0 0,0 0 0 0 0,1 0 0 0 0,-1 0 0 0 0,0 1 0 0 0,0-1 0 0 0,3 2 0 0 0,1-1 11 0 0,-1 2 1 0 0,0-1-1 0 0,0 0 0 0 0,-1 1 0 0 0,1 0 0 0 0,0 0 1 0 0,-1 1-1 0 0,0-1 0 0 0,0 1 0 0 0,0 0 0 0 0,0 0 1 0 0,0 0-1 0 0,-1 1 0 0 0,0-1 0 0 0,0 1 0 0 0,3 5 0 0 0,0 2 13 0 0,0 0 0 0 0,0 1-1 0 0,-2 0 1 0 0,1-1-1 0 0,3 21 1 0 0,-6-21-12 0 0,-1 1-1 0 0,0 0 1 0 0,-1-1 0 0 0,0 1 0 0 0,-3 20-1 0 0,1-26-6 0 0,1 1 0 0 0,-1-1-1 0 0,0 1 1 0 0,0-1 0 0 0,-1 1-1 0 0,0-1 1 0 0,0 0 0 0 0,-1 0-1 0 0,0-1 1 0 0,-7 9 0 0 0,8-11-45 0 0,0-1-1 0 0,0 0 1 0 0,-1-1 0 0 0,1 1 0 0 0,-1-1 0 0 0,1 0 0 0 0,-1 1 0 0 0,0-2-1 0 0,0 1 1 0 0,0 0 0 0 0,0-1 0 0 0,-1 0 0 0 0,1 0 0 0 0,0 0 0 0 0,-1 0-1 0 0,1-1 1 0 0,0 1 0 0 0,-1-1 0 0 0,1 0 0 0 0,0-1 0 0 0,-9-1 0 0 0,10 2 6 0 0,0-1 1 0 0,0 0-1 0 0,0 0 1 0 0,0 0-1 0 0,0 0 1 0 0,1 0-1 0 0,-1-1 1 0 0,0 1-1 0 0,1-1 1 0 0,-1 0-1 0 0,1 0 1 0 0,-1 0-1 0 0,1 0 1 0 0,0 0-1 0 0,0-1 1 0 0,0 1 0 0 0,0 0-1 0 0,0-1 1 0 0,0 0-1 0 0,1 1 1 0 0,-1-1-1 0 0,1 0 1 0 0,0 0-1 0 0,0 0 1 0 0,0 0-1 0 0,0 0 1 0 0,0 0-1 0 0,1 0 1 0 0,0 0-1 0 0,-1 0 1 0 0,1-4-1 0 0,0 1-136 0 0,1-1-1 0 0,0 0 0 0 0,0 1 1 0 0,0-1-1 0 0,0 0 0 0 0,1 1 0 0 0,1 0 1 0 0,-1-1-1 0 0,1 1 0 0 0,0 0 1 0 0,0 0-1 0 0,0 1 0 0 0,1-1 0 0 0,0 1 1 0 0,8-9-1 0 0,-11 13 167 0 0,0 0 1 0 0,0 0 0 0 0,0 1-1 0 0,0-1 1 0 0,0 0-1 0 0,0 1 1 0 0,0-1 0 0 0,1 1-1 0 0,-1 0 1 0 0,0-1-1 0 0,0 1 1 0 0,0 0-1 0 0,1 0 1 0 0,-1-1 0 0 0,0 1-1 0 0,0 0 1 0 0,1 0-1 0 0,-1 0 1 0 0,0 1 0 0 0,0-1-1 0 0,1 0 1 0 0,-1 0-1 0 0,0 1 1 0 0,0-1-1 0 0,0 1 1 0 0,0-1 0 0 0,1 1-1 0 0,-1-1 1 0 0,0 1-1 0 0,0 0 1 0 0,1 1 0 0 0,4 2 61 0 0,-1 1 0 0 0,1 1 1 0 0,-1-1-1 0 0,6 9 1 0 0,4 5 45 0 0,-5-10-59 0 0,1 0 0 0 0,0 0 1 0 0,0-1-1 0 0,1-1 0 0 0,0 0 0 0 0,0 0 1 0 0,0-1-1 0 0,20 6 0 0 0,-25-10-31 0 0,1 0 0 0 0,0 0 0 0 0,0-1-1 0 0,0 0 1 0 0,-1-1 0 0 0,1 1 0 0 0,0-1-1 0 0,0-1 1 0 0,0 0 0 0 0,0 0 0 0 0,0 0-1 0 0,0-1 1 0 0,-1 0 0 0 0,1-1-1 0 0,-1 0 1 0 0,9-4 0 0 0,-13 5-8 0 0,1 0 1 0 0,-1-1-1 0 0,0 1 0 0 0,0-1 1 0 0,0 0-1 0 0,0 0 0 0 0,0 0 1 0 0,0 0-1 0 0,-1 0 0 0 0,1-1 1 0 0,-1 1-1 0 0,0-1 0 0 0,0 0 1 0 0,-1 1-1 0 0,1-1 0 0 0,-1 0 1 0 0,1 0-1 0 0,-1 0 0 0 0,-1 0 1 0 0,1 0-1 0 0,0-1 0 0 0,-1 1 0 0 0,0 0 1 0 0,0 0-1 0 0,0 0 0 0 0,-1 0 1 0 0,0-5-1 0 0,0 2 121 0 0,-1 0 0 0 0,1 0-1 0 0,-1 0 1 0 0,0 0 0 0 0,-1 0 0 0 0,0 0-1 0 0,0 1 1 0 0,0-1 0 0 0,-1 1 0 0 0,0 0-1 0 0,0 0 1 0 0,-1 0 0 0 0,1 1 0 0 0,-10-9 0 0 0,13 14-104 0 0,0-1 1 0 0,0 1-1 0 0,0 0 1 0 0,0 0-1 0 0,0-1 1 0 0,0 1-1 0 0,0 0 1 0 0,0 0-1 0 0,0 0 1 0 0,0 0-1 0 0,0 0 1 0 0,0 0-1 0 0,-1 1 1 0 0,1-1-1 0 0,0 0 1 0 0,0 0-1 0 0,0 1 1 0 0,1-1-1 0 0,-1 1 1 0 0,0-1-1 0 0,0 1 1 0 0,0-1 0 0 0,0 1-1 0 0,0-1 1 0 0,0 1-1 0 0,1 0 1 0 0,-1-1-1 0 0,0 1 1 0 0,1 0-1 0 0,-1 0 1 0 0,0 0-1 0 0,1 0 1 0 0,-1-1-1 0 0,1 1 1 0 0,-1 0-1 0 0,1 0 1 0 0,0 0-1 0 0,-1 0 1 0 0,1 0-1 0 0,-1 2 1 0 0,1 3 1 0 0,-1 0 0 0 0,1 0 0 0 0,0 0 0 0 0,1 0 0 0 0,-1 0 0 0 0,1 0 1 0 0,0 0-1 0 0,0 0 0 0 0,1 0 0 0 0,0 0 0 0 0,4 8 0 0 0,3 3-51 0 0,1 0 0 0 0,14 19 0 0 0,-23-34 22 0 0,2 2-31 0 0,1 1-1 0 0,-1-1 1 0 0,1 0 0 0 0,0 0-1 0 0,0 0 1 0 0,0 0-1 0 0,1-1 1 0 0,0 0-1 0 0,-1 0 1 0 0,1 0 0 0 0,0-1-1 0 0,0 1 1 0 0,0-1-1 0 0,10 3 1 0 0,-9-4-300 0 0,1 0 1 0 0,0 0-1 0 0,-1 0 1 0 0,12-1 0 0 0,27-7-4866 0 0,-17 0-1297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0.10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35 9245 0 0,'-2'-4'1889'0'0,"1"1"-1"0"0,-1-1 1 0 0,0 1 0 0 0,0 0-1 0 0,0 0 1 0 0,-1 0 0 0 0,1 0-1 0 0,-7-5 1847 0 0,7 11-3073 0 0,-2 1-543 0 0,1 1 0 0 0,0 0-1 0 0,0 0 1 0 0,1 1-1 0 0,0-1 1 0 0,-1 0 0 0 0,2 1-1 0 0,-1 0 1 0 0,1-1 0 0 0,0 1-1 0 0,0 0 1 0 0,0 0-1 0 0,1-1 1 0 0,0 1 0 0 0,0 0-1 0 0,0 0 1 0 0,1 0-1 0 0,0 0 1 0 0,0-1 0 0 0,4 10-1 0 0,-3-6-81 0 0,1 0 0 0 0,1 0 1 0 0,-1-1-1 0 0,1 1 0 0 0,1-1 0 0 0,0 0 0 0 0,0 0 0 0 0,0-1 0 0 0,1 0 0 0 0,0 1 0 0 0,1-2 0 0 0,13 12 0 0 0,-8-9-38 0 0,1-1-1 0 0,0-1 1 0 0,0 0-1 0 0,1-1 1 0 0,18 6-1 0 0,-25-9-16 0 0,1-1 0 0 0,0-1 0 0 0,-1 1 0 0 0,1-1-1 0 0,0 0 1 0 0,0-1 0 0 0,0 0 0 0 0,0 0 0 0 0,-1-1 0 0 0,1 0 0 0 0,15-4 0 0 0,-20 4 7 0 0,0 0 1 0 0,0-1 0 0 0,0 1 0 0 0,-1-1 0 0 0,1 0 0 0 0,0 0 0 0 0,-1 0 0 0 0,1 0-1 0 0,-1 0 1 0 0,0-1 0 0 0,0 1 0 0 0,0-1 0 0 0,0 1 0 0 0,0-1 0 0 0,0 0 0 0 0,-1 1 0 0 0,1-1-1 0 0,-1 0 1 0 0,0 0 0 0 0,0 0 0 0 0,0-1 0 0 0,0 1 0 0 0,0-3 0 0 0,1-9 14 0 0,0-1 1 0 0,-1 0-1 0 0,-2-23 0 0 0,1 16 26 0 0,-1 5 115 0 0,-1 1 0 0 0,0 0 0 0 0,-1-1-1 0 0,-9-29 1 0 0,11 45 339 0 0,2 10-440 0 0,0 5-27 0 0,1-1 0 0 0,1 0-1 0 0,0 0 1 0 0,1 0 0 0 0,0 0-1 0 0,11 20 1 0 0,-10-23-9 0 0,89 145 18 0 0,-93-153-32 0 0,2 5-76 0 0,1 0-1 0 0,0 0 1 0 0,0-1 0 0 0,1 1-1 0 0,-1-1 1 0 0,1 0 0 0 0,0 0-1 0 0,1 0 1 0 0,-1-1 0 0 0,1 0-1 0 0,0 0 1 0 0,0 0 0 0 0,9 3-1 0 0,-10-8-1420 0 0,13-9-2682 0 0,-3 2-2323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1.0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49 660 3128 0 0,'-18'31'11930'0'0,"13"-23"-9897"0"0,0 0 0 0 0,0 0 0 0 0,1 1 0 0 0,0 0 0 0 0,-3 12 0 0 0,6-19-591 0 0,6-5-1157 0 0,2-3-216 0 0,-1 1 0 0 0,-1-1-1 0 0,1 1 1 0 0,-1-2-1 0 0,0 1 1 0 0,0 0 0 0 0,-1-1-1 0 0,0 0 1 0 0,5-10-1 0 0,33-68 240 0 0,34-78 488 0 0,-65 141 159 0 0,5 83-842 0 0,-9-35-13 0 0,9 53-1 0 0,-16-70-79 0 0,2 1 8 0 0,-1 1 0 0 0,0-1 0 0 0,-1 0 0 0 0,0 1 0 0 0,0-1 0 0 0,-1 1 0 0 0,-1-1 0 0 0,-5 21 0 0 0,7-30-32 0 0,-1-1 0 0 0,1 1-1 0 0,-1 0 1 0 0,1 0 0 0 0,0-1 0 0 0,-1 1 0 0 0,1 0 0 0 0,-1-1 0 0 0,0 1 0 0 0,1 0 0 0 0,-1-1 0 0 0,1 1 0 0 0,-1-1 0 0 0,0 1 0 0 0,0-1 0 0 0,1 1 0 0 0,-1-1 0 0 0,0 1 0 0 0,0-1-1 0 0,1 0 1 0 0,-1 0 0 0 0,0 1 0 0 0,0-1 0 0 0,-1 0 0 0 0,0 0-16 0 0,0 0 0 0 0,0 0 1 0 0,0-1-1 0 0,0 1 0 0 0,0 0 0 0 0,0-1 0 0 0,1 0 0 0 0,-1 1 0 0 0,0-1 0 0 0,-3-2 0 0 0,0 0-89 0 0,0-1-1 0 0,-1 0 1 0 0,1 0 0 0 0,1 0-1 0 0,-7-8 1 0 0,-29-40-1729 0 0,40 51 1750 0 0,3 5 50 0 0,8 4 74 0 0,-1 0-1 0 0,1 0 1 0 0,0-1-1 0 0,1 0 1 0 0,0 0-1 0 0,0-2 1 0 0,0 0 0 0 0,1 0-1 0 0,-1-1 1 0 0,26 5-1 0 0,-20-6-17 0 0,-1 0 0 0 0,1-2-1 0 0,0 0 1 0 0,0-1 0 0 0,-1 0-1 0 0,1-2 1 0 0,0 0 0 0 0,-1-1 0 0 0,24-7-1 0 0,-37 9-25 0 0,0-1 0 0 0,-1 0 0 0 0,1 0 0 0 0,0-1 0 0 0,-1 1 0 0 0,0-1 0 0 0,1 0 0 0 0,-1 0 0 0 0,0 0 0 0 0,0 0-1 0 0,-1 0 1 0 0,1-1 0 0 0,-1 1 0 0 0,1-1 0 0 0,-1 0 0 0 0,0 1 0 0 0,-1-1 0 0 0,1 0 0 0 0,-1 0 0 0 0,1 0 0 0 0,-1-1-1 0 0,-1 1 1 0 0,1 0 0 0 0,0 0 0 0 0,-1-1 0 0 0,0 1 0 0 0,0 0 0 0 0,-1-5 0 0 0,1-1 55 0 0,-1 1 1 0 0,-1 0-1 0 0,0-1 0 0 0,0 1 1 0 0,0 0-1 0 0,-1 0 1 0 0,-1 1-1 0 0,0-1 0 0 0,0 1 1 0 0,0-1-1 0 0,-10-12 0 0 0,11 17 13 0 0,0 1 0 0 0,0 0-1 0 0,0 1 1 0 0,0-1-1 0 0,0 0 1 0 0,-1 1 0 0 0,1 0-1 0 0,-1 0 1 0 0,0 0-1 0 0,1 0 1 0 0,-1 0 0 0 0,0 1-1 0 0,0 0 1 0 0,0-1-1 0 0,0 1 1 0 0,0 1 0 0 0,-1-1-1 0 0,1 1 1 0 0,0 0-1 0 0,-8 0 1 0 0,11 0-54 0 0,0 1 0 0 0,-1-1 0 0 0,1 0 0 0 0,0 1-1 0 0,0-1 1 0 0,0 1 0 0 0,0-1 0 0 0,0 1 0 0 0,-1-1 0 0 0,1 1 0 0 0,0 0 0 0 0,0 0 0 0 0,0-1 0 0 0,1 1 0 0 0,-1 0 0 0 0,0 0 0 0 0,0 0-1 0 0,0 0 1 0 0,1 0 0 0 0,-1 0 0 0 0,0 0 0 0 0,1 0 0 0 0,-1 1 0 0 0,1-1 0 0 0,0 0 0 0 0,-1 0 0 0 0,1 0 0 0 0,0 0 0 0 0,0 1 0 0 0,-1-1-1 0 0,1 0 1 0 0,0 0 0 0 0,0 1 0 0 0,0-1 0 0 0,1 0 0 0 0,-1 0 0 0 0,0 3 0 0 0,1 3-23 0 0,1 1 0 0 0,-1-1 0 0 0,1 0 0 0 0,5 12 0 0 0,-2-5-31 0 0,2 1 1 0 0,0-2-1 0 0,0 1 0 0 0,1-1 1 0 0,1 0-1 0 0,0 0 0 0 0,1-1 1 0 0,0-1-1 0 0,1 1 0 0 0,0-2 1 0 0,1 0-1 0 0,0 0 0 0 0,0-1 1 0 0,27 15-1 0 0,-20-16-35 0 0,0-1-1 0 0,1 0 0 0 0,0-2 1 0 0,0 0-1 0 0,0-1 0 0 0,1-1 1 0 0,0-1-1 0 0,-1-1 0 0 0,1 0 1 0 0,0-2-1 0 0,0 0 1 0 0,-1-2-1 0 0,1 0 0 0 0,-1-1 1 0 0,21-7-1 0 0,-36 9 31 0 0,0 0 0 0 0,0 0 0 0 0,0-1 0 0 0,-1 1 0 0 0,1-1 0 0 0,0 0 0 0 0,-1 0 0 0 0,0-1 0 0 0,0 1-1 0 0,0-1 1 0 0,0 0 0 0 0,-1 0 0 0 0,1 0 0 0 0,-1 0 0 0 0,0-1 0 0 0,3-5 0 0 0,-5 6 64 0 0,1 0 1 0 0,-1 0-1 0 0,0 0 0 0 0,0 0 1 0 0,0 0-1 0 0,-1-1 1 0 0,1 1-1 0 0,-1 0 0 0 0,0-1 1 0 0,0 1-1 0 0,-1 0 0 0 0,1-1 1 0 0,-1 1-1 0 0,0 0 0 0 0,0 0 1 0 0,0 0-1 0 0,-1-1 1 0 0,1 1-1 0 0,-1 1 0 0 0,-3-6 1 0 0,0 1 90 0 0,-1 0-1 0 0,-1 0 1 0 0,1 1 0 0 0,-1 0 0 0 0,0 0 0 0 0,-1 1 0 0 0,0-1 0 0 0,0 2 0 0 0,0-1 0 0 0,-1 1 0 0 0,1 0-1 0 0,-1 1 1 0 0,0 0 0 0 0,-1 0 0 0 0,1 1 0 0 0,-1 1 0 0 0,1-1 0 0 0,-1 1 0 0 0,0 1 0 0 0,0 0 0 0 0,0 0 0 0 0,0 1-1 0 0,0 1 1 0 0,-19 2 0 0 0,27-3-89 0 0,0 1-1 0 0,0-1 1 0 0,-1 1 0 0 0,1-1-1 0 0,0 1 1 0 0,0 0-1 0 0,0 0 1 0 0,0 0 0 0 0,0 0-1 0 0,0 0 1 0 0,0 1-1 0 0,1-1 1 0 0,-1 1 0 0 0,0-1-1 0 0,1 1 1 0 0,-1-1-1 0 0,1 1 1 0 0,-1 0 0 0 0,1 0-1 0 0,0 0 1 0 0,0 0-1 0 0,0 0 1 0 0,0 0 0 0 0,0 0-1 0 0,0 0 1 0 0,1 0-1 0 0,-1 0 1 0 0,0 0-1 0 0,1 1 1 0 0,0-1 0 0 0,0 0-1 0 0,0 0 1 0 0,0 0-1 0 0,0 1 1 0 0,0-1 0 0 0,0 0-1 0 0,1 0 1 0 0,-1 1-1 0 0,1-1 1 0 0,-1 0 0 0 0,1 0-1 0 0,1 3 1 0 0,2 3-2 0 0,-1 0 1 0 0,1-1 0 0 0,0 0-1 0 0,1 1 1 0 0,0-1-1 0 0,0-1 1 0 0,1 1-1 0 0,-1-1 1 0 0,1 0-1 0 0,8 6 1 0 0,34 20-2 0 0,-44-29-18 0 0,1-1 0 0 0,-1 0 0 0 0,1 0 0 0 0,0 0 0 0 0,0-1 1 0 0,-1 0-1 0 0,1 0 0 0 0,10 1 0 0 0,-13-2 5 0 0,-1 0 0 0 0,1-1 0 0 0,-1 1-1 0 0,1-1 1 0 0,0 1 0 0 0,-1-1 0 0 0,1 0 0 0 0,-1 0 0 0 0,0 1 0 0 0,1-1 0 0 0,-1 0 0 0 0,0 0 0 0 0,1 0 0 0 0,-1-1 0 0 0,0 1 0 0 0,0 0 0 0 0,0 0 0 0 0,0-1 0 0 0,0 1 0 0 0,0-1 0 0 0,0 1 0 0 0,-1 0 0 0 0,1-1 0 0 0,0 0 0 0 0,-1 1 0 0 0,1-1 0 0 0,-1 1 0 0 0,1-4 0 0 0,1-5-10 0 0,0-1 0 0 0,-1 1 0 0 0,0-12 0 0 0,-1 20 12 0 0,1-32-23 0 0,-3 0 0 0 0,-10-62-1 0 0,-24-65 6 0 0,26 120 21 0 0,1 5 45 0 0,-2 1 0 0 0,-2 1-1 0 0,-1 0 1 0 0,-28-49 0 0 0,42 83-45 0 0,0 0 0 0 0,0 0 0 0 0,0 0 0 0 0,0-1 0 0 0,0 1-1 0 0,0 0 1 0 0,0 0 0 0 0,0 0 0 0 0,0 0 0 0 0,0 0 0 0 0,0 0 0 0 0,0 0 0 0 0,0 0 0 0 0,-1 0 0 0 0,1 0 0 0 0,0-1 0 0 0,0 1-1 0 0,0 0 1 0 0,0 0 0 0 0,0 0 0 0 0,0 0 0 0 0,0 0 0 0 0,0 0 0 0 0,0 0 0 0 0,0 0 0 0 0,0 0 0 0 0,0 0 0 0 0,-1 0 0 0 0,1 0-1 0 0,0 0 1 0 0,0 0 0 0 0,0 0 0 0 0,0 0 0 0 0,0 0 0 0 0,0 0 0 0 0,0 0 0 0 0,0 0 0 0 0,0 0 0 0 0,-1 0 0 0 0,1 0 0 0 0,0 0-1 0 0,0 0 1 0 0,0 0 0 0 0,0 0 0 0 0,0 0 0 0 0,0 0 0 0 0,0 0 0 0 0,0 0 0 0 0,0 0 0 0 0,0 0 0 0 0,0 0 0 0 0,-1 0 0 0 0,1 0 0 0 0,0 0-1 0 0,0 0 1 0 0,0 0 0 0 0,0 1 0 0 0,0-1 0 0 0,0 0 0 0 0,0 0 0 0 0,0 0 0 0 0,0 0 0 0 0,0 0 0 0 0,0 0 0 0 0,0 0 0 0 0,0 0-1 0 0,0 0 1 0 0,0 0 0 0 0,0 1 0 0 0,-3 11 30 0 0,4 21-19 0 0,6 5 7 0 0,2-1 1 0 0,22 63-1 0 0,40 69-20 0 0,-64-153-3 0 0,20 42-254 0 0,3-1-1 0 0,42 60 0 0 0,-44-83-667 0 0,-3-16-4722 0 0,-6-10-854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1.80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61 101 1664 0 0,'-7'-15'14610'0'0,"0"4"-6481"0"0,6 10-7798 0 0,0 0 0 0 0,0 0 1 0 0,0 0-1 0 0,0 1 1 0 0,0-1-1 0 0,0 0 1 0 0,0 1-1 0 0,0-1 0 0 0,0 0 1 0 0,0 1-1 0 0,0-1 1 0 0,0 1-1 0 0,0 0 0 0 0,-1-1 1 0 0,1 1-1 0 0,-2 0 1 0 0,1-1 90 0 0,-8 14 223 0 0,8-10-619 0 0,0 1 0 0 0,0-1 0 0 0,0 1 1 0 0,1 0-1 0 0,0 0 0 0 0,0 0 0 0 0,0 0 1 0 0,0 0-1 0 0,0 0 0 0 0,1 0 0 0 0,0 0 1 0 0,0 0-1 0 0,0 0 0 0 0,0 0 0 0 0,1 0 1 0 0,-1 0-1 0 0,1 0 0 0 0,0 0 1 0 0,0-1-1 0 0,1 1 0 0 0,-1 0 0 0 0,1 0 1 0 0,0-1-1 0 0,0 1 0 0 0,4 4 0 0 0,-1 0 29 0 0,1 0 0 0 0,1 0 0 0 0,0-1 0 0 0,0 0 0 0 0,0-1 0 0 0,1 0 0 0 0,-1 0 0 0 0,2 0 0 0 0,11 5 0 0 0,-8-5-92 0 0,0 0 0 0 0,0-1-1 0 0,1-1 1 0 0,14 4 0 0 0,-21-7 18 0 0,-1 0 1 0 0,1 0-1 0 0,0-1 1 0 0,-1 1 0 0 0,1-1-1 0 0,0-1 1 0 0,0 1-1 0 0,-1-1 1 0 0,1 0-1 0 0,0 0 1 0 0,-1-1-1 0 0,8-2 1 0 0,-10 3-4 0 0,-1-1 1 0 0,1 0 0 0 0,0 0-1 0 0,-1 0 1 0 0,1 0 0 0 0,-1-1-1 0 0,1 1 1 0 0,-1-1 0 0 0,0 1-1 0 0,0-1 1 0 0,-1 0-1 0 0,1 1 1 0 0,0-1 0 0 0,-1 0-1 0 0,0 0 1 0 0,1-1 0 0 0,-1 1-1 0 0,0 0 1 0 0,-1 0 0 0 0,1 0-1 0 0,-1-1 1 0 0,1 1 0 0 0,-1 0-1 0 0,0-1 1 0 0,0-3 0 0 0,-1-7 19 0 0,0 1 1 0 0,-1-1 0 0 0,0 0-1 0 0,-7-21 1 0 0,6 22 107 0 0,-1 1 0 0 0,-1 0-1 0 0,1 0 1 0 0,-2 1 0 0 0,0-1-1 0 0,0 1 1 0 0,-13-17 0 0 0,18 27 170 0 0,1 4-269 0 0,1 1-1 0 0,-1-1 0 0 0,1 1 1 0 0,0-1-1 0 0,0 0 0 0 0,0 1 1 0 0,1-1-1 0 0,-1 0 1 0 0,3 4-1 0 0,2 5 14 0 0,72 141 80 0 0,-76-148-105 0 0,1 1-1 0 0,0-1 1 0 0,0-1-1 0 0,0 1 1 0 0,0 0-1 0 0,1-1 1 0 0,4 5-1 0 0,-7-8-13 0 0,2-1-12 0 0,-3 0 29 0 0,0 0 0 0 0,1 0 0 0 0,-1 0-1 0 0,1 0 1 0 0,-1 1 0 0 0,1-1 0 0 0,-1 0 0 0 0,1 0 0 0 0,-1 0 0 0 0,0 0 0 0 0,1 0-1 0 0,-1 0 1 0 0,1-1 0 0 0,-1 1 0 0 0,1 0 0 0 0,-1 0 0 0 0,1 0 0 0 0,-1 0 0 0 0,0 0-1 0 0,1-1 1 0 0,-1 1 0 0 0,1-1 0 0 0,4-7-17 0 0,0-1-1 0 0,0 0 1 0 0,-1 0-1 0 0,0 0 1 0 0,-1-1 0 0 0,0 1-1 0 0,2-14 1 0 0,7-72 5 0 0,-11 87 22 0 0,-1 7-3 0 0,0 0 0 0 0,0 0 0 0 0,0 0 0 0 0,0 0 0 0 0,0 0 0 0 0,1 1-1 0 0,-1-1 1 0 0,0 0 0 0 0,0 0 0 0 0,1 0 0 0 0,-1 0 0 0 0,0 0 0 0 0,1 0-1 0 0,-1 1 1 0 0,1-1 0 0 0,-1 0 0 0 0,1 0 0 0 0,-1 1 0 0 0,1-1 0 0 0,0 0 0 0 0,1 0-1 0 0,-2 1-2 0 0,1 0 0 0 0,0 0 0 0 0,-1-1 0 0 0,1 2 0 0 0,0-1 0 0 0,0 0 0 0 0,-1 0 0 0 0,1 0 0 0 0,0 0 0 0 0,-1 0 0 0 0,1 1 0 0 0,0-1-1 0 0,-1 0 1 0 0,1 0 0 0 0,0 1 0 0 0,-1-1 0 0 0,1 1 0 0 0,-1-1 0 0 0,1 0 0 0 0,-1 1 0 0 0,2 0 0 0 0,5 6 1 0 0,0 1 1 0 0,-1 0-1 0 0,7 9 1 0 0,-6-7 12 0 0,23 28-78 0 0,49 49 0 0 0,-71-80-444 0 0,-20-22-5037 0 0,4 6 3797 0 0,-5-14-4735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2.0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249 85 7109 0 0,'-3'-4'1912'0'0,"-21"-31"9506"0"0,-3 7-5805 0 0,24 25-5413 0 0,0 1-1 0 0,0 1 1 0 0,-1-1 0 0 0,1 0-1 0 0,0 1 1 0 0,-1-1 0 0 0,1 1-1 0 0,-1 0 1 0 0,1 0 0 0 0,-1 0-1 0 0,1 1 1 0 0,-1-1 0 0 0,0 1-1 0 0,1 0 1 0 0,-1 0 0 0 0,0 0-1 0 0,1 1 1 0 0,-1-1-1 0 0,0 1 1 0 0,-3 1 0 0 0,1-1-115 0 0,1 1 1 0 0,0 0-1 0 0,-1 0 1 0 0,1 0-1 0 0,0 1 1 0 0,0 0 0 0 0,1 0-1 0 0,-1 0 1 0 0,0 0-1 0 0,1 1 1 0 0,0 0-1 0 0,0 0 1 0 0,0 0-1 0 0,0 0 1 0 0,1 1-1 0 0,0-1 1 0 0,0 1 0 0 0,0 0-1 0 0,0 0 1 0 0,1 0-1 0 0,0 0 1 0 0,-3 10-1 0 0,5-13-80 0 0,-1-1 0 0 0,1 1 0 0 0,1-1 0 0 0,-1 1 1 0 0,0-1-1 0 0,0 1 0 0 0,0-1 0 0 0,1 1 0 0 0,-1-1 0 0 0,1 1 0 0 0,-1-1 0 0 0,1 0 0 0 0,0 1 0 0 0,-1-1 0 0 0,1 0 0 0 0,0 0 0 0 0,0 1 0 0 0,0-1 0 0 0,0 0 0 0 0,0 0 0 0 0,0 0 0 0 0,0 0 0 0 0,0 0 0 0 0,1 0 0 0 0,-1 0 0 0 0,0-1 0 0 0,0 1 1 0 0,1 0-1 0 0,-1-1 0 0 0,1 1 0 0 0,-1-1 0 0 0,0 1 0 0 0,1-1 0 0 0,1 0 0 0 0,0 1-7 0 0,0 0 1 0 0,0 0 0 0 0,1-1-1 0 0,-1 0 1 0 0,0 1-1 0 0,0-1 1 0 0,0-1 0 0 0,0 1-1 0 0,0 0 1 0 0,0-1-1 0 0,1 1 1 0 0,-1-1 0 0 0,0 0-1 0 0,0 0 1 0 0,3-2-1 0 0,-2 1-5 0 0,-2 1 4 0 0,0 0 0 0 0,-1 0 0 0 0,1 0 0 0 0,0 0 0 0 0,-1-1 0 0 0,1 1 0 0 0,-1 0-1 0 0,0 0 1 0 0,1-1 0 0 0,-1 1 0 0 0,0-1 0 0 0,1-1 0 0 0,-1 2 3 0 0,-1 0 0 0 0,1 0 0 0 0,-1 0 0 0 0,0 0 0 0 0,1 0 0 0 0,-1 0 0 0 0,0 0 0 0 0,0 0 0 0 0,1 0 0 0 0,-1 0 0 0 0,0 0 0 0 0,0 0 0 0 0,0 0 0 0 0,0 0 0 0 0,0 0 0 0 0,-1 0 0 0 0,1 1 0 0 0,0-1 0 0 0,0 0 0 0 0,-1 0 0 0 0,1 0 0 0 0,0 0 0 0 0,-1 0 0 0 0,1 0 0 0 0,-1 0 0 0 0,1 0 0 0 0,-1 1 0 0 0,0-1 0 0 0,1 0 0 0 0,-1 0 0 0 0,0 1 0 0 0,1-1 0 0 0,-1 0 0 0 0,0 1 0 0 0,-1-1 0 0 0,-1-1 0 0 0,1 1 0 0 0,-1 0 0 0 0,0 1 0 0 0,0-1 0 0 0,0 0 0 0 0,1 1 0 0 0,-6-1 0 0 0,5 1-1 0 0,0 0 1 0 0,0 0 0 0 0,-1 0 0 0 0,1 0 1 0 0,-1 0-1 0 0,1 1 0 0 0,0 0 0 0 0,-1-1 1 0 0,1 1-1 0 0,0 0 0 0 0,-1 1 0 0 0,1-1 1 0 0,0 1-1 0 0,0-1 0 0 0,0 1 1 0 0,0 0-1 0 0,1 0 0 0 0,-1 0 0 0 0,0 0 1 0 0,1 1-1 0 0,0-1 0 0 0,-3 3 0 0 0,2-1-215 0 0,1 0 0 0 0,-1 0 0 0 0,1 0 0 0 0,0 0-1 0 0,0 0 1 0 0,-2 7 0 0 0,3-7-639 0 0,-1 0 0 0 0,2 1-1 0 0,-1-1 1 0 0,0 0 0 0 0,1 1 0 0 0,0 7 0 0 0,1 5-5642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3.83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44 430 2308 0 0,'-12'17'11528'0'0,"-20"24"2637"0"0,34-43-14107 0 0,0 0-1 0 0,0 0 0 0 0,-1 0 1 0 0,1-1-1 0 0,-1 1 1 0 0,0 0-1 0 0,0-1 1 0 0,2-3-1 0 0,2-5 26 0 0,109-217 824 0 0,-31 63-451 0 0,-51 107 69 0 0,-32 58-515 0 0,0 0 1 0 0,0 0 0 0 0,0 0-1 0 0,0 0 1 0 0,0 0 0 0 0,0 0-1 0 0,0-1 1 0 0,0 1 0 0 0,0 0 0 0 0,0 0-1 0 0,1 0 1 0 0,-1 0 0 0 0,0 0-1 0 0,0 0 1 0 0,0 0 0 0 0,0 0-1 0 0,0 0 1 0 0,0 0 0 0 0,0 0-1 0 0,0 0 1 0 0,0 0 0 0 0,0 0-1 0 0,1 0 1 0 0,-1-1 0 0 0,0 1-1 0 0,0 0 1 0 0,0 0 0 0 0,0 0-1 0 0,0 0 1 0 0,0 0 0 0 0,0 0-1 0 0,0 0 1 0 0,0 0 0 0 0,1 0-1 0 0,-1 0 1 0 0,0 1 0 0 0,0-1-1 0 0,0 0 1 0 0,0 0 0 0 0,0 0-1 0 0,0 0 1 0 0,0 0 0 0 0,0 0-1 0 0,0 0 1 0 0,0 0 0 0 0,1 0-1 0 0,-1 0 1 0 0,0 0 0 0 0,0 0-1 0 0,0 0 1 0 0,0 0 0 0 0,0 0-1 0 0,0 0 1 0 0,0 1 0 0 0,0-1-1 0 0,0 0 1 0 0,0 0 0 0 0,0 0-1 0 0,0 0 1 0 0,5 10 114 0 0,0 15-108 0 0,-1 21 89 0 0,-2-1 0 0 0,-7 78 0 0 0,5-116-81 0 0,-1-1 1 0 0,0 1-1 0 0,0 0 1 0 0,0-1-1 0 0,-1 1 0 0 0,0-1 1 0 0,0 1-1 0 0,-1-1 1 0 0,0 0-1 0 0,0 0 0 0 0,0 0 1 0 0,-1-1-1 0 0,0 1 1 0 0,0-1-1 0 0,0 0 1 0 0,-5 5-1 0 0,7-9-27 0 0,1 0 0 0 0,-1 0 0 0 0,1 0 0 0 0,-1-1 0 0 0,0 1 0 0 0,1 0 0 0 0,-1-1 0 0 0,0 1 0 0 0,1-1 0 0 0,-1 0 0 0 0,0 0 0 0 0,1 0 0 0 0,-1 1 0 0 0,0-2 0 0 0,0 1 0 0 0,1 0 0 0 0,-1 0 0 0 0,0 0 0 0 0,1-1 0 0 0,-1 1 0 0 0,0-1 0 0 0,1 1-1 0 0,-1-1 1 0 0,1 0 0 0 0,-4-1 0 0 0,3 0-22 0 0,0 1-1 0 0,-1-1 0 0 0,1 1 0 0 0,0-1 1 0 0,0 0-1 0 0,0 0 0 0 0,0 0 0 0 0,1 0 1 0 0,-1 0-1 0 0,0 0 0 0 0,1-1 0 0 0,-1 1 0 0 0,1-1 1 0 0,-2-4-1 0 0,1-4-243 0 0,1 0-1 0 0,-1 0 1 0 0,2 0 0 0 0,1-19 0 0 0,-1 5-821 0 0,0 23 731 0 0,1-1-56 0 0,0-2 374 0 0,0 9-638 0 0,-1-2 678 0 0,0 3 6 0 0,0 0-1 0 0,1 0 1 0 0,-1 0 0 0 0,1 0-1 0 0,0 0 1 0 0,0 0-1 0 0,1 0 1 0 0,-1 0-1 0 0,1-1 1 0 0,0 1-1 0 0,5 7 1 0 0,-3-6-4 0 0,1 0-1 0 0,-1-1 1 0 0,1 1-1 0 0,0-1 1 0 0,0 0 0 0 0,1-1-1 0 0,0 0 1 0 0,0 1 0 0 0,0-2-1 0 0,0 1 1 0 0,0-1-1 0 0,1 0 1 0 0,0 0 0 0 0,-1 0-1 0 0,1-1 1 0 0,0 0 0 0 0,0-1-1 0 0,0 0 1 0 0,13 1 0 0 0,-12-2-30 0 0,0 0 0 0 0,0-1 0 0 0,0 0 0 0 0,0 0 1 0 0,0-1-1 0 0,0 0 0 0 0,0-1 0 0 0,0 0 1 0 0,-1 0-1 0 0,1 0 0 0 0,7-5 0 0 0,-11 4 31 0 0,1 1 0 0 0,-1-1-1 0 0,0 0 1 0 0,1 0 0 0 0,-2 0 0 0 0,1-1-1 0 0,0 1 1 0 0,-1-1 0 0 0,0 0 0 0 0,0 0-1 0 0,-1 0 1 0 0,1-1 0 0 0,-1 1 0 0 0,0 0 0 0 0,0-1-1 0 0,-1 0 1 0 0,0 1 0 0 0,1-10 0 0 0,-1 6 138 0 0,0 1 1 0 0,-1 0-1 0 0,0-1 1 0 0,0 1 0 0 0,-1 0-1 0 0,0-1 1 0 0,-1 1 0 0 0,0 0-1 0 0,0 0 1 0 0,-1 0-1 0 0,1 0 1 0 0,-6-9 0 0 0,7 15-65 0 0,0 1-1 0 0,0-1 1 0 0,0 0 0 0 0,0 0 0 0 0,0 0 0 0 0,0 1 0 0 0,0-1-1 0 0,-1 1 1 0 0,1-1 0 0 0,-1 1 0 0 0,1-1 0 0 0,-1 1 0 0 0,0 0 0 0 0,1 0-1 0 0,-1 0 1 0 0,0 0 0 0 0,0 0 0 0 0,0 0 0 0 0,0 0 0 0 0,0 0-1 0 0,0 1 1 0 0,-3-1 0 0 0,4 1 43 0 0,0 2-16 0 0,-1 1-86 0 0,1 1-1 0 0,0-1 1 0 0,0 1 0 0 0,0-1-1 0 0,0 1 1 0 0,1-1 0 0 0,-1 1-1 0 0,1 0 1 0 0,0-1 0 0 0,0 1-1 0 0,0-1 1 0 0,1 1-1 0 0,-1 0 1 0 0,1-1 0 0 0,0 1-1 0 0,0-1 1 0 0,0 1 0 0 0,1-1-1 0 0,-1 0 1 0 0,4 6 0 0 0,2 5-26 0 0,1 0 0 0 0,0 0 0 0 0,15 17 0 0 0,-16-23-20 0 0,0-1 1 0 0,0 0-1 0 0,0-1 1 0 0,1 1-1 0 0,0-2 1 0 0,0 1-1 0 0,1-1 1 0 0,0 0-1 0 0,0-1 1 0 0,0 0-1 0 0,0 0 0 0 0,0-1 1 0 0,1 0-1 0 0,0-1 1 0 0,-1 0-1 0 0,1-1 1 0 0,0 0-1 0 0,0 0 1 0 0,0-1-1 0 0,0 0 1 0 0,0-1-1 0 0,-1 0 1 0 0,1 0-1 0 0,0-1 1 0 0,0-1-1 0 0,-1 1 0 0 0,1-2 1 0 0,-1 1-1 0 0,9-6 1 0 0,-13 6 1 0 0,0 0 1 0 0,-1 0-1 0 0,1-1 0 0 0,-1 0 1 0 0,0 1-1 0 0,0-2 0 0 0,0 1 1 0 0,-1 0-1 0 0,0-1 0 0 0,1 1 1 0 0,-2-1-1 0 0,1 0 0 0 0,0 0 1 0 0,-1 0-1 0 0,0 0 0 0 0,0-1 1 0 0,-1 1-1 0 0,1-1 0 0 0,-1 1 1 0 0,0-1-1 0 0,-1 1 0 0 0,1-1 1 0 0,-1 1-1 0 0,-1-10 0 0 0,1 9 63 0 0,-1-1 1 0 0,0 1-1 0 0,0 0 0 0 0,0-1 0 0 0,-1 1 1 0 0,0 0-1 0 0,0 0 0 0 0,-1 0 0 0 0,1 0 0 0 0,-1 1 1 0 0,-1-1-1 0 0,1 1 0 0 0,-1 0 0 0 0,0 0 1 0 0,0 0-1 0 0,0 0 0 0 0,-1 0 0 0 0,0 1 0 0 0,0 0 1 0 0,0 0-1 0 0,-9-5 0 0 0,12 8-18 0 0,-1-1 1 0 0,0 1-1 0 0,0-1 0 0 0,0 1 0 0 0,0 0 0 0 0,0 0 1 0 0,0 1-1 0 0,0-1 0 0 0,0 1 0 0 0,0-1 0 0 0,-1 1 1 0 0,1 0-1 0 0,0 0 0 0 0,0 0 0 0 0,0 1 0 0 0,0-1 1 0 0,-1 1-1 0 0,1 0 0 0 0,0 0 0 0 0,0 0 0 0 0,0 0 1 0 0,1 0-1 0 0,-1 1 0 0 0,0-1 0 0 0,0 1 0 0 0,1 0 1 0 0,-1-1-1 0 0,1 1 0 0 0,-1 1 0 0 0,1-1 0 0 0,0 0 1 0 0,0 1-1 0 0,0-1 0 0 0,0 1 0 0 0,0-1 0 0 0,1 1 1 0 0,-1 0-1 0 0,1 0 0 0 0,-1-1 0 0 0,1 1 0 0 0,0 0 1 0 0,1 0-1 0 0,-1 1 0 0 0,-1 5 0 0 0,2 0-19 0 0,-1 1 0 0 0,1 0-1 0 0,1 0 1 0 0,0-1 0 0 0,0 1 0 0 0,1 0-1 0 0,0-1 1 0 0,6 16 0 0 0,-6-20-15 0 0,0 1-1 0 0,1-1 1 0 0,-1 1 0 0 0,1-1 0 0 0,0 0 0 0 0,1 0 0 0 0,-1 0 0 0 0,1 0 0 0 0,0-1 0 0 0,0 1 0 0 0,0-1 0 0 0,1 0-1 0 0,-1-1 1 0 0,1 1 0 0 0,7 4 0 0 0,-9-7 5 0 0,-1 0-1 0 0,0-1 1 0 0,1 1-1 0 0,-1-1 0 0 0,0 1 1 0 0,1-1-1 0 0,-1 0 1 0 0,1 1-1 0 0,-1-1 1 0 0,1-1-1 0 0,-1 1 0 0 0,0 0 1 0 0,1-1-1 0 0,-1 1 1 0 0,1-1-1 0 0,-1 1 1 0 0,0-1-1 0 0,0 0 0 0 0,1 0 1 0 0,-1 0-1 0 0,0-1 1 0 0,0 1-1 0 0,0 0 1 0 0,0-1-1 0 0,0 1 0 0 0,0-1 1 0 0,-1 0-1 0 0,1 0 1 0 0,-1 1-1 0 0,1-1 1 0 0,1-3-1 0 0,3-4 8 0 0,0 0 0 0 0,0-1-1 0 0,-1 0 1 0 0,-1 0 0 0 0,6-17 0 0 0,-8 21 32 0 0,-1 1 0 0 0,0-1 0 0 0,0 0 0 0 0,0 0 0 0 0,-1 0 0 0 0,0-10 0 0 0,-1 2 126 0 0,1 15-153 0 0,0 1 0 0 0,-1-1 0 0 0,1 0 0 0 0,0 1 1 0 0,-1-1-1 0 0,0 1 0 0 0,1-1 0 0 0,-1 0 0 0 0,0 0 0 0 0,0 1 0 0 0,1-1 1 0 0,-2 1-1 0 0,-2 4 2 0 0,0 4 1 0 0,1 0 1 0 0,0 0-1 0 0,1 1 0 0 0,0-1 1 0 0,1 1-1 0 0,0 15 1 0 0,-1 1 1 0 0,-1 16 20 0 0,2-1 0 0 0,2 0 1 0 0,9 63-1 0 0,34 124 205 0 0,-39-205-207 0 0,19 65 75 0 0,3 21 61 0 0,-26-109-157 0 0,-1-1-1 0 0,0 1 1 0 0,0 0 0 0 0,0-1-1 0 0,1 1 1 0 0,-1 0-1 0 0,0 0 1 0 0,0-1 0 0 0,0 1-1 0 0,0 0 1 0 0,0-1 0 0 0,0 1-1 0 0,-1 0 1 0 0,1 0 0 0 0,0-1-1 0 0,0 1 1 0 0,0 0-1 0 0,-1-1 1 0 0,1 1 0 0 0,0 0-1 0 0,-1-1 1 0 0,1 1 0 0 0,-1 1-1 0 0,0-2 1 0 0,0 0 0 0 0,1 0 0 0 0,-1 0 0 0 0,0 0 0 0 0,1 0 1 0 0,-1 0-1 0 0,0 0 0 0 0,1 0 0 0 0,-1 0 0 0 0,0 0 0 0 0,1 0 0 0 0,-1 0 0 0 0,0 0 0 0 0,1-1 0 0 0,-1 1 0 0 0,1 0 0 0 0,-1 0 0 0 0,0-1 0 0 0,1 1 0 0 0,-1-1 0 0 0,-28-22 67 0 0,14 5-57 0 0,1-1 1 0 0,0 0-1 0 0,2-1 1 0 0,0 0 0 0 0,1-1-1 0 0,2 0 1 0 0,-11-31-1 0 0,11 27-107 0 0,1-1 0 0 0,1 0-1 0 0,2 0 1 0 0,0 0 0 0 0,2-1 0 0 0,0 0-1 0 0,2 1 1 0 0,1-1 0 0 0,2 0-1 0 0,0 0 1 0 0,2 1 0 0 0,13-53 0 0 0,-13 69-1338 0 0,1-1 0 0 0,0 1 0 0 0,11-18 0 0 0,4-3-5077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4.82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47 511 9401 0 0,'-3'-3'7668'0'0,"-8"-11"1651"0"0,11 14-9224 0 0,-1 0 0 0 0,1-1 0 0 0,-1 1 0 0 0,1 0 0 0 0,-1 0 0 0 0,1 0 0 0 0,-1 0 0 0 0,1 0 0 0 0,-1 0 0 0 0,1-1 0 0 0,-1 1 0 0 0,1 0 0 0 0,-1 1 0 0 0,0-1 0 0 0,1 0 1 0 0,-1 0-1 0 0,1 0 0 0 0,-1 0 0 0 0,1 0 0 0 0,-1 1 0 0 0,1-1 0 0 0,-1 0 0 0 0,1 0 0 0 0,-1 1 0 0 0,1-1 0 0 0,-1 0 0 0 0,1 1 0 0 0,0-1 0 0 0,-1 0 0 0 0,1 1 0 0 0,0-1 0 0 0,-1 1 0 0 0,1-1 0 0 0,-1 1 0 0 0,0 2 53 0 0,-1 0 0 0 0,1 0 0 0 0,0 0 0 0 0,0 0 0 0 0,0 0 0 0 0,-1 6 1 0 0,-2 47 256 0 0,10 91 345 0 0,-7-101-490 0 0,-2-59-295 0 0,1 0 0 0 0,1 1 0 0 0,0-1 0 0 0,0 0 0 0 0,1 0 0 0 0,1 0 0 0 0,2-13 0 0 0,-1 16-40 0 0,0 0 0 0 0,0 0 0 0 0,1 0 0 0 0,1 0 0 0 0,-1 0 0 0 0,2 0 0 0 0,-1 1 0 0 0,1 0 0 0 0,12-16 0 0 0,-10 16 15 0 0,-5 5 27 0 0,1 1 0 0 0,0-1 0 0 0,-1 1 0 0 0,1 0 0 0 0,0 0 0 0 0,0 0 0 0 0,1 0 0 0 0,-1 0 0 0 0,0 1 0 0 0,8-4 0 0 0,-10 6 45 0 0,1 1-2 0 0,3 4-5 0 0,-1-1 0 0 0,0 1 0 0 0,-1 1 0 0 0,1-1 0 0 0,-1 1 1 0 0,0-1-1 0 0,0 1 0 0 0,-1 0 0 0 0,3 6 0 0 0,12 26 5 0 0,-11-30-20 0 0,0 1 0 0 0,1-1-1 0 0,0 0 1 0 0,0 0 0 0 0,1-1-1 0 0,0 0 1 0 0,0 0 0 0 0,1-1-1 0 0,-1 0 1 0 0,1 0 0 0 0,1-1-1 0 0,-1-1 1 0 0,1 1 0 0 0,0-2 0 0 0,0 1-1 0 0,21 3 1 0 0,-23-5-11 0 0,1-1-1 0 0,-1 0 1 0 0,1 0 0 0 0,-1-1-1 0 0,1 0 1 0 0,-1 0 0 0 0,1-1 0 0 0,-1-1-1 0 0,1 1 1 0 0,-1-1 0 0 0,0-1 0 0 0,1 1-1 0 0,-1-1 1 0 0,-1-1 0 0 0,1 1-1 0 0,0-2 1 0 0,-1 1 0 0 0,0-1 0 0 0,0 0-1 0 0,0 0 1 0 0,8-9 0 0 0,-12 11 23 0 0,-1 0 0 0 0,0-1 0 0 0,0 1 0 0 0,0-1 0 0 0,0 1 0 0 0,0-1 0 0 0,-1 0 0 0 0,1 1 0 0 0,-1-1 1 0 0,0 0-1 0 0,-1 0 0 0 0,1 0 0 0 0,0 0 0 0 0,-1 0 0 0 0,0 0 0 0 0,0 0 0 0 0,0 0 0 0 0,-1 0 0 0 0,1 0 0 0 0,-1 0 0 0 0,0 0 0 0 0,-3-7 0 0 0,2 6 37 0 0,1 0-1 0 0,-2 0 0 0 0,1 0 0 0 0,-1 1 0 0 0,0-1 0 0 0,0 0 0 0 0,0 1 0 0 0,0 0 0 0 0,-1 0 0 0 0,0 0 1 0 0,0 0-1 0 0,0 0 0 0 0,0 1 0 0 0,0 0 0 0 0,-1 0 0 0 0,-5-3 0 0 0,4 4 22 0 0,0-1 0 0 0,-1 2 0 0 0,1-1 0 0 0,-1 1 0 0 0,1 0 0 0 0,-1 0 0 0 0,1 1 0 0 0,-1-1 0 0 0,-8 2 0 0 0,12-1-40 0 0,0 1 0 0 0,1-1 0 0 0,-1 0 0 0 0,0 1 0 0 0,0 0 0 0 0,0-1 0 0 0,1 1-1 0 0,-1 0 1 0 0,1 0 0 0 0,-1 1 0 0 0,1-1 0 0 0,-1 1 0 0 0,1-1 0 0 0,-1 1 0 0 0,1 0 0 0 0,0 0-1 0 0,0 0 1 0 0,0 0 0 0 0,0 0 0 0 0,0 0 0 0 0,1 0 0 0 0,-1 1 0 0 0,-1 2 0 0 0,2 0-9 0 0,0-1 0 0 0,0 1 0 0 0,0-1-1 0 0,1 1 1 0 0,0 0 0 0 0,0-1 0 0 0,0 1 0 0 0,0 0 0 0 0,1-1 0 0 0,-1 1 0 0 0,1 0 0 0 0,1-1 0 0 0,-1 1 0 0 0,4 6 0 0 0,0 2-6 0 0,1 0 0 0 0,1 0 0 0 0,11 16 0 0 0,-17-29-5 0 0,6 11-26 0 0,1 0 1 0 0,14 14-1 0 0,-20-23-1 0 0,0 1 1 0 0,1-1-1 0 0,-1 0 0 0 0,1 0 1 0 0,-1-1-1 0 0,1 1 0 0 0,0 0 1 0 0,0-1-1 0 0,0 0 0 0 0,0 1 1 0 0,0-1-1 0 0,0-1 0 0 0,0 1 1 0 0,0 0-1 0 0,6 0 0 0 0,-7-1 6 0 0,0-1-1 0 0,0 1 1 0 0,0-1 0 0 0,0 0-1 0 0,0 1 1 0 0,0-1-1 0 0,0 0 1 0 0,0 0 0 0 0,-1 0-1 0 0,1 0 1 0 0,0-1 0 0 0,-1 1-1 0 0,1 0 1 0 0,-1-1-1 0 0,1 1 1 0 0,-1-1 0 0 0,1 1-1 0 0,-1-1 1 0 0,0 0-1 0 0,0 1 1 0 0,0-1 0 0 0,0 0-1 0 0,0 0 1 0 0,-1 0-1 0 0,2-3 1 0 0,1-5-44 0 0,0 0 0 0 0,0 0 0 0 0,1-16 0 0 0,-4 15 113 0 0,0 0 0 0 0,-1 0 1 0 0,0-1-1 0 0,0 1 0 0 0,-2 0 0 0 0,1 1 0 0 0,-1-1 0 0 0,-1 0 1 0 0,-5-12-1 0 0,5 13 86 0 0,3 8 70 0 0,3 9-176 0 0,-1 1-17 0 0,1 0-1 0 0,1 0 1 0 0,-1-1-1 0 0,1 1 1 0 0,1 0-1 0 0,-1-1 1 0 0,1 0 0 0 0,1 0-1 0 0,9 12 1 0 0,-7-12-4 0 0,1 0 1 0 0,-1 0-1 0 0,2-1 1 0 0,-1 0-1 0 0,1-1 1 0 0,-1 0 0 0 0,2 0-1 0 0,-1-1 1 0 0,0 0-1 0 0,20 5 1 0 0,-23-8-10 0 0,-1 0-1 0 0,1 0 1 0 0,-1-1-1 0 0,1 1 1 0 0,0-1-1 0 0,0-1 1 0 0,-1 1-1 0 0,1-1 1 0 0,0 0 0 0 0,-1 0-1 0 0,1 0 1 0 0,-1-1-1 0 0,0 0 1 0 0,1 0-1 0 0,-1 0 1 0 0,0-1-1 0 0,0 0 1 0 0,0 0-1 0 0,-1 0 1 0 0,9-8 0 0 0,-10 8-2 0 0,0-1 0 0 0,0 0 1 0 0,0 0-1 0 0,0 0 0 0 0,-1-1 1 0 0,0 1-1 0 0,0-1 0 0 0,0 1 1 0 0,-1-1-1 0 0,0 1 0 0 0,1-1 1 0 0,-2 0-1 0 0,1 0 0 0 0,0-7 0 0 0,0-3 8 0 0,-1 0-1 0 0,-1 0 0 0 0,-3-20 0 0 0,-2 5 23 0 0,-1 0 0 0 0,-2 1 0 0 0,-14-35 0 0 0,-44-79 119 0 0,60 128-123 0 0,-6-10 64 0 0,-24-37 1 0 0,32 54-52 0 0,-1 0 0 0 0,-1 0 0 0 0,0 1 0 0 0,0 0 1 0 0,0 0-1 0 0,-1 1 0 0 0,-16-11 0 0 0,23 16-28 0 0,0 0 0 0 0,-1 0 0 0 0,1 0 0 0 0,-1 1 0 0 0,1-1 0 0 0,-1 0 1 0 0,1 1-1 0 0,-1-1 0 0 0,1 1 0 0 0,-1 0 0 0 0,1-1 0 0 0,-1 1 0 0 0,0 0 0 0 0,1 0 0 0 0,-1 0 0 0 0,0 0 0 0 0,1 0 0 0 0,-1 1 0 0 0,1-1 0 0 0,-1 0 0 0 0,0 1 0 0 0,1-1 0 0 0,-3 2 0 0 0,2 0-2 0 0,0-1 0 0 0,0 1-1 0 0,0 0 1 0 0,1 0 0 0 0,-1 0 0 0 0,1-1 0 0 0,-1 2-1 0 0,1-1 1 0 0,0 0 0 0 0,0 0 0 0 0,0 0 0 0 0,0 0 0 0 0,0 1-1 0 0,0 2 1 0 0,-2 7 2 0 0,1 0-1 0 0,1 0 1 0 0,-1 1-1 0 0,2-1 1 0 0,1 14-1 0 0,2 5-2 0 0,2-1-1 0 0,2 0 1 0 0,1 0 0 0 0,1 0-1 0 0,1-1 1 0 0,2-1-1 0 0,23 43 1 0 0,2-7-5 0 0,88 115 1 0 0,-105-151-12 0 0,-13-18-61 0 0,-1-1 1 0 0,1-1 0 0 0,0 1 0 0 0,15 12-1 0 0,-21-20 3 0 0,0 0 1 0 0,0 0-1 0 0,0-1 0 0 0,0 1 0 0 0,0-1 0 0 0,0 1 0 0 0,0-1 0 0 0,0 1 0 0 0,0-1 1 0 0,0 0-1 0 0,0 1 0 0 0,0-1 0 0 0,1 0 0 0 0,-1 0 0 0 0,2 0 0 0 0,-2 0-193 0 0,0 0 0 0 0,0 0 0 0 0,0-1 0 0 0,0 1 0 0 0,0 0 0 0 0,0-1 0 0 0,0 1 0 0 0,0-1 0 0 0,0 1 0 0 0,0-1 0 0 0,0 0 0 0 0,0 1 0 0 0,-1-1 0 0 0,1 0 0 0 0,0 0 0 0 0,0 0 0 0 0,0 0 0 0 0,9-17-6231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5.49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162 59 12077 0 0,'-5'-18'9898'0'0,"-3"4"-5003"0"0,7 13-4780 0 0,0 0 0 0 0,0 0 0 0 0,0 1-1 0 0,0-1 1 0 0,0 1 0 0 0,0-1 0 0 0,0 1 0 0 0,0-1 0 0 0,-1 1 0 0 0,1 0 0 0 0,0-1 0 0 0,0 1 0 0 0,0 0 0 0 0,0 0 0 0 0,-1 0 0 0 0,1 0 0 0 0,0 0 0 0 0,0 0 0 0 0,0 0 0 0 0,-1 0 0 0 0,1 1 0 0 0,0-1-1 0 0,0 0 1 0 0,0 1 0 0 0,0-1 0 0 0,0 1 0 0 0,0-1 0 0 0,0 1 0 0 0,-2 0 0 0 0,0 2-46 0 0,-1-1 1 0 0,0 1-1 0 0,0 0 0 0 0,1 0 0 0 0,-1 0 0 0 0,1 1 1 0 0,0-1-1 0 0,0 1 0 0 0,0-1 0 0 0,1 1 0 0 0,-1 0 1 0 0,1 0-1 0 0,0 1 0 0 0,0-1 0 0 0,1 0 1 0 0,-1 1-1 0 0,1-1 0 0 0,0 1 0 0 0,0-1 0 0 0,0 1 1 0 0,1 0-1 0 0,-1-1 0 0 0,1 1 0 0 0,0 0 1 0 0,1 5-1 0 0,-1-7-64 0 0,1-1-1 0 0,-1 1 1 0 0,1 0 0 0 0,-1 0 0 0 0,1 0 0 0 0,0 0-1 0 0,0-1 1 0 0,0 1 0 0 0,0 0 0 0 0,0-1 0 0 0,1 1-1 0 0,-1-1 1 0 0,1 1 0 0 0,0-1 0 0 0,0 0 0 0 0,0 1 0 0 0,0-1-1 0 0,0 0 1 0 0,0-1 0 0 0,0 1 0 0 0,1 0 0 0 0,-1 0-1 0 0,1-1 1 0 0,-1 0 0 0 0,1 1 0 0 0,0-1 0 0 0,-1 0-1 0 0,1 0 1 0 0,0-1 0 0 0,0 1 0 0 0,0 0 0 0 0,0-1-1 0 0,0 0 1 0 0,-1 0 0 0 0,1 0 0 0 0,0 0 0 0 0,0 0 0 0 0,0 0-1 0 0,0-1 1 0 0,3 0 0 0 0,-3 0-2 0 0,-1 1-1 0 0,1-1 1 0 0,0 0-1 0 0,0 0 1 0 0,-1 0-1 0 0,1 0 1 0 0,0-1-1 0 0,-1 1 1 0 0,0-1 0 0 0,1 1-1 0 0,-1-1 1 0 0,0 0-1 0 0,0 0 1 0 0,1 0-1 0 0,-2 0 1 0 0,1 0-1 0 0,0 0 1 0 0,0-1 0 0 0,-1 1-1 0 0,1-1 1 0 0,-1 1-1 0 0,0-1 1 0 0,0 1-1 0 0,0-1 1 0 0,0 0-1 0 0,0 0 1 0 0,0 1 0 0 0,-1-1-1 0 0,1 0 1 0 0,-1 0-1 0 0,0 0 1 0 0,0-5-1 0 0,-1 3 7 0 0,1 0-1 0 0,-1 0 1 0 0,0 0-1 0 0,0 0 1 0 0,0 0-1 0 0,-1 1 0 0 0,0-1 1 0 0,0 0-1 0 0,0 1 1 0 0,-1 0-1 0 0,1-1 1 0 0,-1 1-1 0 0,0 0 0 0 0,0 0 1 0 0,0 0-1 0 0,-1 1 1 0 0,1-1-1 0 0,-7-4 1 0 0,1 3 5 0 0,0 0 0 0 0,0 0 1 0 0,0 1-1 0 0,-1 0 0 0 0,1 0 1 0 0,-14-2-1 0 0,19 5-20 0 0,0 1 0 0 0,0-1-1 0 0,-1 1 1 0 0,1 0 0 0 0,0 0 0 0 0,0 0 0 0 0,0 0 0 0 0,-6 2-1 0 0,8-2-10 0 0,0 1 0 0 0,0 0-1 0 0,0-1 1 0 0,0 1 0 0 0,1 0-1 0 0,-1 0 1 0 0,0 0 0 0 0,1 0-1 0 0,-1 1 1 0 0,0-1 0 0 0,1 0-1 0 0,0 1 1 0 0,-1-1 0 0 0,1 1-1 0 0,0-1 1 0 0,-1 1 0 0 0,1 0-1 0 0,-1 1 1 0 0,1-1-139 0 0,0 1-1 0 0,1-1 1 0 0,-1 0 0 0 0,0 0 0 0 0,1 1-1 0 0,0-1 1 0 0,-1 0 0 0 0,1 4 0 0 0,2 11-4329 0 0,2-1-2017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6.5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7 8905 0 0,'-3'-7'18367'0'0,"1"28"-15065"0"0,0 17-5952 0 0,2-20 4418 0 0,5 134-567 0 0,1 73-354 0 0,-5-195-766 0 0,1 0 0 0 0,1 0 1 0 0,10 39-1 0 0,-13-66-82 0 0,1-1-1 0 0,0 1 1 0 0,-1 0-1 0 0,1-1 1 0 0,0 0 0 0 0,1 1-1 0 0,-1-1 1 0 0,0 1 0 0 0,1-1-1 0 0,-1 0 1 0 0,1 0 0 0 0,0 0-1 0 0,-1 0 1 0 0,1 0-1 0 0,0 0 1 0 0,0-1 0 0 0,0 1-1 0 0,1 0 1 0 0,-1-1 0 0 0,4 2-1 0 0,-4-2-8 0 0,0-1 0 0 0,1 1 1 0 0,-1-1-1 0 0,1 0 0 0 0,-1 1 0 0 0,1-1 0 0 0,-1 0 0 0 0,1-1 0 0 0,-1 1 0 0 0,1 0 0 0 0,-1-1 0 0 0,1 1 0 0 0,-1-1 1 0 0,1 0-1 0 0,-1 0 0 0 0,0 0 0 0 0,0 0 0 0 0,1 0 0 0 0,-1-1 0 0 0,0 1 0 0 0,2-2 0 0 0,3-3-13 0 0,-1 1 0 0 0,0-1-1 0 0,-1 0 1 0 0,1-1 0 0 0,-1 1 0 0 0,0-1-1 0 0,-1 0 1 0 0,0-1 0 0 0,0 1 0 0 0,3-9 0 0 0,4-12 16 0 0,10-40 0 0 0,-19 60 14 0 0,1-5 74 0 0,-1 1 1 0 0,-1-1-1 0 0,0 0 0 0 0,0 0 0 0 0,-1 1 1 0 0,-2-15-1 0 0,1 25 136 0 0,-1 3-161 0 0,0-1-48 0 0,1 1-1 0 0,-1-1 1 0 0,1 1 0 0 0,0 0 0 0 0,-1 0 0 0 0,1-1 0 0 0,-1 1 0 0 0,1 0 0 0 0,0 0 0 0 0,0 0-1 0 0,0 0 1 0 0,0 1 0 0 0,-1-1 0 0 0,2 0 0 0 0,-1 0 0 0 0,0 1 0 0 0,-1 1 0 0 0,-1 2 4 0 0,1 0 1 0 0,0 0-1 0 0,1 0 0 0 0,-1 0 1 0 0,0 7-1 0 0,-1 2 3 0 0,2 0 0 0 0,0 0 0 0 0,1 19 0 0 0,1-24-18 0 0,1-1-1 0 0,-1 1 1 0 0,1-1-1 0 0,1 0 0 0 0,0 1 1 0 0,0-1-1 0 0,1-1 1 0 0,0 1-1 0 0,0 0 0 0 0,0-1 1 0 0,1 0-1 0 0,0 0 1 0 0,10 10-1 0 0,-12-14-6 0 0,-1 0 0 0 0,1-1 0 0 0,-1 0-1 0 0,1 1 1 0 0,0-1 0 0 0,0 0 0 0 0,0 0 0 0 0,0-1 0 0 0,0 1 0 0 0,0-1-1 0 0,1 1 1 0 0,-1-1 0 0 0,1 0 0 0 0,-1 0 0 0 0,0-1 0 0 0,1 1 0 0 0,-1-1-1 0 0,1 1 1 0 0,0-1 0 0 0,-1 0 0 0 0,1-1 0 0 0,-1 1 0 0 0,1-1 0 0 0,-1 1-1 0 0,1-1 1 0 0,-1 0 0 0 0,0 0 0 0 0,1 0 0 0 0,-1-1 0 0 0,0 1 0 0 0,0-1 0 0 0,0 0-1 0 0,0 0 1 0 0,0 0 0 0 0,3-2 0 0 0,-3 0-1 0 0,1 0 1 0 0,0 0 0 0 0,-1 0-1 0 0,0 0 1 0 0,0 0-1 0 0,0-1 1 0 0,0 1-1 0 0,-1-1 1 0 0,0 0-1 0 0,0 0 1 0 0,0 0-1 0 0,0 0 1 0 0,-1 0 0 0 0,0 0-1 0 0,0 0 1 0 0,0 0-1 0 0,-1 0 1 0 0,1-1-1 0 0,-1 1 1 0 0,-1 0-1 0 0,1-1 1 0 0,-1 1-1 0 0,0 0 1 0 0,0 0 0 0 0,-3-9-1 0 0,2 8-54 0 0,0 0 0 0 0,-1-1 0 0 0,1 1 1 0 0,-1 0-1 0 0,-1 1 0 0 0,1-1 0 0 0,-1 1 0 0 0,0-1 0 0 0,0 1 0 0 0,0 0 0 0 0,-1 0 1 0 0,0 1-1 0 0,0 0 0 0 0,0-1 0 0 0,0 2 0 0 0,-1-1 0 0 0,0 0 0 0 0,1 1 0 0 0,-13-4 0 0 0,17 6-1 0 0,0 1 0 0 0,0 0 0 0 0,0 0 0 0 0,0 0 0 0 0,0 0 0 0 0,0 0 0 0 0,1 0 0 0 0,-1 0 0 0 0,0 0 0 0 0,0 0 0 0 0,0 0 0 0 0,0 0-1 0 0,0 0 1 0 0,0 1 0 0 0,0-1 0 0 0,0 0 0 0 0,-1 1 0 0 0,1 0-462 0 0,0 0-1 0 0,0 0 1 0 0,0 0 0 0 0,0 0 0 0 0,0-1-1 0 0,0 1 1 0 0,0 0 0 0 0,1 1-1 0 0,-1-1 1 0 0,0 0 0 0 0,1 0-1 0 0,-1 0 1 0 0,1 0 0 0 0,-1 3-1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7.29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218 72 6197 0 0,'-2'-2'6225'0'0,"-1"-3"-4926"0"0,-1 0 0 0 0,0 0 0 0 0,-1 0-1 0 0,1 0 1 0 0,-1 1 0 0 0,0 0-1 0 0,0 0 1 0 0,0 0 0 0 0,-9-4-1 0 0,8 5-928 0 0,0 0 1 0 0,0 0-1 0 0,-1 1 0 0 0,1-1 0 0 0,-1 2 0 0 0,1-1 0 0 0,-1 1 0 0 0,0 0 1 0 0,0 0-1 0 0,0 1 0 0 0,1 0 0 0 0,-1 0 0 0 0,0 0 0 0 0,-13 4 1 0 0,17-4-341 0 0,1 1 1 0 0,-1-1 0 0 0,1 1 0 0 0,0 0 0 0 0,-1 0 0 0 0,1 0 0 0 0,0 0 0 0 0,0 0 0 0 0,-1 1 0 0 0,1-1 0 0 0,0 1 0 0 0,0 0 0 0 0,0-1 0 0 0,1 1 0 0 0,-1 0 0 0 0,0 0 0 0 0,1 0 0 0 0,-1 0 0 0 0,1 0 0 0 0,0 0 0 0 0,-1 1 0 0 0,1-1 0 0 0,0 0 0 0 0,1 1 0 0 0,-1-1 0 0 0,0 1 0 0 0,1-1 0 0 0,-1 1 0 0 0,1-1 0 0 0,0 1 0 0 0,0-1 0 0 0,0 1 0 0 0,0-1 0 0 0,0 1 0 0 0,0-1 0 0 0,1 1 0 0 0,1 4 0 0 0,0 2-28 0 0,1 0 0 0 0,0 0 0 0 0,1 0-1 0 0,0-1 1 0 0,1 0 0 0 0,-1 0 0 0 0,2 0-1 0 0,11 14 1 0 0,-12-17-26 0 0,0 0-1 0 0,1 0 0 0 0,0 0 1 0 0,0 0-1 0 0,0-1 0 0 0,0 0 1 0 0,1-1-1 0 0,0 1 0 0 0,-1-1 1 0 0,1-1-1 0 0,0 1 0 0 0,1-1 1 0 0,13 2-1 0 0,-18-3 17 0 0,0-1-1 0 0,1 0 1 0 0,-1 0-1 0 0,1 0 1 0 0,-1 0 0 0 0,0-1-1 0 0,1 1 1 0 0,-1-1-1 0 0,0 0 1 0 0,1 0 0 0 0,-1 0-1 0 0,0 0 1 0 0,0-1-1 0 0,0 1 1 0 0,0-1 0 0 0,0 0-1 0 0,-1 0 1 0 0,1 0-1 0 0,0 0 1 0 0,-1 0 0 0 0,1 0-1 0 0,-1-1 1 0 0,0 1-1 0 0,0-1 1 0 0,0 0 0 0 0,0 0-1 0 0,0 0 1 0 0,-1 0-1 0 0,1 0 1 0 0,-1 0 0 0 0,0 0-1 0 0,2-5 1 0 0,-1 2 40 0 0,0-1-1 0 0,-1 0 1 0 0,0 0 0 0 0,0 0 0 0 0,0 0 0 0 0,-1 0-1 0 0,0 0 1 0 0,0 0 0 0 0,-1 0 0 0 0,-1-8 0 0 0,2 13-28 0 0,-3 6-2 0 0,-1 5-5 0 0,1 0 0 0 0,0-1 1 0 0,0 1-1 0 0,0 0 1 0 0,1 0-1 0 0,-1 12 0 0 0,-2 62-12 0 0,4-72 13 0 0,2 47 35 0 0,3 1 1 0 0,12 66-1 0 0,-2-20 66 0 0,-10-74-70 0 0,-1-15-2 0 0,-1 0 0 0 0,-1 0 0 0 0,0 0 0 0 0,-1 0-1 0 0,0 1 1 0 0,-4 17 0 0 0,4-34-25 0 0,-1 1 0 0 0,1-1 0 0 0,0 1 1 0 0,0 0-1 0 0,-1-1 0 0 0,1 1 0 0 0,0-1 0 0 0,-1 1 0 0 0,1-1 0 0 0,0 0 0 0 0,-1 1 1 0 0,1-1-1 0 0,-1 1 0 0 0,1-1 0 0 0,-1 0 0 0 0,1 1 0 0 0,0-1 0 0 0,-1 0 1 0 0,0 0-1 0 0,1 1 0 0 0,-1-1 0 0 0,1 0 0 0 0,-1 0 0 0 0,1 0 0 0 0,-1 1 1 0 0,1-1-1 0 0,-1 0 0 0 0,0 0 0 0 0,1 0 0 0 0,-1 0 0 0 0,1 0 0 0 0,-1 0 0 0 0,0-1 1 0 0,1 1-1 0 0,-1 0 0 0 0,0 0 0 0 0,-20-9 48 0 0,7-1-43 0 0,2-1 0 0 0,-1-1-1 0 0,1 1 1 0 0,1-2-1 0 0,0 0 1 0 0,1 0 0 0 0,1-1-1 0 0,0 0 1 0 0,0 0-1 0 0,2-1 1 0 0,-9-22 0 0 0,13 29-54 0 0,1 0 1 0 0,0-1 0 0 0,0 0-1 0 0,1 1 1 0 0,0-1 0 0 0,1 0-1 0 0,-1 0 1 0 0,2 1 0 0 0,-1-1-1 0 0,1 0 1 0 0,1 1 0 0 0,-1-1-1 0 0,2 0 1 0 0,-1 1 0 0 0,1 0-1 0 0,0-1 1 0 0,1 1-1 0 0,7-13 1 0 0,8-7-535 0 0,0 1 0 0 0,2 1 0 0 0,40-39 0 0 0,5-7-1166 0 0,-33 35 690 0 0,-25 30 1153 0 0,-1 0 0 0 0,0 0 0 0 0,-1 0 0 0 0,0-1 0 0 0,0 0 0 0 0,-1-1 0 0 0,0 1 0 0 0,0-1 0 0 0,-1 0 0 0 0,5-14 0 0 0,-9 0 2021 0 0,-1 21-286 0 0,-2 5-1595 0 0,0 0-198 0 0,0 0 0 0 0,0 1 0 0 0,1-1 0 0 0,0 1-1 0 0,-1-1 1 0 0,1 1 0 0 0,0 0 0 0 0,1 0 0 0 0,-1 0 0 0 0,1 0-1 0 0,0 0 1 0 0,0 0 0 0 0,0 0 0 0 0,0 0 0 0 0,1 0-1 0 0,-1 7 1 0 0,3 6-4 0 0,0-1 0 0 0,1 0-1 0 0,1 1 1 0 0,8 22 0 0 0,-9-29-29 0 0,1 0 3 0 0,0 1 0 0 0,0-1-1 0 0,1 0 1 0 0,0 0 0 0 0,1-1 0 0 0,0 1-1 0 0,9 9 1 0 0,-12-16-63 0 0,-1-1 0 0 0,0 1 0 0 0,1-1 0 0 0,-1 0 0 0 0,1 0 0 0 0,0 0 0 0 0,0 0 0 0 0,0-1 0 0 0,0 1 0 0 0,0-1 0 0 0,0 0 0 0 0,4 1 0 0 0,-4-1-91 0 0,-1-1 0 0 0,1 0 0 0 0,-1 0 0 0 0,1 0 0 0 0,-1 0 1 0 0,1 0-1 0 0,-1-1 0 0 0,1 1 0 0 0,-1-1 0 0 0,1 0 0 0 0,-1 0 0 0 0,0 0 0 0 0,0 0 0 0 0,1 0 0 0 0,-1 0 0 0 0,0 0 1 0 0,0-1-1 0 0,3-2 0 0 0,10-9-4172 0 0,-2 0-2183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7.45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115 90 9121 0 0,'0'-4'909'0'0,"1"-1"0"0"0,-1 1-1 0 0,0 0 1 0 0,0 0 0 0 0,0-1 0 0 0,0 1 0 0 0,-1 0 0 0 0,0 0-1 0 0,1 0 1 0 0,-2 0 0 0 0,1-1 0 0 0,0 1 0 0 0,-1 1 0 0 0,0-1 0 0 0,0 0-1 0 0,0 0 1 0 0,0 1 0 0 0,-1-1 0 0 0,1 1 0 0 0,-5-5 0 0 0,6 8-821 0 0,0 0 1 0 0,0-1-1 0 0,0 1 0 0 0,1 0 1 0 0,-1 0-1 0 0,0-1 1 0 0,0 1-1 0 0,0 0 1 0 0,0 0-1 0 0,0 0 1 0 0,0 0-1 0 0,0 0 1 0 0,0 0-1 0 0,0 1 1 0 0,0-1-1 0 0,0 0 1 0 0,0 0-1 0 0,0 1 0 0 0,0-1 1 0 0,1 0-1 0 0,-1 1 1 0 0,0-1-1 0 0,0 1 1 0 0,0-1-1 0 0,1 1 1 0 0,-1 0-1 0 0,-1 0 1 0 0,-18 20 616 0 0,14-13-594 0 0,1 0-1 0 0,1 1 1 0 0,-1-1-1 0 0,1 1 1 0 0,1 0 0 0 0,0 1-1 0 0,0-1 1 0 0,1 0-1 0 0,-2 13 1 0 0,2-6-70 0 0,1-1 0 0 0,1 0 0 0 0,1 0 0 0 0,0 0 0 0 0,4 20 0 0 0,-4-30-39 0 0,1 1 0 0 0,0-1 0 0 0,0 0 0 0 0,0 0 0 0 0,0 0 0 0 0,1 0 0 0 0,0-1 0 0 0,0 1 0 0 0,0-1-1 0 0,1 0 1 0 0,-1 1 0 0 0,1-2 0 0 0,0 1 0 0 0,0 0 0 0 0,1-1 0 0 0,-1 0 0 0 0,1 0 0 0 0,-1 0 0 0 0,9 4 0 0 0,-9-5-37 0 0,0-1-1 0 0,1 1 1 0 0,-1-1-1 0 0,0 1 1 0 0,1-1-1 0 0,-1-1 1 0 0,1 1 0 0 0,-1-1-1 0 0,1 1 1 0 0,0-1-1 0 0,-1 0 1 0 0,1-1-1 0 0,-1 1 1 0 0,1-1 0 0 0,-1 0-1 0 0,1 0 1 0 0,-1-1-1 0 0,0 1 1 0 0,0-1-1 0 0,1 0 1 0 0,-1 0-1 0 0,0 0 1 0 0,7-6 0 0 0,-8 5-458 0 0,-1 1 0 0 0,1-2 1 0 0,-1 1-1 0 0,0 0 0 0 0,0 0 1 0 0,0-1-1 0 0,0 0 0 0 0,-1 1 1 0 0,1-1-1 0 0,-1 0 0 0 0,0 1 1 0 0,1-6-1 0 0,3-13-6014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7.7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136 62 6809 0 0,'0'-3'1421'0'0,"0"0"0"0"0,0 0 0 0 0,0 0 0 0 0,0 1 0 0 0,-1-1 0 0 0,1 0 0 0 0,-1 0 0 0 0,0 0 0 0 0,1 1 0 0 0,-3-4 0 0 0,2 4-904 0 0,0 0 0 0 0,0 0 0 0 0,0 1 0 0 0,0-1 0 0 0,-1 0 0 0 0,1 1 0 0 0,-1-1 0 0 0,1 1 0 0 0,-1 0 0 0 0,0-1 0 0 0,-3-1 0 0 0,3 2-396 0 0,-1 0 0 0 0,1 0 1 0 0,-1 0-1 0 0,0 0 1 0 0,1 1-1 0 0,-1-1 1 0 0,0 1-1 0 0,0-1 0 0 0,1 1 1 0 0,-1 0-1 0 0,0 0 1 0 0,0 1-1 0 0,1-1 0 0 0,-1 1 1 0 0,0-1-1 0 0,0 1 1 0 0,1 0-1 0 0,-1 0 1 0 0,1 0-1 0 0,-1 0 0 0 0,-2 2 1 0 0,1-2-64 0 0,1 1 0 0 0,-1 0 0 0 0,1-1 0 0 0,0 1 0 0 0,0 1 1 0 0,0-1-1 0 0,0 0 0 0 0,1 1 0 0 0,-1-1 0 0 0,0 1 0 0 0,1 0 0 0 0,0 0 0 0 0,0 0 1 0 0,0 0-1 0 0,0 0 0 0 0,-2 5 0 0 0,4-6-17 0 0,1 1-21 0 0,7 20-26 0 0,-7-22 0 0 0,0-1 1 0 0,-1 1 0 0 0,1-1-1 0 0,0 1 1 0 0,-1-1 0 0 0,1 1 0 0 0,0-1-1 0 0,0 1 1 0 0,0-1 0 0 0,-1 0-1 0 0,1 1 1 0 0,0-1 0 0 0,0 0 0 0 0,0 0-1 0 0,0 0 1 0 0,0 1 0 0 0,-1-1-1 0 0,1 0 1 0 0,0 0 0 0 0,0 0-1 0 0,0-1 1 0 0,0 1 0 0 0,0 0 0 0 0,0 0-1 0 0,-1 0 1 0 0,1-1 0 0 0,1 1-1 0 0,-2 0 9 0 0,3-1-36 0 0,-1-1 2 0 0,5-7-579 0 0,-9 7-2264 0 0,-15 13-2032 0 0,10 2-1530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8.72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81 17 8245 0 0,'-11'-12'11024'0'0,"1"8"-5834"0"0,9 4-5066 0 0,0 0-1 0 0,0 0 0 0 0,0 0 1 0 0,0 1-1 0 0,0-1 0 0 0,0 0 1 0 0,0 1-1 0 0,0-1 0 0 0,0 1 1 0 0,0-1-1 0 0,0 1 0 0 0,0-1 1 0 0,0 1-1 0 0,0 0 0 0 0,0 0 1 0 0,1-1-1 0 0,-1 1 0 0 0,0 0 1 0 0,1 0-1 0 0,-1 0 0 0 0,0 1 0 0 0,-3 3 107 0 0,1 1-1 0 0,-1 0 0 0 0,1-1 1 0 0,1 1-1 0 0,-1 1 0 0 0,1-1 0 0 0,0 0 1 0 0,-1 9-1 0 0,-5 52 499 0 0,7-53-549 0 0,0 39 176 0 0,2 1-1 0 0,13 89 1 0 0,-10-104-254 0 0,19 118 212 0 0,-8-63-61 0 0,4 143 0 0 0,-19-217-263 0 0,1-10-34 0 0,-1 1-1 0 0,0-1 0 0 0,-1 1 1 0 0,0-1-1 0 0,0 0 1 0 0,-1 1-1 0 0,0-1 0 0 0,-8 19 1 0 0,10-28 18 0 0,0-1 1 0 0,-1 0-1 0 0,1 0 1 0 0,0 1-1 0 0,0-1 1 0 0,-1 0 0 0 0,1 0-1 0 0,0 0 1 0 0,-1 1-1 0 0,1-1 1 0 0,-1 0-1 0 0,1 0 1 0 0,0 0-1 0 0,-1 0 1 0 0,1 0 0 0 0,0 0-1 0 0,-1 0 1 0 0,1 0-1 0 0,0 0 1 0 0,-1 0-1 0 0,1 0 1 0 0,-1 0-1 0 0,1 0 1 0 0,0 0 0 0 0,-1 0-1 0 0,1 0 1 0 0,0 0-1 0 0,-1-1 1 0 0,1 1-1 0 0,0 0 1 0 0,-1 0 0 0 0,1 0-1 0 0,0 0 1 0 0,-1-1-1 0 0,1 1 1 0 0,0 0-1 0 0,-1 0 1 0 0,1-1-1 0 0,0 1 1 0 0,-12-11-728 0 0,12 11 712 0 0,-5-6-1526 0 0,0 1 0 0 0,1-1 1 0 0,-7-11-1 0 0,-3-5-4845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9.21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1 330 7865 0 0,'50'-35'13657'0'0,"3"4"-9605"0"0,-26 16-3587 0 0,48-34 0 0 0,-68 43-386 0 0,-1 1 1 0 0,1-2-1 0 0,-1 1 1 0 0,-1-1-1 0 0,0 0 1 0 0,0 0 0 0 0,0 0-1 0 0,-1-1 1 0 0,1 1-1 0 0,-2-1 1 0 0,4-9-1 0 0,-6 12 83 0 0,1 0-1 0 0,-1-1 1 0 0,0 1 0 0 0,0 0-1 0 0,0-1 1 0 0,-1 1 0 0 0,0-1-1 0 0,0 1 1 0 0,0-1-1 0 0,-1 1 1 0 0,1 0 0 0 0,-1-1-1 0 0,-1 1 1 0 0,1 0-1 0 0,-1 0 1 0 0,0-1 0 0 0,0 1-1 0 0,-3-5 1 0 0,4 9 546 0 0,-2 4-575 0 0,1-1-103 0 0,0 1 0 0 0,0 0 0 0 0,1 0 1 0 0,-1 0-1 0 0,1 0 0 0 0,-1 0 0 0 0,1 0 0 0 0,0 1 0 0 0,0-1 0 0 0,0 0 0 0 0,1 1 0 0 0,-1-1 0 0 0,1 1 0 0 0,0 4 1 0 0,-1 19 37 0 0,1 0 0 0 0,2 0 0 0 0,1 0 0 0 0,0 0 0 0 0,2 0 0 0 0,2-1 0 0 0,16 45 0 0 0,-20-61-69 0 0,1-1 0 0 0,1 1 1 0 0,-1-1-1 0 0,2 0 1 0 0,-1-1-1 0 0,13 16 1 0 0,-13-20-7 0 0,-3-1-14 0 0,0 0 0 0 0,1 0 0 0 0,-1-1 0 0 0,1 1 0 0 0,0-1 0 0 0,0 0 1 0 0,0 1-1 0 0,0-2 0 0 0,0 1 0 0 0,0 0 0 0 0,1 0 0 0 0,-1-1 0 0 0,6 2 0 0 0,-8-3 5 0 0,1 0 0 0 0,-1 0 1 0 0,0-1-1 0 0,1 1 0 0 0,-1 0 0 0 0,0-1 0 0 0,0 1 0 0 0,0-1 0 0 0,1 1 0 0 0,-1-1 0 0 0,0 0 1 0 0,0 1-1 0 0,0-1 0 0 0,0 0 0 0 0,0 0 0 0 0,0 0 0 0 0,1-1 0 0 0,13-15-150 0 0,-8 6 104 0 0,-2 1 0 0 0,1-1 1 0 0,-1-1-1 0 0,-1 1 0 0 0,0-1 0 0 0,0 1 0 0 0,-2-1 0 0 0,3-18 0 0 0,-1-2 50 0 0,-2-63-1 0 0,-2 93 11 0 0,0-5 77 0 0,0 1 1 0 0,0-1-1 0 0,-1 1 0 0 0,0-1 0 0 0,0 1 0 0 0,0 0 1 0 0,-1-1-1 0 0,0 1 0 0 0,-3-6 0 0 0,4 10 55 0 0,1-3 40 0 0,0 1-122 0 0,-1 6 512 0 0,-1 20-563 0 0,1 0 0 0 0,1 1 1 0 0,1-1-1 0 0,1 0 1 0 0,1 0-1 0 0,1 0 0 0 0,1-1 1 0 0,1 1-1 0 0,15 37 1 0 0,-7-33-225 0 0,-13-25 149 0 0,0 0 1 0 0,0 0-1 0 0,0 0 0 0 0,0 0 1 0 0,0 1-1 0 0,0-1 0 0 0,0-1 1 0 0,0 1-1 0 0,0 0 1 0 0,1 0-1 0 0,-1 0 0 0 0,0-1 1 0 0,0 1-1 0 0,1 0 1 0 0,-1-1-1 0 0,0 0 0 0 0,1 1 1 0 0,-1-1-1 0 0,1 0 0 0 0,2 1 1 0 0,-3-1-47 0 0,16-2-1667 0 0,-5-2-2313 0 0,-5 0-2386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9.57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22 107 11477 0 0,'-4'-83'12753'0'0,"-1"65"-8992"0"0,5 18-3689 0 0,0 0 0 0 0,-1 0 1 0 0,1 0-1 0 0,0 0 0 0 0,0 0 0 0 0,-1 0 1 0 0,1 0-1 0 0,0 0 0 0 0,0 1 0 0 0,-1-1 0 0 0,1 0 1 0 0,0 0-1 0 0,0 0 0 0 0,0 0 0 0 0,-1 0 1 0 0,1 0-1 0 0,0 1 0 0 0,0-1 0 0 0,0 0 0 0 0,-1 0 1 0 0,1 0-1 0 0,0 0 0 0 0,0 1 0 0 0,0-1 1 0 0,0 0-1 0 0,0 0 0 0 0,-1 1 0 0 0,1-1 1 0 0,0 0-1 0 0,0 0 0 0 0,0 0 0 0 0,0 1 0 0 0,0-1 1 0 0,0 0-1 0 0,0 1 0 0 0,-2 3 74 0 0,1 0 1 0 0,0 0-1 0 0,0 0 0 0 0,0 1 0 0 0,1-1 1 0 0,-1 8-1 0 0,6 43 295 0 0,15 77 1 0 0,-7-90-354 0 0,-4-20-71 0 0,-9-21-22 0 0,3-31-52 0 0,-2-12 0 0 0,-2 27 38 0 0,0 1 1 0 0,0-1 0 0 0,1 0-1 0 0,1 0 1 0 0,1 0 0 0 0,0 0-1 0 0,1 1 1 0 0,0-1 0 0 0,2 1-1 0 0,-1 0 1 0 0,11-22 0 0 0,-13 33 20 0 0,-1 1 0 0 0,1-1 1 0 0,0 0-1 0 0,0 1 0 0 0,0 0 1 0 0,0-1-1 0 0,0 1 0 0 0,5-4 1 0 0,-5 5 2 0 0,-1 0 1 0 0,1 1-1 0 0,-1-1 1 0 0,1 1 0 0 0,0-1-1 0 0,0 1 1 0 0,-1-1-1 0 0,1 1 1 0 0,0 0 0 0 0,-1 0-1 0 0,1 0 1 0 0,0 0-1 0 0,0 0 1 0 0,-1 0-1 0 0,1 0 1 0 0,2 1 0 0 0,-3 0-4 0 0,-1-1 0 0 0,1 0 0 0 0,0 1 0 0 0,0-1 0 0 0,0 0 0 0 0,-1 1 0 0 0,1 0 1 0 0,0-1-1 0 0,-1 1 0 0 0,1-1 0 0 0,0 1 0 0 0,-1 0 0 0 0,1-1 0 0 0,-1 1 0 0 0,1 0 0 0 0,-1-1 1 0 0,1 1-1 0 0,-1 0 0 0 0,1 0 0 0 0,-1 0 0 0 0,0-1 0 0 0,1 2 0 0 0,3 21 19 0 0,-3-16-8 0 0,6 53 19 0 0,5 24-272 0 0,-11-81 214 0 0,0 0 0 0 0,0 0-1 0 0,0 0 1 0 0,0 0 0 0 0,1 0 0 0 0,-1-1 0 0 0,1 1 0 0 0,2 3 0 0 0,11 4-1614 0 0,-14-10 1222 0 0,0 0 1 0 0,0 0 0 0 0,1 0-1 0 0,-1 1 1 0 0,0-1 0 0 0,0 0-1 0 0,0 0 1 0 0,0-1 0 0 0,1 1-1 0 0,-1 0 1 0 0,0 0 0 0 0,0-1-1 0 0,0 1 1 0 0,2-1 0 0 0,20-9-6036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29.96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72 266 10677 0 0,'0'-1'208'0'0,"0"0"359"0"0,0-1 0 0 0,0 1 1 0 0,0 0-1 0 0,0-1 0 0 0,-1 1 1 0 0,1-1-1 0 0,0 1 0 0 0,-1 0 0 0 0,1-1 1 0 0,-1 1-1 0 0,1 0 0 0 0,-1-1 1 0 0,0 1-1 0 0,0 0 0 0 0,1 0 0 0 0,-1 0 1 0 0,0-1-1 0 0,0 1 0 0 0,0 0 0 0 0,0 0 1 0 0,0 1-1 0 0,0-1 0 0 0,-2-1 1 0 0,1 1 771 0 0,-13 6 666 0 0,13-3-1873 0 0,0-1 0 0 0,-1 0 1 0 0,1 1-1 0 0,0-1 0 0 0,0 1 0 0 0,0-1 0 0 0,1 1 1 0 0,-1 0-1 0 0,0 0 0 0 0,1 0 0 0 0,-1 0 1 0 0,1 0-1 0 0,-1 0 0 0 0,1 0 0 0 0,0 1 0 0 0,0-1 1 0 0,0 0-1 0 0,0 1 0 0 0,1-1 0 0 0,-2 4 1 0 0,0 5 34 0 0,0 0 0 0 0,1 0 0 0 0,0 12 0 0 0,1-13-107 0 0,0 0 0 0 0,1 1 0 0 0,0-1 0 0 0,1 0 0 0 0,0 0 0 0 0,1 0 0 0 0,0 0 1 0 0,0 0-1 0 0,1-1 0 0 0,9 17 0 0 0,-10-21-54 0 0,0-1 1 0 0,0 0-1 0 0,0 1 0 0 0,1-1 1 0 0,-1 0-1 0 0,1-1 0 0 0,0 1 1 0 0,0-1-1 0 0,0 1 0 0 0,1-1 1 0 0,-1 0-1 0 0,1-1 0 0 0,0 1 1 0 0,-1-1-1 0 0,1 0 0 0 0,0 0 1 0 0,0-1-1 0 0,1 1 0 0 0,-1-1 1 0 0,0 0-1 0 0,0-1 0 0 0,11 1 1 0 0,-11-1-21 0 0,0 0 0 0 0,0 0 0 0 0,1-1 0 0 0,-1 1 0 0 0,0-1 1 0 0,0-1-1 0 0,0 1 0 0 0,0-1 0 0 0,0 0 0 0 0,0 0 0 0 0,0 0 0 0 0,-1-1 1 0 0,1 1-1 0 0,-1-1 0 0 0,0 0 0 0 0,1 0 0 0 0,-1-1 0 0 0,-1 0 1 0 0,1 1-1 0 0,0-1 0 0 0,-1 0 0 0 0,0-1 0 0 0,0 1 0 0 0,0 0 0 0 0,-1-1 1 0 0,1 0-1 0 0,-1 1 0 0 0,0-1 0 0 0,-1 0 0 0 0,1 0 0 0 0,-1 0 1 0 0,0-1-1 0 0,1-8 0 0 0,-1-6-4 0 0,0 0 0 0 0,-2 0 1 0 0,0 0-1 0 0,-1 0 0 0 0,-8-32 1 0 0,-35-99 210 0 0,21 77 98 0 0,6 37 320 0 0,14 54-529 0 0,2-13-68 0 0,1 8-8 0 0,1 0 1 0 0,0 0 0 0 0,1 1 0 0 0,0-1 0 0 0,1 0-1 0 0,0 0 1 0 0,7 19 0 0 0,-3-8-4 0 0,59 219-3 0 0,-24-99 0 0 0,-40-133-888 0 0,-1-8 355 0 0,0 0 0 0 0,0 0 0 0 0,1 0-1 0 0,-1 0 1 0 0,0 0 0 0 0,1 0 0 0 0,-1 0-1 0 0,1 0 1 0 0,0 0 0 0 0,1 2 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3:30.81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17 169 15181 0 0,'-6'-20'3978'0'0,"4"15"-2991"0"0,0 0 1 0 0,0 0-1 0 0,1-1 0 0 0,-1 1 0 0 0,2 0 0 0 0,-1-1 0 0 0,0-6 0 0 0,2 11-912 0 0,-1 0 0 0 0,0-1-1 0 0,1 1 1 0 0,-1 0 0 0 0,1 0-1 0 0,-1 0 1 0 0,1 0-1 0 0,0 0 1 0 0,0 0 0 0 0,-1 0-1 0 0,1 0 1 0 0,0 0-1 0 0,0 0 1 0 0,0 0 0 0 0,0 1-1 0 0,2-2 1 0 0,20-11 366 0 0,-17 9-245 0 0,9-3 50 0 0,1 0 0 0 0,18-5 1 0 0,8-4 76 0 0,-29 11-220 0 0,-8 3 3 0 0,0 0 0 0 0,0 0 1 0 0,0-1-1 0 0,-1 1 0 0 0,5-4 1 0 0,-59 111 1830 0 0,47-98-1934 0 0,0-1 0 0 0,1 1 0 0 0,0 0 0 0 0,1 0-1 0 0,0 0 1 0 0,0 0 0 0 0,0 1 0 0 0,1-1 0 0 0,0 0-1 0 0,0 0 1 0 0,1 0 0 0 0,-1 1 0 0 0,2-1 0 0 0,-1 0-1 0 0,1 0 1 0 0,0 0 0 0 0,1-1 0 0 0,0 1 0 0 0,5 10-1 0 0,-5-12-5 0 0,1 0 0 0 0,0 1 0 0 0,0-2 0 0 0,0 1 0 0 0,0 0-1 0 0,1-1 1 0 0,0 0 0 0 0,0 0 0 0 0,0 0 0 0 0,0-1 0 0 0,1 0-1 0 0,-1 0 1 0 0,1 0 0 0 0,0-1 0 0 0,0 1 0 0 0,0-2 0 0 0,0 1-1 0 0,11 1 1 0 0,-8-1-12 0 0,0-1-1 0 0,1-1 1 0 0,-1 1-1 0 0,0-2 1 0 0,0 1-1 0 0,1-1 1 0 0,-1-1-1 0 0,0 1 1 0 0,12-5-1 0 0,-16 4-8 0 0,1 0-1 0 0,0-1 1 0 0,0 1-1 0 0,-1-1 0 0 0,0 0 1 0 0,1-1-1 0 0,-1 1 1 0 0,0-1-1 0 0,-1 0 1 0 0,1 0-1 0 0,-1-1 1 0 0,0 0-1 0 0,0 1 0 0 0,6-11 1 0 0,-4 5-14 0 0,-1 0-1 0 0,0 0 1 0 0,-1 0 0 0 0,0-1 0 0 0,-1 1-1 0 0,0-1 1 0 0,1-13 0 0 0,-3 19 49 0 0,-1 0 0 0 0,0 0 1 0 0,0-1-1 0 0,0 1 0 0 0,-1 0 0 0 0,1 0 1 0 0,-1 0-1 0 0,0 0 0 0 0,-1 0 1 0 0,1 1-1 0 0,-1-1 0 0 0,0 0 0 0 0,0 1 1 0 0,-1-1-1 0 0,1 1 0 0 0,-1 0 0 0 0,0-1 1 0 0,-4-3-1 0 0,6 6 4 0 0,-1 0 1 0 0,0-1-1 0 0,0 1 1 0 0,0 0-1 0 0,0 0 1 0 0,0 0-1 0 0,0 1 1 0 0,0-1-1 0 0,-1 0 1 0 0,1 1-1 0 0,-1-1 1 0 0,1 1-1 0 0,-1 0 1 0 0,1 0-1 0 0,-1 0 1 0 0,0 0-1 0 0,1 1 0 0 0,-1-1 1 0 0,0 1-1 0 0,0-1 1 0 0,0 1-1 0 0,0 0 1 0 0,-2 0-1 0 0,3 1-12 0 0,0-1-1 0 0,0 0 1 0 0,0 1-1 0 0,0 0 1 0 0,1-1 0 0 0,-1 1-1 0 0,0 0 1 0 0,1 0-1 0 0,-1 0 1 0 0,0 0-1 0 0,1 0 1 0 0,-1 0-1 0 0,1 0 1 0 0,0 1 0 0 0,-1-1-1 0 0,1 0 1 0 0,0 1-1 0 0,0-1 1 0 0,0 1-1 0 0,0 0 1 0 0,0-1-1 0 0,0 1 1 0 0,0 0-1 0 0,1-1 1 0 0,-1 1 0 0 0,0 0-1 0 0,1 0 1 0 0,0 0-1 0 0,-1-1 1 0 0,1 4-1 0 0,-1 1-5 0 0,1 0 1 0 0,0-1-1 0 0,0 1 0 0 0,0 0 0 0 0,1 0 0 0 0,-1 0 0 0 0,4 10 0 0 0,6 8-22 0 0,0-2 0 0 0,1 1 0 0 0,2-2 0 0 0,0 0-1 0 0,1 0 1 0 0,2-1 0 0 0,29 30 0 0 0,-45-49 9 0 0,0-1 0 0 0,0 1 0 0 0,1-1 0 0 0,-1 0 0 0 0,0 1 0 0 0,1-1 0 0 0,-1 0 0 0 0,0 1 0 0 0,1-1 0 0 0,-1 0 0 0 0,0 1 0 0 0,1-1 0 0 0,-1 0 0 0 0,0 0 0 0 0,1 1 0 0 0,-1-1 0 0 0,1 0 0 0 0,-1 0 0 0 0,1 0 0 0 0,-1 0 0 0 0,1 0 0 0 0,-1 1 0 0 0,1-1 0 0 0,-1 0 0 0 0,0 0 0 0 0,1 0 0 0 0,-1 0 0 0 0,1 0 0 0 0,-1-1 0 0 0,1 1-1 0 0,-1 0 1 0 0,1 0 0 0 0,-1 0 0 0 0,1-1 0 0 0,0 0-6 0 0,0 0-1 0 0,0 0 0 0 0,-1 0 0 0 0,1 0 0 0 0,0 0 1 0 0,-1 0-1 0 0,1 0 0 0 0,-1 0 0 0 0,0-1 0 0 0,1 1 1 0 0,-1 0-1 0 0,1-3 0 0 0,0-38-332 0 0,-4-14-6 0 0,0 26 253 0 0,1 0 1 0 0,4-36-1 0 0,-2 63 139 0 0,1 0 0 0 0,-1 0 0 0 0,1 0 0 0 0,0 0 0 0 0,0 0 0 0 0,0 0 0 0 0,0 1 0 0 0,0-1 0 0 0,0 0 0 0 0,1 1 0 0 0,0-1 0 0 0,3-4 0 0 0,-3 7 1 0 0,0-1 0 0 0,0 1 0 0 0,1 0 0 0 0,-1-1 0 0 0,0 1 0 0 0,0 1 0 0 0,0-1-1 0 0,0 0 1 0 0,0 0 0 0 0,0 1 0 0 0,0-1 0 0 0,0 1 0 0 0,0 0 0 0 0,3 1 0 0 0,4 2 33 0 0,-1 1 1 0 0,0 1-1 0 0,0-1 1 0 0,0 1-1 0 0,-1 1 1 0 0,0-1-1 0 0,0 1 1 0 0,8 11-1 0 0,3 6 108 0 0,23 38 0 0 0,-36-53-143 0 0,0 0 0 0 0,0 0 0 0 0,-1 0 0 0 0,0 1 0 0 0,-1 0 0 0 0,0-1 0 0 0,3 15 0 0 0,-6-22-27 0 0,-3 4-10 0 0,2-6 6 0 0,1 0 0 0 0,0 1 1 0 0,0-1-1 0 0,0 0 0 0 0,0 0 0 0 0,0 0 1 0 0,0 0-1 0 0,0 0 0 0 0,-1 0 0 0 0,1 0 1 0 0,0 0-1 0 0,0 0 0 0 0,0 1 0 0 0,0-1 1 0 0,0 0-1 0 0,0 0 0 0 0,-1 0 0 0 0,1 0 0 0 0,0 0 1 0 0,0 0-1 0 0,0 0 0 0 0,0 0 0 0 0,-1 0 1 0 0,1 0-1 0 0,0 0 0 0 0,0 0 0 0 0,0 0 1 0 0,0 0-1 0 0,0 0 0 0 0,-1 0 0 0 0,1 0 1 0 0,0 0-1 0 0,0-1 0 0 0,0 1 0 0 0,0 0 0 0 0,0 0 1 0 0,0 0-1 0 0,-1 0 0 0 0,1 0 0 0 0,0 0 1 0 0,0 0-1 0 0,0 0 0 0 0,0 0 0 0 0,0-1 1 0 0,0 1-1 0 0,0 0 0 0 0,0 0 0 0 0,-1 0 0 0 0,1 0 1 0 0,0 0-1 0 0,0-1 0 0 0,0 1 0 0 0,0 0 1 0 0,0 0-1 0 0,0 0 0 0 0,0 0 0 0 0,0 0 1 0 0,0-1-1 0 0,0 1 0 0 0,0 0 0 0 0,0 0 1 0 0,0 0-1 0 0,0-1 0 0 0,-3-11-20 0 0,0 0 0 0 0,1 0 0 0 0,1-1 0 0 0,0 1-1 0 0,0 0 1 0 0,1-1 0 0 0,1 1 0 0 0,0-1 0 0 0,4-20 0 0 0,-2 22 22 0 0,-1 0 0 0 0,2 1 0 0 0,-1-1-1 0 0,1 1 1 0 0,1 0 0 0 0,0 0 0 0 0,0 0 0 0 0,1 1 0 0 0,0-1 0 0 0,1 1-1 0 0,14-15 1 0 0,-21 24 6 0 0,1-1 0 0 0,-1 1 0 0 0,1 0 0 0 0,-1-1 0 0 0,1 1 0 0 0,-1-1 0 0 0,1 1 0 0 0,-1 0 0 0 0,1-1-1 0 0,-1 1 1 0 0,1 0 0 0 0,-1 0 0 0 0,1 0 0 0 0,0-1 0 0 0,-1 1 0 0 0,1 0 0 0 0,0 0 0 0 0,-1 0 0 0 0,1 0 0 0 0,-1 0-1 0 0,1 0 1 0 0,0 0 0 0 0,-1 0 0 0 0,1 0 0 0 0,0 0 0 0 0,-1 0 0 0 0,1 1 0 0 0,-1-1 0 0 0,1 0 0 0 0,0 0 0 0 0,-1 1 0 0 0,1-1-1 0 0,-1 0 1 0 0,1 1 0 0 0,0 0 0 0 0,16 22 149 0 0,-9-10-131 0 0,8 7-10 0 0,1 0-1 0 0,0-2 1 0 0,2 0 0 0 0,0-1-1 0 0,1 0 1 0 0,0-2-1 0 0,25 14 1 0 0,-40-26-455 0 0,5 4 1405 0 0,-7-6-2900 0 0,-26-34-10108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33:31.17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134 17 5300,'-7'-15'18394,"6"15"-17977,0-1 0,0 1 0,-1 0 0,1 0 0,0 0 0,-1 0 0,1 0 0,0 0 1,-1 0-1,1 1 0,0-1 0,-3 1 0,-2 2-58,-1-1-1,1 1 1,0 0 0,-10 7-1,10-5-201,-1 1-1,1-1 0,0 2 0,1-1 1,-1 0-1,1 1 0,1 0 0,-1 0 0,-4 12 1,8-17-154,0 0 1,0 0-1,0 0 1,0 0-1,1 0 0,-1 0 1,1 0-1,-1 0 1,1 0-1,0 0 1,0 0-1,0 0 1,0 0-1,0 0 1,1 0-1,-1 1 1,1-1-1,-1 0 1,1 0-1,0 0 1,-1-1-1,1 1 0,0 0 1,0 0-1,0 0 1,1-1-1,-1 1 1,0 0-1,1-1 1,-1 1-1,1-1 1,-1 0-1,1 1 1,0-1-1,0 0 1,-1 0-1,1 0 0,0 0 1,0-1-1,0 1 1,0 0-1,0-1 1,3 1-1,3 1-22,-1-1 0,1 0-1,-1 0 1,1-1 0,0 0 0,-1 0-1,1-1 1,-1 0 0,1 0-1,-1 0 1,13-5 0,-15 4 10,0 0 0,-1 0-1,1 0 1,-1-1 0,1 1 0,-1-1 0,0 0 0,0 0 0,0-1 0,0 1 0,-1-1-1,1 0 1,-1 0 0,0 0 0,0 0 0,0 0 0,-1-1 0,4-7 0,-6 9 8,1 0 1,0-1-1,-1 1 1,0 0 0,0-1-1,0 1 1,0-1 0,0 1-1,-1 0 1,0-1-1,1 1 1,-1 0 0,0 0-1,-1 0 1,1-1-1,-1 1 1,1 0 0,-1 1-1,0-1 1,0 0-1,0 0 1,0 1 0,-1-1-1,1 1 1,-1 0-1,1 0 1,-1 0 0,-5-3-1,6 4-26,1 1 0,0-1-1,0 1 1,-1 0 0,1-1-1,0 1 1,-1 0 0,1 0-1,0 0 1,-1 0 0,1 0-1,0 0 1,-1 0 0,1 1-1,0-1 1,0 0-1,-1 1 1,1-1 0,0 1-1,0-1 1,0 1 0,0 0-1,0 0 1,-1-1 0,1 1-1,0 0 1,1 0 0,-1 0-1,0 0 1,0 0 0,-1 1-1,-1 3-923,0-1 0,1 0-1,-1 0 1,1 1 0,0 0 0,-2 6-1,-1 4-5528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5.72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28 932 8005 0 0,'4'-14'11291'0'0,"3"-6"-5669"0"0,25-95-4727 0 0,23-226-59 0 0,-50 283-557 0 0,-3 1 0 0 0,-2-1-1 0 0,-15-111 1 0 0,14 161-199 0 0,0-1 76 0 0,0 0 0 0 0,-1 1 0 0 0,0 0 1 0 0,0-1-1 0 0,-1 1 0 0 0,0 0 0 0 0,0 0 1 0 0,-9-14-1 0 0,12 21-142 0 0,-1 1 0 0 0,1 0 0 0 0,-1 0 0 0 0,1 0 0 0 0,-1-1 0 0 0,1 1 0 0 0,-1 0 0 0 0,1 0 0 0 0,-1 0 0 0 0,1 0 0 0 0,-1 0 0 0 0,1 0 0 0 0,-1 0 0 0 0,1 0 0 0 0,-1 0 0 0 0,1 0 0 0 0,-1 0-1 0 0,1 0 1 0 0,-1 0 0 0 0,1 1 0 0 0,-1-1 0 0 0,1 0 0 0 0,0 0 0 0 0,-1 1 0 0 0,1-1 0 0 0,-1 0 0 0 0,1 0 0 0 0,-1 1 0 0 0,1-1 0 0 0,0 0 0 0 0,-1 1 0 0 0,1-1 0 0 0,0 1 0 0 0,0-1 0 0 0,-1 0 0 0 0,1 2 0 0 0,-12 13 120 0 0,12-15-130 0 0,-5 8 44 0 0,0 0 0 0 0,1 0 0 0 0,1 1 0 0 0,-1-1 0 0 0,1 1 0 0 0,1 0 0 0 0,-3 10 0 0 0,-5 64 129 0 0,8-59-129 0 0,-9 106 212 0 0,5 1-1 0 0,18 206 1 0 0,-8-300-205 0 0,14 57 0 0 0,-15-83-57 0 0,0 0 0 0 0,1 1-1 0 0,0-1 1 0 0,1-1 0 0 0,0 1-1 0 0,1-1 1 0 0,0 0-1 0 0,1 0 1 0 0,12 15 0 0 0,-16-23-9 0 0,-1 1 1 0 0,1-1-1 0 0,-1 0 0 0 0,1 0 1 0 0,0 0-1 0 0,0 0 1 0 0,0 0-1 0 0,0 0 1 0 0,1-1-1 0 0,-1 0 1 0 0,0 1-1 0 0,1-1 1 0 0,-1-1-1 0 0,1 1 1 0 0,-1 0-1 0 0,1-1 1 0 0,3 1-1 0 0,-2-2-11 0 0,0 1-1 0 0,0-1 1 0 0,0 0-1 0 0,0 0 1 0 0,-1-1 0 0 0,1 0-1 0 0,0 1 1 0 0,0-2-1 0 0,-1 1 1 0 0,8-5-1 0 0,1-3-59 0 0,0-1 0 0 0,0 0 0 0 0,-1 0 0 0 0,-1-2 0 0 0,0 1 0 0 0,11-17 0 0 0,-13 15-12 0 0,-1 1-1 0 0,0-1 0 0 0,-1-1 0 0 0,-1 1 1 0 0,0-1-1 0 0,-1 0 0 0 0,4-23 0 0 0,-2-2-230 0 0,3-68 0 0 0,-10 100 330 0 0,0-1 1 0 0,0 1-1 0 0,-1 0 0 0 0,0 0 1 0 0,-1 0-1 0 0,0-1 1 0 0,0 1-1 0 0,0 1 1 0 0,-1-1-1 0 0,-4-8 1 0 0,6 16 6 0 0,1-1 0 0 0,-1 1 0 0 0,0-1 1 0 0,1 1-1 0 0,-1-1 0 0 0,0 1 0 0 0,0-1 1 0 0,1 1-1 0 0,-1-1 0 0 0,0 1 0 0 0,0 0 1 0 0,0 0-1 0 0,1-1 0 0 0,-1 1 0 0 0,0 0 1 0 0,0 0-1 0 0,0 0 0 0 0,0 0 0 0 0,1 0 1 0 0,-1 0-1 0 0,0 0 0 0 0,0 0 0 0 0,0 0 1 0 0,0 1-1 0 0,0-1 0 0 0,1 0 0 0 0,-1 0 1 0 0,0 1-1 0 0,0-1 0 0 0,0 0 0 0 0,1 1 1 0 0,-1-1-1 0 0,0 1 0 0 0,1-1 0 0 0,-1 1 1 0 0,0 0-1 0 0,1-1 0 0 0,-1 1 0 0 0,0 0 1 0 0,-4 7 32 0 0,1 0-1 0 0,0 0 1 0 0,1 0 0 0 0,-1 0 0 0 0,2 1 0 0 0,-1-1 0 0 0,1 1 0 0 0,0-1 0 0 0,0 15-1 0 0,0-7 3 0 0,2 0-1 0 0,0-1 0 0 0,0 1 0 0 0,6 27 0 0 0,-5-36-31 0 0,1-1 0 0 0,0 0 0 0 0,0 1 0 0 0,0-1 0 0 0,1 0-1 0 0,-1 0 1 0 0,2-1 0 0 0,5 10 0 0 0,-7-12-11 0 0,0-1 0 0 0,0 0 0 0 0,0 0 0 0 0,1 0 1 0 0,-1 0-1 0 0,1 0 0 0 0,-1-1 0 0 0,1 1 0 0 0,-1-1 0 0 0,1 1 0 0 0,0-1 0 0 0,0 0 0 0 0,-1 0 0 0 0,1 0 0 0 0,0-1 1 0 0,0 1-1 0 0,0-1 0 0 0,0 1 0 0 0,0-1 0 0 0,0 0 0 0 0,4-1 0 0 0,4 0-7 0 0,0-2 0 0 0,-1 1-1 0 0,1-2 1 0 0,-1 1 0 0 0,0-1 0 0 0,0-1 0 0 0,0 0-1 0 0,0 0 1 0 0,-1-1 0 0 0,0 0 0 0 0,0-1 0 0 0,-1 0-1 0 0,0 0 1 0 0,10-11 0 0 0,-4 3-36 0 0,-1-1 0 0 0,0 0 1 0 0,-2-1-1 0 0,1 0 0 0 0,-2-1 0 0 0,14-33 1 0 0,-14 23-2 0 0,-1 0 0 0 0,-2-1 1 0 0,-1 0-1 0 0,-1-1 0 0 0,1-49 1 0 0,-6 23 139 0 0,-2 0 0 0 0,-10-59 0 0 0,11 108 17 0 0,0 0-1 0 0,-1 0 0 0 0,0 0 0 0 0,0 0 1 0 0,-6-13-1 0 0,8 20-105 0 0,0 0-1 0 0,0 0 1 0 0,-1-1 0 0 0,1 1-1 0 0,0 0 1 0 0,0 0 0 0 0,-1-1-1 0 0,1 1 1 0 0,0 0 0 0 0,0 0-1 0 0,-1 0 1 0 0,1-1 0 0 0,0 1 0 0 0,-1 0-1 0 0,1 0 1 0 0,0 0 0 0 0,0 0-1 0 0,-1 0 1 0 0,1 0 0 0 0,0 0-1 0 0,-1-1 1 0 0,1 1 0 0 0,0 0 0 0 0,-1 0-1 0 0,1 0 1 0 0,0 0 0 0 0,-1 1-1 0 0,1-1 1 0 0,0 0 0 0 0,-1 0-1 0 0,1 0 1 0 0,0 0 0 0 0,-1 0 0 0 0,1 0-1 0 0,0 0 1 0 0,-1 1 0 0 0,1-1-1 0 0,0 0 1 0 0,0 0 0 0 0,-1 0-1 0 0,1 1 1 0 0,0-1 0 0 0,0 0-1 0 0,-1 0 1 0 0,1 1 0 0 0,0-1 0 0 0,-10 12 117 0 0,3 2-64 0 0,1 0 0 0 0,0 0 0 0 0,1 0 0 0 0,0 1 0 0 0,1-1-1 0 0,-4 29 1 0 0,6-29-32 0 0,-34 235 225 0 0,21 287 35 0 0,20-423-267 0 0,6-1-1 0 0,40 187 1 0 0,-48-289-34 0 0,-1 2-27 0 0,2 0 0 0 0,-1-1 0 0 0,6 13 1 0 0,-9-24 27 0 0,0 0 0 0 0,1 1 0 0 0,-1-1 0 0 0,0 0 0 0 0,0 1 0 0 0,0-1 0 0 0,0 0 0 0 0,1 1 0 0 0,-1-1 0 0 0,0 0 0 0 0,0 0 0 0 0,1 1 0 0 0,-1-1 0 0 0,0 0 1 0 0,0 0-1 0 0,1 0 0 0 0,-1 1 0 0 0,0-1 0 0 0,1 0 0 0 0,-1 0 0 0 0,0 0 0 0 0,1 0 0 0 0,-1 0 0 0 0,0 1 0 0 0,1-1 0 0 0,-1 0 0 0 0,0 0 0 0 0,1 0 0 0 0,-1 0 0 0 0,0 0 1 0 0,1 0-1 0 0,-1 0 0 0 0,0 0 0 0 0,1 0 0 0 0,-1-1 0 0 0,0 1 0 0 0,1 0 0 0 0,-1 0 0 0 0,0 0 0 0 0,1 0 0 0 0,-1 0 0 0 0,0-1 0 0 0,1 1 0 0 0,-1 0 0 0 0,0 0 0 0 0,0 0 1 0 0,1-1-1 0 0,-1 1 0 0 0,0 0 0 0 0,0 0 0 0 0,1-1 0 0 0,-1 1 0 0 0,0 0 0 0 0,0-1 0 0 0,0 1 0 0 0,0 0 0 0 0,1-1 0 0 0,10-19-222 0 0,-11 19 247 0 0,3-6-62 0 0,-1-1-1 0 0,-1 0 0 0 0,1 0 1 0 0,-1 0-1 0 0,-1 0 1 0 0,1-1-1 0 0,-1 1 1 0 0,-1 0-1 0 0,0 0 0 0 0,0 0 1 0 0,-4-15-1 0 0,0-8-73 0 0,-24-124-327 0 0,17 102 191 0 0,3 0 0 0 0,-6-93 0 0 0,16 138 217 0 0,-1 0 0 0 0,1 0 0 0 0,1 0 0 0 0,-1 0 0 0 0,1 1 1 0 0,1-1-1 0 0,-1 1 0 0 0,1-1 0 0 0,1 1 0 0 0,-1 0 0 0 0,1 0 1 0 0,6-7-1 0 0,6-7-102 0 0,1 1 1 0 0,26-24-1 0 0,-2 1-24 0 0,-23 26 73 0 0,-1-2 0 0 0,-1-1-1 0 0,-1 0 1 0 0,-1-1 0 0 0,-1 0 0 0 0,0-1 0 0 0,13-33 0 0 0,-19 30 84 0 0,0 0 0 0 0,-1-1-1 0 0,-2 1 1 0 0,0-1 0 0 0,-2 0 0 0 0,-1 0 0 0 0,-4-43 0 0 0,-3 11 375 0 0,-3 0 0 0 0,-21-71-1 0 0,24 112-37 0 0,0 0-1 0 0,-10-19 0 0 0,7 15 235 0 0,9 21-549 0 0,-1 0 0 0 0,1-1 0 0 0,0 1 0 0 0,0 0 1 0 0,0 0-1 0 0,0 0 0 0 0,-1 0 0 0 0,1-1 0 0 0,0 1 0 0 0,0 0 0 0 0,0 0 1 0 0,-1 0-1 0 0,1 0 0 0 0,0 0 0 0 0,0 0 0 0 0,-1 0 0 0 0,1-1 1 0 0,0 1-1 0 0,0 0 0 0 0,-1 0 0 0 0,1 0 0 0 0,0 0 0 0 0,0 0 0 0 0,-1 0 1 0 0,1 0-1 0 0,0 0 0 0 0,0 0 0 0 0,-1 0 0 0 0,1 1 0 0 0,0-1 1 0 0,0 0-1 0 0,-1 0 0 0 0,1 0 0 0 0,0 0 0 0 0,0 0 0 0 0,-1 0 0 0 0,1 0 1 0 0,0 1-1 0 0,0-1 0 0 0,0 0 0 0 0,-1 0 0 0 0,1 0 0 0 0,0 1 0 0 0,0-1 1 0 0,0 0-1 0 0,0 0 0 0 0,0 0 0 0 0,-1 1 0 0 0,1-1 0 0 0,0 0 1 0 0,-3 11 50 0 0,1 0 0 0 0,0 0 0 0 0,1 0 1 0 0,0 1-1 0 0,1-1 0 0 0,1 12 0 0 0,9 74 142 0 0,-6-66-166 0 0,39 214 181 0 0,-8-57-162 0 0,-31-157-130 0 0,0 3-299 0 0,2 0 0 0 0,1-1 0 0 0,17 47-1 0 0,-22-74-502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2:35.8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17 134 5184 0 0,'-13'-11'13160'0'0,"10"4"-5981"0"0,8 1-4428 0 0,9-2-3467 0 0,-14 8 714 0 0,25-11 406 0 0,2 1 1 0 0,47-12-1 0 0,-16 5-416 0 0,-47 14-190 0 0,25-10-314 0 0,-18 0-2712 0 0,-13 1-7262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07.41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0 5885 0 0,'-2'0'7497'0'0,"-12"2"4184"0"0,6 6-10757 0 0,6-6-152 0 0,-2 8 1789 0 0,4-4-2301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08.79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11 696 10797 0 0,'1'9'14444'0'0,"13"-31"-14092"0"0,-1 0 0 0 0,-1 0 1 0 0,-2-1-1 0 0,0-1 0 0 0,-1 0 0 0 0,-1 0 0 0 0,-1 0 1 0 0,-2-1-1 0 0,0 0 0 0 0,1-37 0 0 0,-3 11-226 0 0,-3-1 1 0 0,-3 1-1 0 0,-1-1 0 0 0,-14-63 1 0 0,18 114-122 0 0,-2-10 106 0 0,-1 0 0 0 0,1 0 0 0 0,-2 0 0 0 0,1 0 0 0 0,-7-12-1 0 0,9 21 50 0 0,-3 6-91 0 0,-1 4-40 0 0,0 0 0 0 0,0-1 0 0 0,1 2 0 0 0,0-1 0 0 0,0 0-1 0 0,1 1 1 0 0,0 0 0 0 0,-2 12 0 0 0,-4 26 73 0 0,3 0-1 0 0,2 1 1 0 0,2 62-1 0 0,25 142 119 0 0,-18-218-201 0 0,15 53 0 0 0,-16-74-31 0 0,1 0 0 0 0,0 0 0 0 0,0-1 0 0 0,2 0 0 0 0,-1 0 0 0 0,17 22 0 0 0,-21-31-2 0 0,1-1 0 0 0,-1 1 0 0 0,0 0 0 0 0,1-1 0 0 0,-1 0 0 0 0,1 1 0 0 0,0-1 0 0 0,0 0 0 0 0,0 0 0 0 0,0-1 0 0 0,0 1 0 0 0,0-1 0 0 0,1 1 0 0 0,-1-1 0 0 0,0 0-1 0 0,1 0 1 0 0,-1-1 0 0 0,1 1 0 0 0,-1-1 0 0 0,1 1 0 0 0,-1-1 0 0 0,1 0 0 0 0,-1-1 0 0 0,1 1 0 0 0,-1 0 0 0 0,1-1 0 0 0,-1 0 0 0 0,0 0 0 0 0,1 0 0 0 0,-1 0 0 0 0,0-1 0 0 0,0 1 0 0 0,0-1 0 0 0,1 0 0 0 0,4-4 0 0 0,1 0-49 0 0,-1-1 1 0 0,0-1 0 0 0,0 1 0 0 0,-1-1 0 0 0,0-1 0 0 0,0 1 0 0 0,-1-1 0 0 0,0 0 0 0 0,-1-1 0 0 0,8-17-1 0 0,-7 10 0 0 0,-1 0-1 0 0,0 0 1 0 0,-2-1-1 0 0,0 0 1 0 0,1-22-1 0 0,-4 26 43 0 0,1 0 0 0 0,-2 1 0 0 0,0-1 0 0 0,-1 0-1 0 0,0 0 1 0 0,-1 0 0 0 0,-6-19 0 0 0,8 31 27 0 0,0 0-1 0 0,0 0 1 0 0,0 0 0 0 0,0 0 0 0 0,0 0-1 0 0,0 1 1 0 0,0-1 0 0 0,-1 0 0 0 0,1 1 0 0 0,-1-1-1 0 0,1 1 1 0 0,-1-1 0 0 0,0 1 0 0 0,1 0 0 0 0,-1-1-1 0 0,0 1 1 0 0,0 0 0 0 0,0 0 0 0 0,0 1-1 0 0,0-1 1 0 0,-3-1 0 0 0,4 2 21 0 0,-3 2 9 0 0,0-1-24 0 0,1 1 1 0 0,0 0-1 0 0,-1 0 1 0 0,1 1-1 0 0,0-1 1 0 0,0 0-1 0 0,0 1 1 0 0,0 0-1 0 0,1 0 1 0 0,-1 0-1 0 0,1 0 1 0 0,0 0-1 0 0,0 0 1 0 0,0 1-1 0 0,0-1 1 0 0,0 1-1 0 0,1-1 1 0 0,0 1-1 0 0,0 0 1 0 0,-2 5-1 0 0,2-2-1 0 0,1-1-1 0 0,-1 1 1 0 0,1 0-1 0 0,0 0 0 0 0,1-1 1 0 0,-1 1-1 0 0,1 0 0 0 0,1 0 1 0 0,-1-1-1 0 0,1 1 1 0 0,4 7-1 0 0,-5-11-10 0 0,0 0 0 0 0,1 0 0 0 0,-1-1 0 0 0,1 1 0 0 0,0-1 0 0 0,-1 0 0 0 0,1 1 0 0 0,0-1 0 0 0,1 0 0 0 0,-1 0 0 0 0,0 0-1 0 0,1 0 1 0 0,-1-1 0 0 0,1 1 0 0 0,-1-1 0 0 0,1 1 0 0 0,0-1 0 0 0,0 0 0 0 0,0 0 0 0 0,-1 0 0 0 0,1 0 0 0 0,0-1 0 0 0,0 1 0 0 0,0-1 0 0 0,0 0 0 0 0,0 0 0 0 0,6 0 0 0 0,2-2-9 0 0,-1 0 1 0 0,0 0 0 0 0,1-1 0 0 0,-1-1-1 0 0,0 1 1 0 0,-1-2 0 0 0,1 1-1 0 0,-1-1 1 0 0,0-1 0 0 0,14-10-1 0 0,-11 7-23 0 0,0-1 1 0 0,-1-1-1 0 0,0 0 0 0 0,-1 0 0 0 0,0-1 0 0 0,14-22 0 0 0,-16 18-6 0 0,0-1-1 0 0,0 0 1 0 0,-2-1-1 0 0,0 1 1 0 0,-1-1-1 0 0,-1-1 1 0 0,-1 1-1 0 0,2-26 1 0 0,-2-18 50 0 0,-6-70 0 0 0,3 127-3 0 0,-1-8 123 0 0,1 0 1 0 0,-2 1-1 0 0,1-1 0 0 0,-2 1 1 0 0,0-1-1 0 0,0 1 1 0 0,-6-12-1 0 0,8 22 25 0 0,-9 12 92 0 0,2-5-197 0 0,4 2-6 0 0,-1 1 1 0 0,2-1 0 0 0,-1 1 0 0 0,1 0 0 0 0,0 0 0 0 0,-3 15 0 0 0,2-9-6 0 0,-12 45 92 0 0,4 2 1 0 0,-9 96 0 0 0,8 126 44 0 0,10-180-136 0 0,0-22-31 0 0,4 1 0 0 0,3-1 0 0 0,20 116 0 0 0,-22-188-33 0 0,0 1 1 0 0,0-1 0 0 0,1 0 0 0 0,0 1 0 0 0,0-1 0 0 0,1-1-1 0 0,9 17 1 0 0,-13-25 15 0 0,1 0 0 0 0,-1 1 0 0 0,0-1-1 0 0,1 0 1 0 0,-1 1 0 0 0,0-1 0 0 0,1 0-1 0 0,-1 1 1 0 0,1-1 0 0 0,-1 0 0 0 0,0 1 0 0 0,1-1-1 0 0,-1 0 1 0 0,1 0 0 0 0,-1 0 0 0 0,1 0-1 0 0,-1 1 1 0 0,1-1 0 0 0,-1 0 0 0 0,1 0 0 0 0,-1 0-1 0 0,1 0 1 0 0,-1 0 0 0 0,0 0 0 0 0,1 0-1 0 0,-1 0 1 0 0,1 0 0 0 0,-1 0 0 0 0,1-1 0 0 0,-1 1-1 0 0,1 0 1 0 0,-1 0 0 0 0,1 0 0 0 0,-1-1-1 0 0,1 1 1 0 0,-1 0 0 0 0,0 0 0 0 0,1-1 0 0 0,-1 1-1 0 0,0 0 1 0 0,1-1 0 0 0,-1 1 0 0 0,1-1-1 0 0,0 0-8 0 0,1-1-1 0 0,-1 0 1 0 0,0 0-1 0 0,0 0 1 0 0,0 0 0 0 0,0 0-1 0 0,0 0 1 0 0,0 0-1 0 0,0-2 1 0 0,2-10-30 0 0,-1 0 0 0 0,-1 0 0 0 0,0 0 1 0 0,-1 0-1 0 0,-2-20 0 0 0,-14-74-107 0 0,9 69 82 0 0,-12-40-73 0 0,13 60 18 0 0,1-1 0 0 0,1 1 0 0 0,1-1 0 0 0,0 1 0 0 0,2-1 0 0 0,1-39 0 0 0,2 48 19 0 0,1 0 0 0 0,0 1 0 0 0,0 0 0 0 0,1-1 0 0 0,0 1 0 0 0,1 1 0 0 0,1-1 0 0 0,9-14 0 0 0,9-7-246 0 0,30-30 0 0 0,-5 5 50 0 0,-33 37 272 0 0,-2-1 0 0 0,0 0 0 0 0,-2-1-1 0 0,0 0 1 0 0,-1-1 0 0 0,-1-1 0 0 0,7-24-1 0 0,-13 31 167 0 0,0-1 0 0 0,-1 1-1 0 0,0-1 1 0 0,-1 0-1 0 0,-1 0 1 0 0,-1 0 0 0 0,0 1-1 0 0,-2-1 1 0 0,1 0-1 0 0,-2 0 1 0 0,-5-18 0 0 0,4 22 74 0 0,3 7-48 0 0,0 1-1 0 0,-1 0 1 0 0,1 0-1 0 0,-1-1 1 0 0,0 1-1 0 0,-1 0 1 0 0,1 1-1 0 0,-6-9 1 0 0,7 12 145 0 0,0 3-290 0 0,1-1-1 0 0,0 1 1 0 0,0 0 0 0 0,-1-1 0 0 0,1 1 0 0 0,-1 0 0 0 0,0-1 0 0 0,1 1 0 0 0,-1-1 0 0 0,0 0 0 0 0,-1 3 0 0 0,-3 5 21 0 0,2 7 10 0 0,0 0 1 0 0,1 1 0 0 0,1-1-1 0 0,0 1 1 0 0,2 20-1 0 0,0-14-11 0 0,4 60 59 0 0,32 157 0 0 0,-27-188-137 0 0,-9-45-2 0 0,1 7-175 0 0,1 0 1 0 0,0 1 0 0 0,1-1 0 0 0,1 0 0 0 0,7 16 0 0 0,-6-23-1693 0 0,-2-4-2160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08.9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82 10281 0 0,'-8'-5'9113'0'0,"-4"1"-2181"0"0,33-10-6292 0 0,-2 9-183 0 0,3-3-181 0 0,11 0-176 0 0,-9 2-184 0 0,-2-1-188 0 0,4 0-241 0 0,-5 2-1071 0 0,2-2-3148 0 0,-8 2-1541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09.44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 72 8205 0 0,'-2'-1'6300'0'0,"1"-1"-5527"0"0,-1 1 1 0 0,1 0-1 0 0,-1 0 1 0 0,1 0-1 0 0,-1 0 1 0 0,0 0-1 0 0,0 0 1 0 0,0 0-1 0 0,1 0 1 0 0,-1 1-1 0 0,0-1 1 0 0,-3 0-1 0 0,-29 4 4373 0 0,32-3-5092 0 0,1 0 20 0 0,1 1-1 0 0,-1-1 1 0 0,0 0 0 0 0,0 0-1 0 0,0 1 1 0 0,0-1 0 0 0,0 1-1 0 0,0-1 1 0 0,1 0 0 0 0,-1 1-1 0 0,0 0 1 0 0,0-1 0 0 0,0 1-1 0 0,1-1 1 0 0,-2 2 0 0 0,2-1 348 0 0,25-2-377 0 0,-23 1-46 0 0,-1 0 1 0 0,0 0 0 0 0,1 0-1 0 0,-1-1 1 0 0,0 1-1 0 0,1 0 1 0 0,-1-1 0 0 0,0 1-1 0 0,0-1 1 0 0,1 0 0 0 0,-1 1-1 0 0,0-1 1 0 0,0 0 0 0 0,0 0-1 0 0,0 1 1 0 0,0-1 0 0 0,0 0-1 0 0,0 0 1 0 0,0 0 0 0 0,0 0-1 0 0,0 0 1 0 0,-1-1 0 0 0,1 1-1 0 0,0 0 1 0 0,-1 0 0 0 0,2-3-1 0 0,-2 2-22 0 0,1-1-1 0 0,0 0 1 0 0,-1 1 0 0 0,1-1-1 0 0,-1 0 1 0 0,0 1-1 0 0,0-6 1 0 0,0 7-22 0 0,0 1 1 0 0,1-1 0 0 0,-2 0-1 0 0,1 0 1 0 0,0 0 0 0 0,0 1-1 0 0,0-1 1 0 0,0 0-1 0 0,0 0 1 0 0,-1 1 0 0 0,1-1-1 0 0,0 0 1 0 0,0 0 0 0 0,-1 1-1 0 0,1-1 1 0 0,-1 0-1 0 0,1 1 1 0 0,-1-1 0 0 0,1 0-1 0 0,-1 1 1 0 0,1-1-1 0 0,-1 1 1 0 0,0-1 0 0 0,1 1-1 0 0,-1-1 1 0 0,0 1 0 0 0,1-1-1 0 0,-1 1 1 0 0,-1-1-1 0 0,1 1-735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10.57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1 809 8997 0 0,'0'3'5628'0'0,"0"0"-4023"0"0,0 15 9759 0 0,11-39-11131 0 0,0 0 0 0 0,-2 0 0 0 0,-1-1 0 0 0,-1 0 1 0 0,0-1-1 0 0,3-28 0 0 0,12-147-118 0 0,-18 109 54 0 0,-11-122 0 0 0,4 186 131 0 0,-2 0 0 0 0,-12-40 1 0 0,17 64-287 0 0,0 0 250 0 0,-3 4-190 0 0,0 2-54 0 0,0-1 0 0 0,0 1 0 0 0,0 0-1 0 0,1 0 1 0 0,0 0 0 0 0,0 1 0 0 0,1-1 0 0 0,-3 11-1 0 0,-3 52 106 0 0,5-41-85 0 0,-1 64 145 0 0,4 0 0 0 0,16 113 0 0 0,-15-183-167 0 0,1-1 1 0 0,0 0-1 0 0,2 0 1 0 0,0 0-1 0 0,2 0 1 0 0,13 28-1 0 0,-18-42-20 0 0,1-1 0 0 0,0 0 0 0 0,0 0 0 0 0,1 0 0 0 0,0 0-1 0 0,-1 0 1 0 0,2 0 0 0 0,-1-1 0 0 0,0 0 0 0 0,1 0 0 0 0,0 0 0 0 0,0-1-1 0 0,0 0 1 0 0,0 0 0 0 0,1 0 0 0 0,-1 0 0 0 0,1-1 0 0 0,0 0 0 0 0,-1 0 0 0 0,1 0-1 0 0,0-1 1 0 0,0 0 0 0 0,0 0 0 0 0,0 0 0 0 0,0-1 0 0 0,9-1 0 0 0,-3 0-30 0 0,0-1 0 0 0,0-1 1 0 0,0 0-1 0 0,0-1 0 0 0,0 0 1 0 0,-1-1-1 0 0,0 0 0 0 0,0-1 1 0 0,0 0-1 0 0,0-1 0 0 0,-1 0 1 0 0,-1 0-1 0 0,1-1 0 0 0,-1 0 1 0 0,14-17-1 0 0,-16 17 3 0 0,0 0 0 0 0,-1-1 0 0 0,0 0-1 0 0,0 0 1 0 0,-1-1 0 0 0,0 0 0 0 0,-1 1 0 0 0,0-1 0 0 0,0-1-1 0 0,-1 1 1 0 0,-1-1 0 0 0,0 1 0 0 0,0-1 0 0 0,-1 0 0 0 0,0 1-1 0 0,-1-1 1 0 0,0 0 0 0 0,-3-14 0 0 0,3 20 51 0 0,-1 0 0 0 0,0 0 0 0 0,-1 0 1 0 0,1 0-1 0 0,-1 1 0 0 0,0-1 0 0 0,0 0 0 0 0,0 1 1 0 0,-1-1-1 0 0,0 1 0 0 0,1 0 0 0 0,-2 0 0 0 0,1 0 1 0 0,0 0-1 0 0,-1 1 0 0 0,-5-6 0 0 0,8 9-12 0 0,0-1-1 0 0,0 1 1 0 0,0-1-1 0 0,-1 1 0 0 0,1-1 1 0 0,0 1-1 0 0,0-1 1 0 0,0 1-1 0 0,0 0 1 0 0,0 0-1 0 0,0 0 1 0 0,-1 0-1 0 0,1-1 0 0 0,0 1 1 0 0,0 1-1 0 0,0-1 1 0 0,0 0-1 0 0,-1 0 1 0 0,1 0-1 0 0,0 1 1 0 0,0-1-1 0 0,-1 1 1 0 0,0 0-1 0 0,0 0 1 0 0,0 1 0 0 0,0-1 0 0 0,0 1 0 0 0,0-1-1 0 0,1 1 1 0 0,-1 0 0 0 0,1-1 0 0 0,-1 1 0 0 0,-1 3 0 0 0,0 0 2 0 0,0 1-1 0 0,0-1 1 0 0,1 0 0 0 0,0 1 0 0 0,0 0 0 0 0,0-1 0 0 0,-1 12 0 0 0,2-4 1 0 0,1 0 0 0 0,0 0 1 0 0,1 0-1 0 0,0 0 0 0 0,1 0 0 0 0,4 17 1 0 0,-4-25-18 0 0,-1 0 0 0 0,1 0 1 0 0,0 0-1 0 0,1 0 1 0 0,-1 0-1 0 0,1-1 1 0 0,0 1-1 0 0,0-1 1 0 0,0 0-1 0 0,1 0 1 0 0,-1 0-1 0 0,1 0 1 0 0,0 0-1 0 0,0-1 1 0 0,0 0-1 0 0,1 0 1 0 0,9 5-1 0 0,-9-6-11 0 0,0-1-1 0 0,0 1 0 0 0,0-1 1 0 0,0 0-1 0 0,0-1 0 0 0,1 1 1 0 0,-1-1-1 0 0,0 0 0 0 0,0 0 1 0 0,1-1-1 0 0,-1 1 0 0 0,0-1 1 0 0,0-1-1 0 0,0 1 0 0 0,0-1 1 0 0,7-2-1 0 0,0-2-59 0 0,1 0 0 0 0,-1-1 0 0 0,0 0 0 0 0,19-15 1 0 0,-22 14-5 0 0,0-1 0 0 0,-1 0 1 0 0,0 0-1 0 0,0-1 1 0 0,-1 0-1 0 0,0-1 1 0 0,-1 1-1 0 0,0-1 1 0 0,-1 0-1 0 0,6-16 1 0 0,0-9-273 0 0,14-71-1 0 0,-9-42-225 0 0,-13 106 474 0 0,-2-115 463 0 0,0 157-317 0 0,-1-1 1 0 0,0 1-1 0 0,0 0 1 0 0,0-1-1 0 0,0 1 1 0 0,0-1-1 0 0,0 1 1 0 0,0-1 0 0 0,0 1-1 0 0,0 0 1 0 0,-1-1-1 0 0,1 1 1 0 0,-1 0-1 0 0,1-1 1 0 0,-1 1-1 0 0,1 0 1 0 0,-1 0-1 0 0,0-1 1 0 0,0 1 0 0 0,1 0-1 0 0,-1 0 1 0 0,0 0-1 0 0,0 0 1 0 0,0 0-1 0 0,0 0 1 0 0,-1 0-1 0 0,1 0 1 0 0,-2 0-1 0 0,0 3 157 0 0,-6 15-79 0 0,1-1 0 0 0,1 1 0 0 0,0 1 0 0 0,2-1-1 0 0,0 1 1 0 0,-5 32 0 0 0,5-26-54 0 0,-61 384 567 0 0,55-293-498 0 0,7 181-1 0 0,7-254-122 0 0,1 0 1 0 0,14 55-1 0 0,-18-97-13 0 0,13 41-27 0 0,-12-39 19 0 0,0 0 0 0 0,-1 0-1 0 0,1-1 1 0 0,0 1-1 0 0,0 0 1 0 0,1-1-1 0 0,-1 1 1 0 0,0-1-1 0 0,0 1 1 0 0,1-1-1 0 0,-1 0 1 0 0,1 0-1 0 0,-1 0 1 0 0,1 1-1 0 0,-1-1 1 0 0,1-1 0 0 0,0 1-1 0 0,3 1 1 0 0,-1-4-64 0 0,0-3 43 0 0,0-1 1 0 0,0 1 0 0 0,0-1-1 0 0,-1 0 1 0 0,0 0 0 0 0,0-1 0 0 0,0 1-1 0 0,-1 0 1 0 0,0-1 0 0 0,0 0-1 0 0,-1 1 1 0 0,0-1 0 0 0,0 0-1 0 0,0 0 1 0 0,-1-11 0 0 0,-1-12-54 0 0,0 1 0 0 0,-8-39 1 0 0,-2 14-56 0 0,-27-78 0 0 0,25 93 83 0 0,10 31 38 0 0,1 1 0 0 0,0-1 0 0 0,1 0 0 0 0,-1 1 0 0 0,2-1 0 0 0,-1-12 0 0 0,1 17 6 0 0,1-1 1 0 0,-1 0-1 0 0,1 1 1 0 0,0-1 0 0 0,1 0-1 0 0,-1 1 1 0 0,0-1-1 0 0,1 1 1 0 0,0-1-1 0 0,0 1 1 0 0,0 0-1 0 0,0 0 1 0 0,0 0-1 0 0,1 0 1 0 0,3-3-1 0 0,101-83-343 0 0,-73 63 112 0 0,52-50 0 0 0,-77 66 181 0 0,1-1 0 0 0,-1 0-1 0 0,-1-1 1 0 0,0 0 0 0 0,-1 0-1 0 0,0 0 1 0 0,-1-1 0 0 0,0 0-1 0 0,4-16 1 0 0,-5 10 58 0 0,-1 0 0 0 0,-1-1 1 0 0,0 0-1 0 0,-2 1 0 0 0,-1-39 0 0 0,-1 43 136 0 0,-1 1 0 0 0,0 0 0 0 0,-1 0 0 0 0,0 0 0 0 0,-1 1 0 0 0,-1-1-1 0 0,0 1 1 0 0,-1 0 0 0 0,-9-14 0 0 0,1 9 312 0 0,14 17-429 0 0,-1 1 0 0 0,1-1-1 0 0,0 1 1 0 0,-1-1 0 0 0,1 1 0 0 0,-1-1 0 0 0,1 1-1 0 0,-1-1 1 0 0,1 1 0 0 0,-1 0 0 0 0,1-1 0 0 0,-1 1-1 0 0,1 0 1 0 0,-1-1 0 0 0,1 1 0 0 0,-1 0 0 0 0,0 0-1 0 0,1 0 1 0 0,-1 0 0 0 0,1-1 0 0 0,-1 1 0 0 0,0 0-1 0 0,1 0 1 0 0,-1 0 0 0 0,0 0 0 0 0,1 0 0 0 0,-1 0-1 0 0,1 1 1 0 0,-1-1 0 0 0,0 0 0 0 0,1 0 0 0 0,-1 0-1 0 0,1 0 1 0 0,-1 1 0 0 0,0-1 0 0 0,0 1 0 0 0,-2 3 12 0 0,0 0 0 0 0,1 0 0 0 0,-1 1 0 0 0,1-1 0 0 0,0 1 0 0 0,0 0 0 0 0,0 0 0 0 0,0 0 1 0 0,1 0-1 0 0,0 0 0 0 0,0 0 0 0 0,1 0 0 0 0,-1 9 0 0 0,1 10 42 0 0,4 37-1 0 0,10 34 38 0 0,34 121-1 0 0,24 0-318 0 0,-70-210 179 0 0,-1-3-188 0 0,-1-2 75 0 0,1 1 0 0 0,-1-1 0 0 0,0 1 0 0 0,1-1 0 0 0,-1 0 0 0 0,1 0 0 0 0,0 1 0 0 0,-1-1 0 0 0,1 0 0 0 0,0 0 0 0 0,0 0 0 0 0,0 1 0 0 0,0-1 0 0 0,-1 0 0 0 0,2 0 0 0 0,0 1 0 0 0,0-6-4112 0 0,7-15-2253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10.70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10693 0 0,'0'-1'4702'0'0,"2"-9"1985"0"0,13 5-5751 0 0,1 0-1 0 0,1 0 1 0 0,-1 2-1 0 0,30-3 1 0 0,71 1 446 0 0,-99 4-3643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9:58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10249 0 0,'0'0'16630'0'0,"5"-1"-16030"0"0,142-8 1135 0 0,-12 2-1450 0 0,251-20 24 0 0,-71 6-166 0 0,-150 7 101 0 0,-162 14-194 0 0,44-6-1343 0 0,-46 7 807 0 0,4 0 734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9:59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14 9049 0 0,'-12'-13'22265'0'0,"17"13"-22103"0"0,14 3-15 0 0,6 0 87 0 0,35 9 0 0 0,-53-10-203 0 0,0 0 0 0 0,0 1 0 0 0,0-1 0 0 0,0 2 0 0 0,0-1 0 0 0,-1 1 0 0 0,0 0 1 0 0,0 0-1 0 0,10 9 0 0 0,-15-12-29 0 0,0 1 1 0 0,0-1-1 0 0,0 1 1 0 0,0-1 0 0 0,0 1-1 0 0,0 0 1 0 0,0-1 0 0 0,-1 1-1 0 0,1 0 1 0 0,-1 0-1 0 0,1 0 1 0 0,-1-1 0 0 0,0 1-1 0 0,0 0 1 0 0,1 0 0 0 0,-1 0-1 0 0,-1 0 1 0 0,1-1-1 0 0,0 1 1 0 0,0 0 0 0 0,-1 0-1 0 0,1 0 1 0 0,-1-1 0 0 0,1 1-1 0 0,-1 0 1 0 0,0 0-1 0 0,0-1 1 0 0,0 1 0 0 0,-1 1-1 0 0,-3 5-20 0 0,0 0-1 0 0,-1 0 0 0 0,0-1 1 0 0,-9 8-1 0 0,-48 40-99 0 0,37-34-1517 0 0,0 2-3613 0 0,15-13-1260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23 5641 0 0,'-1'-2'795'0'0,"0"1"1"0"0,-1-1-1 0 0,1 0 1 0 0,0 1-1 0 0,-1-1 1 0 0,1 1-1 0 0,-1 0 1 0 0,0-1-1 0 0,1 1 1 0 0,-1 0-1 0 0,0 0 1 0 0,0 0-1 0 0,0 0 1 0 0,1 0-1 0 0,-1 1 1 0 0,0-1 0 0 0,0 0-1 0 0,-4 0 1 0 0,3 1-320 0 0,0 0 0 0 0,-1 0 0 0 0,1 1 0 0 0,0-1 0 0 0,0 1 0 0 0,-1-1 0 0 0,1 1 0 0 0,0 0 1 0 0,0 0-1 0 0,-5 3 0 0 0,-2 2-112 0 0,0 0 1 0 0,0 0 0 0 0,1 1 0 0 0,0 0 0 0 0,-14 15-1 0 0,4 0-77 0 0,1 2 0 0 0,1 0-1 0 0,1 0 1 0 0,1 1-1 0 0,1 1 1 0 0,1 1 0 0 0,1 0-1 0 0,2 1 1 0 0,-9 37 0 0 0,12-37-183 0 0,1-1 1 0 0,1 1-1 0 0,2 0 1 0 0,1 0-1 0 0,1 0 1 0 0,3 29-1 0 0,-1-43-80 0 0,1 0 0 0 0,1 0 0 0 0,0 1 0 0 0,1-2 0 0 0,0 1 0 0 0,1 0 0 0 0,1-1 0 0 0,0 0 0 0 0,0 0 0 0 0,2-1 0 0 0,-1 0 0 0 0,2 0 0 0 0,17 19 0 0 0,-17-22-41 0 0,-1-2 0 0 0,1 1 0 0 0,1-1 0 0 0,-1-1 0 0 0,1 1 0 0 0,0-2 0 0 0,1 1 0 0 0,20 6 0 0 0,-15-7-118 0 0,1-1 1 0 0,-1-1 0 0 0,1 0-1 0 0,-1-1 1 0 0,25-1 0 0 0,-33-1-58 0 0,-1-1 0 0 0,0 0 0 0 0,1 0 1 0 0,-1 0-1 0 0,13-5 0 0 0,16-8-4691 0 0,-31 11 3624 0 0,19-7-5182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42 5725 0 0,'-3'-4'2998'0'0,"0"-1"0"0"0,0 1 0 0 0,-1 0 1 0 0,0 1-1 0 0,-5-6 0 0 0,-11-3 2065 0 0,19 11-3895 0 0,-3 15-389 0 0,-2 6-422 0 0,10 48 78 0 0,3 0 0 0 0,26 108 0 0 0,-11-61-295 0 0,22 86-327 0 0,-40-190-1027 0 0,-6-19-1778 0 0,-3-16-1207 0 0,-1 1-2241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42 448 19234 0 0,'-7'-70'3968'0'0,"-21"-99"0"0"0,25 157-3692 0 0,2 1 0 0 0,0-1 0 0 0,0 0 0 0 0,1 1 1 0 0,0-1-1 0 0,1 0 0 0 0,4-20 0 0 0,-4 27-230 0 0,0 0 1 0 0,1-1-1 0 0,-1 1 0 0 0,1 0 0 0 0,0 0 0 0 0,1 0 1 0 0,-1 1-1 0 0,1-1 0 0 0,0 0 0 0 0,0 1 1 0 0,0 0-1 0 0,0 0 0 0 0,1 0 0 0 0,0 0 1 0 0,0 0-1 0 0,0 1 0 0 0,0-1 0 0 0,10-4 0 0 0,-13 7-43 0 0,1 0-1 0 0,-1 1 1 0 0,1-1-1 0 0,0 1 1 0 0,-1-1-1 0 0,1 1 1 0 0,0-1-1 0 0,-1 1 0 0 0,1 0 1 0 0,0 0-1 0 0,0 0 1 0 0,-1 0-1 0 0,1 0 1 0 0,0 0-1 0 0,0 1 1 0 0,-1-1-1 0 0,1 0 0 0 0,0 1 1 0 0,-1 0-1 0 0,1-1 1 0 0,-1 1-1 0 0,3 1 1 0 0,-2 0-5 0 0,1 0 0 0 0,0 0 1 0 0,-1 1-1 0 0,0-1 0 0 0,1 1 0 0 0,-1 0 1 0 0,0 0-1 0 0,0-1 0 0 0,-1 1 1 0 0,3 5-1 0 0,2 6-16 0 0,-1 1 0 0 0,-1 0-1 0 0,5 26 1 0 0,-6-17 11 0 0,-1 0 0 0 0,-2 0 0 0 0,0-1 0 0 0,-1 1 0 0 0,-2 0 0 0 0,0 0 0 0 0,-2-1 0 0 0,0 1 0 0 0,-2-1 0 0 0,-16 38 0 0 0,19-42-275 0 0,4-19 271 0 0,0 0 0 0 0,1 1 0 0 0,-1-1 0 0 0,0 1 1 0 0,0-1-1 0 0,0 0 0 0 0,1 1 0 0 0,-1-1 0 0 0,0 0 0 0 0,1 1 1 0 0,-1-1-1 0 0,0 0 0 0 0,1 0 0 0 0,-1 1 0 0 0,0-1 0 0 0,1 0 0 0 0,-1 0 1 0 0,1 1-1 0 0,-1-1 0 0 0,0 0 0 0 0,1 0 0 0 0,-1 0 0 0 0,1 0 1 0 0,-1 0-1 0 0,1 0 0 0 0,0 0 0 0 0,1 1 46 0 0,16-1 271 0 0,-5 6-83 0 0,0 1 0 0 0,0 0-1 0 0,-1 1 1 0 0,0 1-1 0 0,16 14 1 0 0,22 15 42 0 0,-32-25-204 0 0,-14-10-81 0 0,1 1 0 0 0,-1-1 0 0 0,0 0 0 0 0,1 0 0 0 0,0-1 0 0 0,0 1 0 0 0,0-1 0 0 0,0 0-1 0 0,0 0 1 0 0,0-1 0 0 0,7 2 0 0 0,-11-3-35 0 0,3 0-101 0 0,0 0 0 0 0,1 0 0 0 0,-1 0 1 0 0,0 0-1 0 0,0-1 0 0 0,0 1 1 0 0,0-1-1 0 0,0 0 0 0 0,0-1 0 0 0,5-1 1 0 0,10-13-5994 0 0,-10 4-256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58 4756 0 0,'-19'-28'13976'0'0,"16"25"-13011"0"0,0 0 1 0 0,0 0 0 0 0,0 0 0 0 0,-1 0 0 0 0,1 1 0 0 0,-5-3 0 0 0,6 4-783 0 0,0 0 1 0 0,-1 0-1 0 0,1 0 0 0 0,0 0 1 0 0,-1 1-1 0 0,1-1 1 0 0,-1 1-1 0 0,1-1 1 0 0,-1 1-1 0 0,1 0 1 0 0,0 0-1 0 0,-1 0 1 0 0,1 0-1 0 0,-1 0 1 0 0,1 1-1 0 0,-1-1 1 0 0,1 1-1 0 0,0 0 1 0 0,-1-1-1 0 0,1 1 1 0 0,0 0-1 0 0,0 0 1 0 0,-1 1-1 0 0,1-1 1 0 0,0 0-1 0 0,-3 3 1 0 0,0 1-103 0 0,1 0 0 0 0,0-1 1 0 0,-1 2-1 0 0,2-1 0 0 0,-1 0 1 0 0,0 1-1 0 0,1-1 0 0 0,0 1 1 0 0,1 0-1 0 0,-1 0 0 0 0,1 1 1 0 0,0-1-1 0 0,1 0 0 0 0,-1 1 1 0 0,1-1-1 0 0,1 1 0 0 0,-1 8 1 0 0,1 1-36 0 0,0-1 0 0 0,2 1 0 0 0,-1-1 0 0 0,2 0 0 0 0,0 0 0 0 0,7 21 0 0 0,-3-21-26 0 0,-1 0 0 0 0,2 0 0 0 0,0-1-1 0 0,0 0 1 0 0,2 0 0 0 0,0-1 0 0 0,0 0 0 0 0,1-1 0 0 0,24 21 0 0 0,-28-26-18 0 0,1-1 0 0 0,0 0 0 0 0,0-1 0 0 0,0 0 0 0 0,1 0 1 0 0,0 0-1 0 0,0-1 0 0 0,0-1 0 0 0,0 1 0 0 0,0-2 0 0 0,1 1 0 0 0,0-1 1 0 0,-1 0-1 0 0,1-1 0 0 0,0-1 0 0 0,0 1 0 0 0,19-3 0 0 0,-25 1-4 0 0,0 1-1 0 0,1-1 0 0 0,-1-1 0 0 0,0 1 0 0 0,0-1 1 0 0,-1 1-1 0 0,1-1 0 0 0,0 0 0 0 0,0-1 1 0 0,-1 1-1 0 0,0-1 0 0 0,1 1 0 0 0,-1-1 0 0 0,0 0 1 0 0,0 0-1 0 0,0 0 0 0 0,-1-1 0 0 0,1 1 1 0 0,-1-1-1 0 0,3-5 0 0 0,-2 2 1 0 0,-1 1 1 0 0,0-1-1 0 0,0 1 1 0 0,-1-1-1 0 0,0 0 1 0 0,0 1-1 0 0,0-1 0 0 0,-1 0 1 0 0,0 0-1 0 0,-1 0 1 0 0,1 1-1 0 0,-3-10 1 0 0,-1 0 6 0 0,0-1 1 0 0,-2 1-1 0 0,0 0 0 0 0,-1 0 1 0 0,0 1-1 0 0,-1 0 1 0 0,-1 0-1 0 0,0 1 1 0 0,-17-19-1 0 0,19 24-3 0 0,0 2 0 0 0,-1-1 1 0 0,0 1-1 0 0,0 0 0 0 0,-1 1 0 0 0,0 0 0 0 0,-11-5 0 0 0,14 8-8 0 0,0 0 1 0 0,0 1-1 0 0,-1 0 0 0 0,1 0 1 0 0,0 1-1 0 0,-1-1 1 0 0,0 1-1 0 0,1 1 0 0 0,-1-1 1 0 0,1 1-1 0 0,-1 1 0 0 0,-8 0 1 0 0,11 0-21 0 0,-1 0-1 0 0,1 1 1 0 0,0-1 0 0 0,0 1 0 0 0,0 0 0 0 0,1 0 0 0 0,-1 0 0 0 0,0 0 0 0 0,1 1 0 0 0,-1-1-1 0 0,1 1 1 0 0,0 0 0 0 0,0 0 0 0 0,-5 5 0 0 0,-11 23-1523 0 0,8 2-3566 0 0,7-10-1389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110 123 7801 0 0,'24'-36'9709'0'0,"6"-20"-3359"0"0,-29 55-6202 0 0,-1 0 0 0 0,1 0 0 0 0,-1 1 0 0 0,1-1 0 0 0,-1 0 0 0 0,0 0 0 0 0,1 0 0 0 0,-1 0 0 0 0,0 0 0 0 0,0 0 0 0 0,0 0 0 0 0,1 0 0 0 0,-1 1 0 0 0,0-1 0 0 0,0 0 0 0 0,0 0 0 0 0,-1 0 0 0 0,1 0 0 0 0,0 0 0 0 0,0 0 0 0 0,0 0 0 0 0,-1 0 0 0 0,1 0 0 0 0,0 0 0 0 0,-1 0 0 0 0,0-1 0 0 0,0 1-50 0 0,-1 1 1 0 0,1-1-1 0 0,0 1 0 0 0,0-1 1 0 0,0 1-1 0 0,-1-1 1 0 0,1 1-1 0 0,0 0 1 0 0,-1 0-1 0 0,1-1 1 0 0,0 1-1 0 0,0 0 0 0 0,-1 0 1 0 0,1 0-1 0 0,0 0 1 0 0,-3 1-1 0 0,-3 1 62 0 0,-1-1-1 0 0,1 1 1 0 0,-1 1 0 0 0,1-1-1 0 0,-11 6 1 0 0,11-3-46 0 0,-5 2 91 0 0,0 0-1 0 0,-15 13 1 0 0,24-18-181 0 0,1 0 0 0 0,0 0-1 0 0,0 0 1 0 0,0 0 0 0 0,0 0 0 0 0,0 0 0 0 0,1 1 0 0 0,-1-1 0 0 0,1 1-1 0 0,-1-1 1 0 0,1 1 0 0 0,0-1 0 0 0,0 1 0 0 0,0 0 0 0 0,1 0 0 0 0,-1 0-1 0 0,0 4 1 0 0,1-4-21 0 0,1 0 0 0 0,0 0 0 0 0,-1 0 0 0 0,1 0 0 0 0,0 0 0 0 0,0 0 0 0 0,1-1 0 0 0,-1 1 0 0 0,1-1 0 0 0,-1 1 0 0 0,1-1 0 0 0,0 1 0 0 0,0-1 0 0 0,0 0 0 0 0,0 0 0 0 0,2 2 0 0 0,40 29-24 0 0,-43-32 21 0 0,131 73-30 0 0,-52-31 87 0 0,-75-41-37 0 0,-1 1-1 0 0,1 0 1 0 0,-1 0 0 0 0,0 0 0 0 0,0 1-1 0 0,0-1 1 0 0,-1 1 0 0 0,1 0-1 0 0,-1 0 1 0 0,0 1 0 0 0,0-1 0 0 0,-1 0-1 0 0,5 10 1 0 0,-6-12-6 0 0,0 1 0 0 0,-1 0 0 0 0,1 0 0 0 0,0 0 0 0 0,-1 0 0 0 0,0 0 0 0 0,0 0 0 0 0,0 0 0 0 0,0 0 0 0 0,0 0 0 0 0,-1 0 0 0 0,1 0 0 0 0,-1 0 0 0 0,0 0 0 0 0,0 0 0 0 0,0 0 0 0 0,0 0 0 0 0,0-1 0 0 0,-1 1 0 0 0,1 0 0 0 0,-1-1 1 0 0,0 1-1 0 0,0-1 0 0 0,0 0 0 0 0,-3 3 0 0 0,-4 3-13 0 0,-2 0 0 0 0,1-1 0 0 0,-1 0 0 0 0,0-1 1 0 0,-1 0-1 0 0,1-1 0 0 0,-1-1 0 0 0,0 1 0 0 0,0-2 1 0 0,0 0-1 0 0,-1 0 0 0 0,1-1 0 0 0,-1-1 0 0 0,-15 0 1 0 0,24-1-29 0 0,0 0 0 0 0,-1 0 1 0 0,1 0-1 0 0,0-1 0 0 0,0 0 1 0 0,0 0-1 0 0,0 0 0 0 0,0-1 1 0 0,0 1-1 0 0,0-1 0 0 0,0 0 1 0 0,0 0-1 0 0,0 0 0 0 0,-5-5 1 0 0,7 5-166 0 0,0 0-1 0 0,0 0 1 0 0,0 0 0 0 0,1-1 0 0 0,-1 1 0 0 0,0 0-1 0 0,1-1 1 0 0,0 1 0 0 0,-2-5 0 0 0,2 4-508 0 0,0-1-1 0 0,0 1 1 0 0,1 0 0 0 0,-1-1 0 0 0,1 1 0 0 0,0-1 0 0 0,0 1 0 0 0,1-7 0 0 0,1-5-5727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57 5004 0 0,'4'-4'2013'0'0,"0"0"-1"0"0,-1-1 0 0 0,0 1 0 0 0,0-1 0 0 0,-1 0 0 0 0,1 0 0 0 0,-1 0 0 0 0,0 0 1 0 0,2-10 2758 0 0,-9 17-4112 0 0,-2 1-479 0 0,1 0 0 0 0,-1 1-1 0 0,1 0 1 0 0,0 0 0 0 0,0 0 0 0 0,1 1 0 0 0,-1-1-1 0 0,1 1 1 0 0,0 1 0 0 0,0-1 0 0 0,-7 12 0 0 0,10-15-159 0 0,0 2 0 0 0,0-1 0 0 0,0 0 0 0 0,1 0 0 0 0,0 0 0 0 0,-1 1 0 0 0,1-1 0 0 0,0 1 1 0 0,0-1-1 0 0,1 1 0 0 0,-1 0 0 0 0,1-1 0 0 0,0 1 0 0 0,0-1 0 0 0,0 1 0 0 0,0 0 1 0 0,1-1-1 0 0,-1 1 0 0 0,1-1 0 0 0,0 1 0 0 0,0-1 0 0 0,0 1 0 0 0,1-1 0 0 0,-1 0 1 0 0,1 0-1 0 0,0 1 0 0 0,3 3 0 0 0,18 20 9 0 0,2-2 0 0 0,0-1 1 0 0,2-1-1 0 0,57 38 0 0 0,25 21 338 0 0,-106-80-345 0 0,-1 1 1 0 0,1 0-1 0 0,-1-1 1 0 0,1 1 0 0 0,-1 0-1 0 0,0 0 1 0 0,0 0-1 0 0,0 1 1 0 0,0-1-1 0 0,-1 0 1 0 0,0 1 0 0 0,1-1-1 0 0,-1 1 1 0 0,0-1-1 0 0,0 6 1 0 0,-1-8-17 0 0,0 1 1 0 0,0 0-1 0 0,0 0 0 0 0,0-1 0 0 0,-1 1 1 0 0,1 0-1 0 0,0-1 0 0 0,-1 1 0 0 0,0-1 1 0 0,1 1-1 0 0,-1 0 0 0 0,0-1 1 0 0,0 0-1 0 0,0 1 0 0 0,0-1 0 0 0,0 1 1 0 0,0-1-1 0 0,0 0 0 0 0,0 0 1 0 0,-1 0-1 0 0,1 1 0 0 0,0-1 0 0 0,-1 0 1 0 0,1-1-1 0 0,-1 1 0 0 0,1 0 1 0 0,-1 0-1 0 0,1-1 0 0 0,-1 1 0 0 0,1-1 1 0 0,-1 1-1 0 0,-2 0 0 0 0,-6 1 2 0 0,0 0 0 0 0,1-1 1 0 0,-21 1-1 0 0,21-2 6 0 0,-1 0 1 0 0,0-1 0 0 0,1-1 0 0 0,-1 1 0 0 0,1-1-1 0 0,0-1 1 0 0,0 0 0 0 0,-1 0 0 0 0,2-1 0 0 0,-16-8-1 0 0,18 8-263 0 0,1 0-1 0 0,-1 0 0 0 0,1 0 0 0 0,0-1 0 0 0,0 0 1 0 0,-8-9-1 0 0,10 9-489 0 0,0 0 1 0 0,0 1-1 0 0,1-1 0 0 0,-1 0 1 0 0,1 0-1 0 0,0 0 0 0 0,1 0 1 0 0,-1-1-1 0 0,0-6 0 0 0,1-3-5669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17 8149 0 0,'-3'-17'16741'0'0,"3"17"-16602"0"0,0 0 0 0 0,0 0 0 0 0,0 0 0 0 0,-1 0 0 0 0,1 0 0 0 0,0 0 0 0 0,0 0 0 0 0,0 0 0 0 0,-1 0 0 0 0,1 0-1 0 0,0 0 1 0 0,0 0 0 0 0,0 0 0 0 0,-1 0 0 0 0,1 1 0 0 0,0-1 0 0 0,0 0 0 0 0,0 0 0 0 0,0 0 0 0 0,-1 0 0 0 0,1 0 0 0 0,0 0-1 0 0,0 0 1 0 0,0 1 0 0 0,0-1 0 0 0,-1 0 0 0 0,1 0 0 0 0,0 0 0 0 0,0 0 0 0 0,0 1 0 0 0,0-1 0 0 0,0 0 0 0 0,0 0 0 0 0,0 0-1 0 0,-1 0 1 0 0,1 1 0 0 0,0-1 0 0 0,0 0 0 0 0,0 1 0 0 0,-1 2-82 0 0,0 0 0 0 0,0 0 0 0 0,0 0 0 0 0,0 0 0 0 0,0 0 0 0 0,0 1-1 0 0,1-1 1 0 0,0 0 0 0 0,0 6 0 0 0,8 70 363 0 0,4-1 1 0 0,37 133-1 0 0,-49-207-632 0 0,1 0 0 0 0,1 1 0 0 0,-1-1 0 0 0,1 0 0 0 0,0 0 0 0 0,-1-1 0 0 0,2 1 0 0 0,-1 0 0 0 0,0 0 0 0 0,1-1 0 0 0,0 0 0 0 0,3 4 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26 1488 0 0,'-1'-5'13427'0'0,"-5"-15"-2120"0"0,5 20-11186 0 0,1 0-1 0 0,0 0 1 0 0,-1 0 0 0 0,1 0 0 0 0,-1 0 0 0 0,1 0 0 0 0,-1 0 0 0 0,1 0-1 0 0,-1 0 1 0 0,1 0 0 0 0,-1 0 0 0 0,1 0 0 0 0,-1 0 0 0 0,1 0 0 0 0,-1 0-1 0 0,1 1 1 0 0,-1-1 0 0 0,1 0 0 0 0,-1 0 0 0 0,1 1 0 0 0,0-1 0 0 0,-1 0-1 0 0,1 0 1 0 0,0 1 0 0 0,-1-1 0 0 0,1 1 0 0 0,-1-1 0 0 0,-6 18 1061 0 0,1 27-931 0 0,6-38 113 0 0,-3 37-189 0 0,1 1 0 0 0,3-1 0 0 0,2 1 0 0 0,2-1 0 0 0,1 0 0 0 0,17 59 0 0 0,-3-46-458 0 0,-19-56 90 0 0,-2-9-7167 0 0,-5-32 870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2 136 676 0 0,'1'-34'12374'0'0,"0"-3"-4398"0"0,-3 5-3578 0 0,1 31-4245 0 0,1 0 0 0 0,0-1 0 0 0,0 1 0 0 0,-1 0 0 0 0,1 0 0 0 0,0-1 1 0 0,0 1-1 0 0,0 0 0 0 0,0 0 0 0 0,1-1 0 0 0,-1 1 0 0 0,0 0 0 0 0,0 0 1 0 0,1 0-1 0 0,-1-1 0 0 0,1 1 0 0 0,-1 0 0 0 0,1 0 0 0 0,1-2 0 0 0,-1 2-71 0 0,0 1 0 0 0,-1-1-1 0 0,1 0 1 0 0,0 1 0 0 0,0-1-1 0 0,0 1 1 0 0,0 0 0 0 0,0-1-1 0 0,0 1 1 0 0,0 0 0 0 0,0-1-1 0 0,0 1 1 0 0,0 0 0 0 0,0 0-1 0 0,0 0 1 0 0,0 0 0 0 0,0 0-1 0 0,2 0 1 0 0,1 1 11 0 0,0 0 1 0 0,0 0-1 0 0,0 0 1 0 0,0 0-1 0 0,0 0 1 0 0,-1 1-1 0 0,1 0 1 0 0,-1 0-1 0 0,1 0 1 0 0,5 4-1 0 0,5 9 68 0 0,-1-1-1 0 0,-1 1 1 0 0,0 1-1 0 0,10 19 1 0 0,2 2 16 0 0,4 2-23 0 0,62 88 94 0 0,-62-98-1160 0 0,-27-31 808 0 0,1 0 1 0 0,-1 1 0 0 0,0-1 0 0 0,0 0-1 0 0,0 0 1 0 0,0 0 0 0 0,0 1 0 0 0,0-1 0 0 0,0 0-1 0 0,-1 0 1 0 0,1 0 0 0 0,-1 0 0 0 0,0-1 0 0 0,1 1-1 0 0,-1-3 1 0 0,-4-32-4124 0 0,3 27 2118 0 0,-3-15-4305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41 186 22354 0 0,'-4'-35'866'0'0,"-12"-42"1"0"0,-4 5 3939 0 0,20 70-2615 0 0,3 10-1951 0 0,13 37 9 0 0,-2 2 1 0 0,-2-1 0 0 0,-2 1 0 0 0,7 89-1 0 0,-15-106-223 0 0,0-21-77 0 0,-1 1-1 0 0,-1 0 1 0 0,0 0-1 0 0,0-1 1 0 0,-2 11-1 0 0,-4-14 84 0 0,3-5-1148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18 9313 0 0,'0'-3'5388'0'0,"0"3"-4935"0"0,0-1 1 0 0,0 1 0 0 0,0-1 0 0 0,0 0 0 0 0,0 1 0 0 0,-1-1-1 0 0,1 1 1 0 0,0-1 0 0 0,0 1 0 0 0,0-1 0 0 0,0 0-1 0 0,-1 1 1 0 0,1-1 0 0 0,0 1 0 0 0,-1-1 0 0 0,1 1-1 0 0,0 0 1 0 0,-1-1 0 0 0,1 1 0 0 0,-1-1 0 0 0,1 1 0 0 0,-1 0-1 0 0,1-1 1 0 0,-1 1 0 0 0,0-1 0 0 0,-5 0-562 0 0,3 0 1176 0 0,-1 4-193 0 0,-6 7-548 0 0,0 0 0 0 0,0 1 0 0 0,1 0 0 0 0,1 1 1 0 0,0-1-1 0 0,0 2 0 0 0,1-1 0 0 0,-8 20 0 0 0,5-8-189 0 0,1 1 1 0 0,1 0-1 0 0,1 0 0 0 0,-3 26 0 0 0,7-33-107 0 0,1 0 0 0 0,1 0 0 0 0,1 1 0 0 0,0-1 0 0 0,1 0 0 0 0,1 0 0 0 0,1 0 0 0 0,1 0 0 0 0,0-1 0 0 0,1 1 0 0 0,12 25 0 0 0,-13-37-40 0 0,1 1 0 0 0,0 0 0 0 0,0-1-1 0 0,0 0 1 0 0,1 0 0 0 0,0-1 0 0 0,0 0 0 0 0,0 0-1 0 0,1 0 1 0 0,0-1 0 0 0,0 0 0 0 0,0 0 0 0 0,0 0-1 0 0,1-1 1 0 0,0-1 0 0 0,15 5 0 0 0,-18-6-23 0 0,1 1 0 0 0,-1-1 0 0 0,1 0-1 0 0,-1-1 1 0 0,1 1 0 0 0,0-1 0 0 0,-1 0 0 0 0,1 0 0 0 0,0-1 0 0 0,-1 0 0 0 0,1 0 0 0 0,-1 0 0 0 0,1-1 0 0 0,-1 0-1 0 0,1 0 1 0 0,-1 0 0 0 0,0 0 0 0 0,0-1 0 0 0,0 0 0 0 0,0 0 0 0 0,-1 0 0 0 0,1-1 0 0 0,-1 0 0 0 0,7-7 0 0 0,-9 7 7 0 0,1 0 1 0 0,-1-1-1 0 0,0 1 1 0 0,0-1-1 0 0,0 0 1 0 0,0 1-1 0 0,-1-1 1 0 0,0 0-1 0 0,0 0 1 0 0,0 0-1 0 0,-1 0 1 0 0,0 0-1 0 0,0 0 1 0 0,0 0-1 0 0,0 0 1 0 0,-1 0-1 0 0,0 0 1 0 0,0 0-1 0 0,0 0 1 0 0,-1 0 0 0 0,0 0-1 0 0,-2-4 1 0 0,-5-12-7 0 0,-2 0 1 0 0,0 1 0 0 0,-20-26-1 0 0,30 44 27 0 0,-25-31-19 0 0,17 23-18 0 0,2 0 0 0 0,-14-20-1 0 0,21 29 13 0 0,0 1-1 0 0,-1-1 1 0 0,1 1-1 0 0,0-1 1 0 0,0 1-1 0 0,-1-1 1 0 0,1 0-1 0 0,0 1 1 0 0,0-1-1 0 0,0 1 1 0 0,0-1-1 0 0,0 1 1 0 0,0-1-1 0 0,0 0 1 0 0,0 1-1 0 0,0-1 1 0 0,0 1 0 0 0,0-1-1 0 0,0 1 1 0 0,0-1-1 0 0,0 0 1 0 0,1 1-1 0 0,-1-1 1 0 0,0 1-1 0 0,0-1 1 0 0,1 1-1 0 0,-1-2 1 0 0,1 2-20 0 0,1-1 0 0 0,-1 0 0 0 0,0 0 0 0 0,0 1 0 0 0,0-1 0 0 0,0 0 0 0 0,0 1 0 0 0,1-1 0 0 0,-1 1 0 0 0,0-1 0 0 0,1 1 0 0 0,0 0 0 0 0,44-2-706 0 0,-37 2 645 0 0,51-5 554 0 0,-59 4-106 0 0,0 1-280 0 0,0 0 1 0 0,0 0 0 0 0,-1 0 0 0 0,1 0 0 0 0,0 0-1 0 0,0 0 1 0 0,0 0 0 0 0,-1 0 0 0 0,1 1 0 0 0,0-1-1 0 0,0 0 1 0 0,0 0 0 0 0,-1 1 0 0 0,1-1 0 0 0,0 0-1 0 0,-1 1 1 0 0,1-1 0 0 0,0 1 0 0 0,-1-1 0 0 0,1 1-1 0 0,0-1 1 0 0,-1 1 0 0 0,1 0 0 0 0,-1-1 0 0 0,1 1-1 0 0,-1-1 1 0 0,0 1 0 0 0,1 0 0 0 0,-1 0 0 0 0,1 1-1 0 0,-2 68 214 0 0,0-12 146 0 0,2 1-1 0 0,2-1 1 0 0,13 68-1 0 0,20 58-417 0 0,-35-181-94 0 0,0-1 0 0 0,-1 1-1 0 0,1-1 1 0 0,-1 1 0 0 0,0 0 0 0 0,1-1 0 0 0,-1 1-1 0 0,-1-1 1 0 0,1 1 0 0 0,0 0 0 0 0,0-1 0 0 0,-1 1-1 0 0,0 0 1 0 0,1-1 0 0 0,-1 1 0 0 0,0-1-1 0 0,0 0 1 0 0,-1 1 0 0 0,-1 2 0 0 0,-11-1-10323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30 4692 0 0,'-1'0'10827'0'0,"-12"0"-2522"0"0,12 1-8232 0 0,1-1 0 0 0,-1 0 0 0 0,0 0 1 0 0,0 0-1 0 0,0 0 0 0 0,0 0 0 0 0,1-1 0 0 0,-1 1 0 0 0,0 0 0 0 0,0 0 0 0 0,0 0 0 0 0,1-1 0 0 0,-1 1 0 0 0,0 0 0 0 0,0-1 1 0 0,1 1-1 0 0,-1-1 0 0 0,0 1 0 0 0,1-1 0 0 0,-1 1 0 0 0,0-1 0 0 0,1 1 0 0 0,-1-1 0 0 0,1 0 0 0 0,-1 1 0 0 0,1-1 0 0 0,-1 0 1 0 0,1 1-1 0 0,0-1 0 0 0,-1 0 0 0 0,1 0 0 0 0,0 1 0 0 0,-1-3 0 0 0,-32-9 1469 0 0,32 11-1517 0 0,-1 1 0 0 0,1 0 0 0 0,-1 0 0 0 0,1 0 1 0 0,-1 0-1 0 0,1 1 0 0 0,-1-1 0 0 0,1 0 0 0 0,-1 0 1 0 0,1 1-1 0 0,-1-1 0 0 0,1 1 0 0 0,-1 0 1 0 0,1-1-1 0 0,0 1 0 0 0,-1 0 0 0 0,1 0 0 0 0,0 0 1 0 0,0 0-1 0 0,0 0 0 0 0,-1 0 0 0 0,1 0 0 0 0,0 0 1 0 0,0 0-1 0 0,1 0 0 0 0,-2 2 0 0 0,1-1-2 0 0,-9 11-166 0 0,12-35 192 0 0,-2 21-42 0 0,0 1 1 0 0,0 0-1 0 0,0-1 1 0 0,0 1-1 0 0,0-1 1 0 0,0 1-1 0 0,0-1 1 0 0,0 1-1 0 0,-1-1 0 0 0,1 1 1 0 0,0-1-1 0 0,0 1 1 0 0,0 0-1 0 0,-1-1 1 0 0,1 1-1 0 0,0-1 1 0 0,0 1-1 0 0,-1 0 0 0 0,1-1 1 0 0,0 1-1 0 0,-1 0 1 0 0,1-1-1 0 0,0 1 1 0 0,-1 0-1 0 0,1 0 1 0 0,-1-1-1 0 0,1 1 1 0 0,0 0-1 0 0,-1 0 0 0 0,1 0 1 0 0,-1-1-1 0 0,1 1 1 0 0,-1 0-1 0 0,-15 0 229 0 0,5 2-148 0 0,0 1 1 0 0,1 1-1 0 0,0 0 1 0 0,0 0 0 0 0,0 1-1 0 0,-17 11 1 0 0,2 1 140 0 0,-32 28 0 0 0,48-37-195 0 0,0 0 0 0 0,1 1 0 0 0,0 0 0 0 0,0 1 0 0 0,1 0 0 0 0,0 0 0 0 0,1 0 0 0 0,0 1 0 0 0,1 0 0 0 0,0 0 0 0 0,0 0 0 0 0,2 1 0 0 0,-1 0 0 0 0,1 0 0 0 0,1-1 0 0 0,0 1 0 0 0,1 1 0 0 0,0-1 0 0 0,1 0 0 0 0,0 0 0 0 0,1 0 0 0 0,0 0 0 0 0,6 21 0 0 0,-1-11-51 0 0,0-1 1 0 0,2 1-1 0 0,1-1 1 0 0,0-1-1 0 0,2 1 1 0 0,0-2-1 0 0,1 1 1 0 0,1-2 0 0 0,1 0-1 0 0,1 0 1 0 0,0-1-1 0 0,1-1 1 0 0,27 21-1 0 0,130 73-210 0 0,-130-85 187 0 0,-1 1 0 0 0,75 62-1 0 0,-105-77 42 0 0,0 0 0 0 0,-1 1 1 0 0,0 1-1 0 0,-1 0 0 0 0,-1 0 0 0 0,0 1 0 0 0,0 0 1 0 0,8 21-1 0 0,-12-23 19 0 0,-1 0 0 0 0,0 0 0 0 0,-1 0 0 0 0,0 1 0 0 0,-1 0 0 0 0,-1-1 1 0 0,0 1-1 0 0,0 0 0 0 0,-1 0 0 0 0,-1 0 0 0 0,-3 15 0 0 0,2-17 16 0 0,0 0-1 0 0,-1-1 0 0 0,-1 1 1 0 0,0 0-1 0 0,0-1 0 0 0,-1 0 1 0 0,0 0-1 0 0,-1 0 0 0 0,0-1 1 0 0,0 0-1 0 0,-1 0 1 0 0,-10 9-1 0 0,11-12-13 0 0,0-1 0 0 0,0 1 0 0 0,-1-2 0 0 0,0 1 0 0 0,0-1 0 0 0,-1 0 1 0 0,1 0-1 0 0,-1-1 0 0 0,0 0 0 0 0,0 0 0 0 0,0-1 0 0 0,0 0 0 0 0,0 0 0 0 0,0-1 0 0 0,-1 0 0 0 0,1-1 0 0 0,-11 0 1 0 0,11-1-23 0 0,-1 0 1 0 0,1-1 0 0 0,-1 0 0 0 0,1 0-1 0 0,0-1 1 0 0,0 0 0 0 0,0-1 0 0 0,0 0-1 0 0,1 0 1 0 0,0 0 0 0 0,-1-1 0 0 0,2 0 0 0 0,-1-1-1 0 0,0 1 1 0 0,1-1 0 0 0,0-1 0 0 0,1 1-1 0 0,-1-1 1 0 0,1 0 0 0 0,-5-9 0 0 0,6 9-63 0 0,-1-1 1 0 0,2 0-1 0 0,-1 1 1 0 0,1-1 0 0 0,0-1-1 0 0,1 1 1 0 0,0 0-1 0 0,0 0 1 0 0,0-1-1 0 0,1 0 1 0 0,1 1-1 0 0,0-1 1 0 0,0 1 0 0 0,0-1-1 0 0,1 1 1 0 0,0-1-1 0 0,1 1 1 0 0,0-1-1 0 0,0 1 1 0 0,6-12-1 0 0,-7 17 1 0 0,1-1 1 0 0,0 1-1 0 0,-1 0 0 0 0,1-1 0 0 0,1 1 0 0 0,-1 0 0 0 0,0 1 0 0 0,1-1 0 0 0,-1 0 0 0 0,1 1 0 0 0,0-1 0 0 0,0 1 0 0 0,0 0 0 0 0,0 0 0 0 0,0 0 0 0 0,1 0 0 0 0,-1 1 0 0 0,1-1 0 0 0,-1 1 0 0 0,1 0 0 0 0,-1 0 0 0 0,1 0 0 0 0,0 1 1 0 0,-1-1-1 0 0,1 1 0 0 0,0 0 0 0 0,-1 0 0 0 0,1 0 0 0 0,0 0 0 0 0,0 1 0 0 0,-1-1 0 0 0,1 1 0 0 0,0 0 0 0 0,-1 0 0 0 0,1 0 0 0 0,-1 1 0 0 0,5 2 0 0 0,6 4-478 0 0,11 6-1905 0 0,-10-5-2438 0 0,-2-1-1075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9261 0 0,'1'1'11045'0'0,"0"5"-5596"0"0,7 42-4078 0 0,-7-38-1139 0 0,42 393 3942 0 0,-16-176-3696 0 0,-27-222-928 0 0,3 16 594 0 0,-3-14-6965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10825 0 0,'0'0'8116'0'0,"-5"3"-5518"0"0,0 0-2103 0 0,0 0 1 0 0,0 0-1 0 0,1 1 0 0 0,0-1 0 0 0,-1 1 0 0 0,1 0 1 0 0,1 0-1 0 0,-1 1 0 0 0,-5 9 0 0 0,-5 9 409 0 0,2 1 0 0 0,1 1 0 0 0,-14 48 0 0 0,-9 83 143 0 0,31-142-993 0 0,2 1 0 0 0,-1 0 0 0 0,2 0-1 0 0,0 0 1 0 0,1 0 0 0 0,0 0 0 0 0,6 26 0 0 0,-5-35-72 0 0,-1-1-1 0 0,1 1 0 0 0,1 0 1 0 0,-1 0-1 0 0,1-1 0 0 0,0 0 1 0 0,0 1-1 0 0,0-1 1 0 0,1 0-1 0 0,0-1 0 0 0,0 1 1 0 0,0-1-1 0 0,1 1 0 0 0,-1-1 1 0 0,1 0-1 0 0,0-1 0 0 0,0 1 1 0 0,0-1-1 0 0,1 0 0 0 0,-1-1 1 0 0,9 4-1 0 0,1-2-73 0 0,1-1 1 0 0,0-1-1 0 0,1 0 0 0 0,-1-1 0 0 0,0 0 1 0 0,0-2-1 0 0,0 0 0 0 0,0-1 1 0 0,1 0-1 0 0,-2-1 0 0 0,1-1 1 0 0,0-1-1 0 0,26-11 0 0 0,-36 13 41 0 0,-1 1 0 0 0,0-1 0 0 0,0 0 0 0 0,-1 0 0 0 0,1-1 0 0 0,-1 1 0 0 0,0-1 0 0 0,1 0 0 0 0,-2-1 0 0 0,1 1 0 0 0,5-8 0 0 0,-8 10 37 0 0,0-1 1 0 0,0 0-1 0 0,1 0 1 0 0,-2 0-1 0 0,1 0 1 0 0,0 0-1 0 0,-1 0 1 0 0,1 0-1 0 0,-1 0 1 0 0,0 0-1 0 0,0 0 1 0 0,0 0-1 0 0,0 0 1 0 0,-1 0-1 0 0,1 0 1 0 0,-1 0-1 0 0,0 0 1 0 0,0 1-1 0 0,0-1 1 0 0,0 0-1 0 0,0 0 0 0 0,-3-4 1 0 0,-1 0 55 0 0,0-1 1 0 0,0 1-1 0 0,-1 0 1 0 0,0 1-1 0 0,0-1 1 0 0,-1 1-1 0 0,0 1 1 0 0,0-1-1 0 0,0 1 1 0 0,-1 0-1 0 0,0 1 0 0 0,0-1 1 0 0,0 2-1 0 0,0-1 1 0 0,0 1-1 0 0,-1 0 1 0 0,0 1-1 0 0,-10-2 1 0 0,18 4-121 0 0,9 0-2083 0 0,46-3 1129 0 0,56-10 0 0 0,-109 12 1013 0 0,36-2 634 0 0,-36 3-531 0 0,0 0-1 0 0,1 0 0 0 0,-1 1 1 0 0,0-1-1 0 0,0 0 1 0 0,1 0-1 0 0,-1 1 0 0 0,0-1 1 0 0,0 1-1 0 0,0-1 0 0 0,1 1 1 0 0,-1-1-1 0 0,0 1 0 0 0,0 0 1 0 0,0 0-1 0 0,0-1 1 0 0,0 1-1 0 0,0 0 0 0 0,0 0 1 0 0,-1 0-1 0 0,1 0 0 0 0,0 0 1 0 0,0 0-1 0 0,-1 0 0 0 0,1 0 1 0 0,0 1-1 0 0,-1-1 1 0 0,1 1-1 0 0,4 25 498 0 0,-2 0 0 0 0,-1-1 0 0 0,0 32 0 0 0,1 34-5 0 0,50 298-40 0 0,-53-387-551 0 0,1 1-499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93 9453 0 0,'0'0'7069'0'0,"-2"2"-4829"0"0,0-1-1946 0 0,1 1-1 0 0,-1 0 0 0 0,1 0 1 0 0,-1 0-1 0 0,1 0 0 0 0,0 0 0 0 0,0 0 1 0 0,0 0-1 0 0,0 0 0 0 0,0 0 0 0 0,1 0 1 0 0,-1 1-1 0 0,1-1 0 0 0,-1 0 1 0 0,1 1-1 0 0,0-1 0 0 0,0 0 0 0 0,0 4 1 0 0,3 54 1324 0 0,-2-48-1145 0 0,24 415 3664 0 0,-22-301-3612 0 0,-3-126-544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0,-1 0 0 0 0,1 0 1 0 0,0 0-1 0 0,0 0 0 0 0,0 0 0 0 0,0 0 0 0 0,0 0 0 0 0,0 0 0 0 0,0 0 0 0 0,0 0 0 0 0,0 0 0 0 0,0 0 0 0 0,0 0 0 0 0,0 0 0 0 0,-1 0 0 0 0,1 0 0 0 0,0 1 0 0 0,0-1 0 0 0,0 0 0 0 0,0 0 0 0 0,0 0 0 0 0,0 0 0 0 0,0 0 0 0 0,0 0 0 0 0,0 0 0 0 0,0 0 0 0 0,0 0 0 0 0,0 0 0 0 0,0 0 0 0 0,0 0 0 0 0,0 1 0 0 0,0-1 0 0 0,0 0 0 0 0,0 0 0 0 0,0 0 1 0 0,0 0-1 0 0,0 0 0 0 0,0 0 0 0 0,-8-10-366 0 0,5 6 294 0 0,0-1 1 0 0,1 1 0 0 0,0-1-1 0 0,0 0 1 0 0,-2-4 0 0 0,-17-118-2315 0 0,15 77 1533 0 0,-1-27-89 0 0,3-108 1 0 0,5 123 1892 0 0,-1 50-128 0 0,1 0 0 0 0,0 1 0 0 0,4-13 0 0 0,-5 22-104 0 0,1 2-356 0 0,1 1-311 0 0,-1-1 0 0 0,0 0 0 0 0,0 0 0 0 0,0 0 1 0 0,0 0-1 0 0,0 1 0 0 0,0-1 0 0 0,0 1 0 0 0,0-1 0 0 0,0 1 1 0 0,0-1-1 0 0,0 1 0 0 0,0-1 0 0 0,0 1 0 0 0,1 1 0 0 0,29 41 455 0 0,-2 2-1 0 0,29 60 1 0 0,23 37-22 0 0,-74-131-431 0 0,54 75 195 0 0,-53-77-202 0 0,0 0 1 0 0,0-1-1 0 0,1 1 1 0 0,1-2-1 0 0,-1 1 1 0 0,18 9-1 0 0,-25-16-24 0 0,-1 0-1 0 0,1 0 0 0 0,0 0 1 0 0,-1 0-1 0 0,1-1 1 0 0,0 1-1 0 0,0 0 0 0 0,0-1 1 0 0,-1 0-1 0 0,1 1 0 0 0,0-1 1 0 0,0 0-1 0 0,0 0 1 0 0,0 0-1 0 0,0 0 0 0 0,-1 0 1 0 0,1-1-1 0 0,0 1 0 0 0,0-1 1 0 0,0 1-1 0 0,-1-1 1 0 0,4-1-1 0 0,-2 0-1 0 0,-1 1 0 0 0,0-1-1 0 0,0-1 1 0 0,1 1 0 0 0,-1 0 0 0 0,-1 0 0 0 0,1-1-1 0 0,0 1 1 0 0,-1-1 0 0 0,1 0 0 0 0,-1 1 0 0 0,2-6-1 0 0,2-6 1 0 0,-1-1-1 0 0,-1 1 0 0 0,-1-1 1 0 0,2-23-1 0 0,-3-5-3 0 0,-2-1-1 0 0,-7-53 0 0 0,-24-84-58 0 0,22 140-133 0 0,-24-60 0 0 0,21 78-128 0 0,13 23 224 0 0,-1-1 0 0 0,1 0-1 0 0,0 1 1 0 0,-1-1 0 0 0,1 1 0 0 0,-1-1 0 0 0,0 1 0 0 0,1-1 0 0 0,-1 1 0 0 0,1-1-1 0 0,-1 1 1 0 0,0-1 0 0 0,1 1 0 0 0,-1 0 0 0 0,0-1 0 0 0,1 1 0 0 0,-1 0 0 0 0,0 0-1 0 0,0 0 1 0 0,1 0 0 0 0,-1-1 0 0 0,0 1 0 0 0,0 0 0 0 0,1 0 0 0 0,-1 0 0 0 0,0 0-1 0 0,0 0 1 0 0,1 1 0 0 0,-1-1 0 0 0,0 0 0 0 0,0 0 0 0 0,1 0 0 0 0,-2 1 0 0 0,-9 8-4372 0 0,5 2-1921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5032 0 0,'0'0'20110'0'0,"2"6"-19333"0"0,8 40 270 0 0,-1 0 1 0 0,2 55-1 0 0,6 38 67 0 0,19 21-116 0 0,-10-54-366 0 0,-26-105-430 0 0,-1-8-187 0 0,-4-29-6 0 0,-22-179-42 0 0,23 162 3 0 0,2 1-1 0 0,7-66 0 0 0,-4 112 29 0 0,-1-3 0 0 0,1 1 1 0 0,0-1-1 0 0,0 0 1 0 0,1 1-1 0 0,0-1 0 0 0,1 1 1 0 0,0 0-1 0 0,0-1 1 0 0,7-10-1 0 0,-8 15-7 0 0,10-9 95 0 0,-11 13-82 0 0,0 1 0 0 0,0-1 0 0 0,-1 0 1 0 0,1 1-1 0 0,0-1 0 0 0,0 1 0 0 0,-1-1 0 0 0,1 1 0 0 0,0-1 0 0 0,-1 1 0 0 0,1-1 0 0 0,-1 1 0 0 0,1-1 0 0 0,-1 1 0 0 0,1 0 0 0 0,-1-1 1 0 0,1 1-1 0 0,-1 0 0 0 0,1 0 0 0 0,-1 0 0 0 0,8 12 28 0 0,-2 1 0 0 0,0-1 1 0 0,0 1-1 0 0,-1 0 0 0 0,4 18 0 0 0,2 7 7 0 0,2 0-3 0 0,123 326 168 0 0,-130-353-283 0 0,-2-4-43 0 0,-1-1-1 0 0,1 1 1 0 0,-1 0-1 0 0,0 1 1 0 0,-1-1-1 0 0,0 0 1 0 0,1 11-1 0 0,-7-23-188 0 0,-21-24-814 0 0,-24-32 1 0 0,-21-26-774 0 0,60 75 1855 0 0,-1 0 0 0 0,0 1 0 0 0,-1 1 1 0 0,0-1-1 0 0,-17-8 0 0 0,7 7 333 0 0,-21-14 795 0 0,42 24-976 0 0,1 1-110 0 0,-1 0 0 0 0,1-1 0 0 0,0 1 1 0 0,0 0-1 0 0,0 0 0 0 0,0-1 1 0 0,-1 1-1 0 0,1 0 0 0 0,0 0 1 0 0,0-1-1 0 0,0 1 0 0 0,0 0 0 0 0,0 0 1 0 0,0-1-1 0 0,0 1 0 0 0,0 0 1 0 0,0-1-1 0 0,0 1 0 0 0,0 0 1 0 0,0 0-1 0 0,0-1 0 0 0,0 1 1 0 0,0 0-1 0 0,0-1 0 0 0,0 1 0 0 0,0 0 1 0 0,0 0-1 0 0,0-1 0 0 0,0 1 1 0 0,0 0-1 0 0,1 0 0 0 0,-1-1 1 0 0,0 1-1 0 0,0 0 0 0 0,0 0 0 0 0,0 0 1 0 0,1-1-1 0 0,-1 1 0 0 0,1 0 1 0 0,106-66-1874 0 0,132-87-1206 0 0,-228 144 3009 0 0,0 1-1 0 0,14-17 1 0 0,-21 21 621 0 0,-1 1-1 0 0,0-2 1 0 0,0 1 0 0 0,0 0 0 0 0,3-9 1581 0 0,-7 11-1669 0 0,-15-13 1128 0 0,15 14-744 0 0,0 5-723 0 0,-2 7-30 0 0,1 1 1 0 0,1-1-1 0 0,0 1 1 0 0,1 0-1 0 0,0-1 1 0 0,1 1-1 0 0,1 12 1 0 0,1 7 26 0 0,23 325 640 0 0,-23-321-710 0 0,2 0 0 0 0,1 0 0 0 0,18 56 0 0 0,-22-86-50 0 0,-1 0 0 0 0,1 0 0 0 0,0-1 0 0 0,1 1 0 0 0,-1-1 0 0 0,1 0 0 0 0,0 1 0 0 0,0-1 1 0 0,0 0-1 0 0,0-1 0 0 0,1 1 0 0 0,-1-1 0 0 0,6 4 0 0 0,0-6 0 0 0,-5-2-13 0 0,-1-1 0 0 0,1 1 0 0 0,-1-1-1 0 0,1 0 1 0 0,-1 0 0 0 0,0 0 0 0 0,0 0 0 0 0,0-1 0 0 0,0 1-1 0 0,-1-1 1 0 0,4-4 0 0 0,29-40-324 0 0,-6 7 53 0 0,-21 32 61 0 0,0 1 0 0 0,0-1 1 0 0,0 2-1 0 0,1-1 0 0 0,0 1 1 0 0,11-6-1 0 0,36-13-6138 0 0,-25 13-93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6045 0 0,'-1'-3'6454'0'0,"0"1"-4933"0"0,-2-8 9137 0 0,1 17-9596 0 0,-1 12-625 0 0,0-1 0 0 0,1 0-1 0 0,1 1 1 0 0,2 25 0 0 0,11 87 648 0 0,-6-76-787 0 0,9 169 642 0 0,-6-70-444 0 0,-1-29-141 0 0,32 261 673 0 0,-38-373-971 0 0,1 0-1 0 0,0-1 0 0 0,1 1 1 0 0,10 22-1 0 0,-13-33-48 0 0,1 1 1 0 0,-1-1-1 0 0,0 0 1 0 0,1 1-1 0 0,-1-1 1 0 0,1 0-1 0 0,0 0 1 0 0,0 0-1 0 0,0 0 1 0 0,0 0-1 0 0,0 0 1 0 0,0-1-1 0 0,0 1 1 0 0,1-1-1 0 0,-1 1 1 0 0,0-1-1 0 0,1 0 1 0 0,0 0-1 0 0,-1 0 1 0 0,1 0-1 0 0,-1-1 1 0 0,1 1-1 0 0,0-1 1 0 0,0 1-1 0 0,-1-1 1 0 0,1 0-1 0 0,0 0 1 0 0,0 0-1 0 0,-1 0 1 0 0,5-2-1 0 0,15-4 12 0 0,1-2 0 0 0,-1 0 0 0 0,22-13 0 0 0,36-12-109 0 0,-55 29-671 0 0,-23 4 569 0 0,0 0 0 0 0,-1 0-1 0 0,1-1 1 0 0,0 1 0 0 0,0 0 0 0 0,-1-1-1 0 0,1 1 1 0 0,0-1 0 0 0,-1 1-1 0 0,1-1 1 0 0,0 0 0 0 0,-1 0 0 0 0,1 0-1 0 0,-1 0 1 0 0,1 0 0 0 0,0-1 0 0 0,9-7-4210 0 0,1-1-2063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18 7441 0 0,'-12'-4'3459'0'0,"-1"1"-1"0"0,0-1 1 0 0,-14 0 0 0 0,16 3-2304 0 0,1 0 0 0 0,0 1 0 0 0,-1 0 0 0 0,-14 2 0 0 0,18-1-979 0 0,1 1 1 0 0,0-1 0 0 0,0 1-1 0 0,0 0 1 0 0,0 0-1 0 0,1 0 1 0 0,-1 1-1 0 0,1 0 1 0 0,-1 0-1 0 0,1 1 1 0 0,0-1-1 0 0,0 1 1 0 0,0 0-1 0 0,1 0 1 0 0,0 1-1 0 0,-1 0 1 0 0,1-1-1 0 0,1 1 1 0 0,-5 8-1 0 0,4-5-112 0 0,0 1-1 0 0,1 0 0 0 0,0 0 1 0 0,0 0-1 0 0,1 1 0 0 0,0-1 0 0 0,1 0 1 0 0,0 1-1 0 0,0-1 0 0 0,1 1 0 0 0,1-1 1 0 0,-1 1-1 0 0,2-1 0 0 0,-1 1 0 0 0,1-1 1 0 0,0 0-1 0 0,1 1 0 0 0,6 13 1 0 0,-3-9-43 0 0,1 0 1 0 0,1 0 0 0 0,0 0 0 0 0,1-1 0 0 0,0 0 0 0 0,1-1 0 0 0,0 0 0 0 0,1 0 0 0 0,0-1 0 0 0,21 15 0 0 0,-22-20-23 0 0,0 1 1 0 0,1-1-1 0 0,0-1 1 0 0,0 0-1 0 0,1-1 1 0 0,-1 0-1 0 0,1-1 0 0 0,0 0 1 0 0,0-1-1 0 0,0 0 1 0 0,22 0-1 0 0,-18-2-6 0 0,0-1 1 0 0,0 0-1 0 0,0-1 1 0 0,0-1-1 0 0,-1 0 1 0 0,1-2-1 0 0,-1 0 0 0 0,20-8 1 0 0,-31 11 4 0 0,-1 0 0 0 0,1 0 1 0 0,0 0-1 0 0,-1 0 0 0 0,1-1 0 0 0,-1 1 0 0 0,0-1 0 0 0,0 0 1 0 0,0 0-1 0 0,0 0 0 0 0,0 0 0 0 0,-1-1 0 0 0,1 1 1 0 0,-1-1-1 0 0,0 0 0 0 0,0 1 0 0 0,2-8 0 0 0,-2 5 5 0 0,-1 1 0 0 0,0-1 0 0 0,-1 1 0 0 0,1-1-1 0 0,-1 1 1 0 0,-1-1 0 0 0,1 1 0 0 0,0-1 0 0 0,-1 1-1 0 0,0-1 1 0 0,-1 1 0 0 0,-2-7 0 0 0,1 2 6 0 0,-2 0 1 0 0,1 0-1 0 0,-1 1 0 0 0,-1-1 1 0 0,0 1-1 0 0,0 0 1 0 0,-1 1-1 0 0,0 0 0 0 0,0 0 1 0 0,-1 0-1 0 0,0 1 0 0 0,-1 0 1 0 0,-12-8-1 0 0,10 10 10 0 0,-1-1-1 0 0,-1 2 0 0 0,1-1 1 0 0,0 2-1 0 0,-1 0 0 0 0,0 0 0 0 0,0 1 1 0 0,0 1-1 0 0,0 0 0 0 0,0 1 1 0 0,0 0-1 0 0,0 1 0 0 0,0 0 1 0 0,0 1-1 0 0,-18 6 0 0 0,12-3-376 0 0,-1 1 0 0 0,1 2-1 0 0,-31 15 1 0 0,32-12-1216 0 0,0 0 0 0 0,1 1 0 0 0,-22 19 0 0 0,15-6-4910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11341 0 0,'-2'1'4470'0'0,"-4"-1"-3185"0"0,0 1 0 0 0,0 1 1 0 0,0-1-1 0 0,0 1 0 0 0,1 0 0 0 0,-11 6 1 0 0,7-3-433 0 0,0 0 0 0 0,0 1 0 0 0,-11 11 0 0 0,5-3-425 0 0,1 1-1 0 0,0 1 1 0 0,-16 24-1 0 0,19-23-272 0 0,1 0 0 0 0,1 1 0 0 0,1 0 0 0 0,1 0 0 0 0,0 1 0 0 0,1 0 0 0 0,1 0 0 0 0,-4 31 1 0 0,8-35-112 0 0,0 0 0 0 0,1-1 0 0 0,0 1 0 0 0,4 21 0 0 0,-3-30-57 0 0,0-1 0 0 0,1 1 0 0 0,-1-1 0 0 0,1 0-1 0 0,0 1 1 0 0,0-1 0 0 0,0 0 0 0 0,1 0 0 0 0,0-1-1 0 0,0 1 1 0 0,0 0 0 0 0,1-1 0 0 0,-1 0-1 0 0,9 7 1 0 0,-7-8-29 0 0,0 0 0 0 0,0 0 0 0 0,1-1 1 0 0,-1 0-1 0 0,1 0 0 0 0,0-1 0 0 0,0 1 0 0 0,-1-1 0 0 0,1 0 0 0 0,0-1 0 0 0,0 1 0 0 0,0-1 0 0 0,0 0 0 0 0,6-2 1 0 0,2 1-86 0 0,0-1 1 0 0,-1-1 0 0 0,1 0-1 0 0,22-9 1 0 0,-29 9 42 0 0,-1 0-1 0 0,1 0 1 0 0,-1 0-1 0 0,0-1 1 0 0,0 1-1 0 0,-1-2 1 0 0,1 1-1 0 0,-1-1 1 0 0,0 1-1 0 0,7-9 1 0 0,-10 10 65 0 0,0 0 0 0 0,-1 0 1 0 0,1 0-1 0 0,-1 0 1 0 0,0 0-1 0 0,1 0 1 0 0,-1 0-1 0 0,-1-1 1 0 0,1 1-1 0 0,0 0 0 0 0,-1-1 1 0 0,0 1-1 0 0,0 0 1 0 0,0-1-1 0 0,0 1 1 0 0,0 0-1 0 0,-1-1 1 0 0,0 1-1 0 0,1 0 1 0 0,-1-1-1 0 0,0 1 0 0 0,0 0 1 0 0,-3-4-1 0 0,1 1 56 0 0,0 0 0 0 0,0 1 0 0 0,-1-1 0 0 0,0 1 0 0 0,0 0 1 0 0,0-1-1 0 0,0 2 0 0 0,-1-1 0 0 0,0 1 0 0 0,-11-8 0 0 0,-1 2 162 0 0,0 0 0 0 0,-24-9-1 0 0,-12-7 340 0 0,51 25-532 0 0,6-1-81 0 0,3-1 25 0 0,1 0-1 0 0,-1 0 1 0 0,1 1-1 0 0,0 0 0 0 0,0 0 1 0 0,0 1-1 0 0,15-1 1 0 0,66 3-424 0 0,-53 0 306 0 0,-30-1 224 0 0,1 0 1 0 0,-1 0-1 0 0,1 1 0 0 0,-1 0 1 0 0,1 0-1 0 0,-1 0 0 0 0,1 1 1 0 0,-1 0-1 0 0,0 0 0 0 0,0 1 1 0 0,9 4-1 0 0,-13-4 16 0 0,0-1 1 0 0,-1 1-1 0 0,0-1 0 0 0,1 1 1 0 0,-1 0-1 0 0,0-1 0 0 0,-1 1 1 0 0,1 0-1 0 0,0 0 0 0 0,-1 0 0 0 0,1-1 1 0 0,-1 1-1 0 0,0 0 0 0 0,0 0 1 0 0,-1 5-1 0 0,2 11 179 0 0,16 140 603 0 0,-5-40-604 0 0,-7-50-157 0 0,5 23-390 0 0,-10-91 85 0 0,0 5 322 0 0,0-4-1494 0 0,8-35-11468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 10513 0 0,'-7'-18'9375'0'0,"0"12"-3466"0"0,7 7-5707 0 0,-1-1 0 0 0,0 1 0 0 0,1-1 0 0 0,-1 1 0 0 0,0-1 0 0 0,1 1 0 0 0,-1 0 0 0 0,1-1 0 0 0,-1 1 0 0 0,1 0 0 0 0,-1-1 0 0 0,1 1 0 0 0,0 0 0 0 0,-1-1 0 0 0,1 1 0 0 0,0 0 0 0 0,-1 0 0 0 0,1 0 0 0 0,0-1 0 0 0,0 1 0 0 0,0 1 0 0 0,-3 10-16 0 0,1 0-1 0 0,-1 21 1 0 0,7 40 429 0 0,20 114 0 0 0,-15-124-627 0 0,-7-51 24 0 0,0 0 1 0 0,8 22-1 0 0,4-8-1501 0 0,-12-24 1004 0 0,-1-1 1 0 0,0 0-1 0 0,1 1 1 0 0,-1-1-1 0 0,1 0 0 0 0,-1 0 1 0 0,1 0-1 0 0,0 0 1 0 0,-1 0-1 0 0,1 0 1 0 0,0 0-1 0 0,2 0 1 0 0,8 2-5979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 9669 0 0,'-2'-2'5768'0'0,"0"0"-5208"0"0,0 1 1 0 0,0-1-1 0 0,1 1 1 0 0,-1-1-1 0 0,0 1 1 0 0,-1 0-1 0 0,1 0 1 0 0,0 0-1 0 0,0 0 0 0 0,0 0 1 0 0,-1 0-1 0 0,1 1 1 0 0,0-1-1 0 0,-1 1 1 0 0,1-1-1 0 0,0 1 1 0 0,-4 0-1 0 0,1 1-126 0 0,0-1-1 0 0,0 1 1 0 0,0 0-1 0 0,0 0 1 0 0,1 1-1 0 0,-1-1 1 0 0,0 1-1 0 0,-4 2 1 0 0,-1 1-177 0 0,1 1 0 0 0,0 0 1 0 0,1 0-1 0 0,-1 0 0 0 0,1 1 1 0 0,0 1-1 0 0,-11 14 1 0 0,14-16-202 0 0,1 1 0 0 0,0 0 0 0 0,0 0 1 0 0,1 0-1 0 0,-1 1 0 0 0,2-1 1 0 0,-1 1-1 0 0,1 0 0 0 0,0 0 0 0 0,1-1 1 0 0,0 1-1 0 0,0 0 0 0 0,1 0 0 0 0,0 1 1 0 0,0-1-1 0 0,1 0 0 0 0,2 13 1 0 0,0-9-43 0 0,1 0 0 0 0,0 1 1 0 0,0-2-1 0 0,1 1 0 0 0,1 0 1 0 0,0-1-1 0 0,0 0 0 0 0,1 0 1 0 0,0-1-1 0 0,14 15 0 0 0,-5-8-62 0 0,-10-9-48 0 0,1 0 1 0 0,0 0-1 0 0,0-1 1 0 0,1 0 0 0 0,0 0-1 0 0,0-1 1 0 0,0 0-1 0 0,1-1 1 0 0,0 1 0 0 0,17 6-1 0 0,-23-11-536 0 0,-1-1-1 0 0,1 0 1 0 0,0 1 0 0 0,-1-1-1 0 0,1 0 1 0 0,-1 0-1 0 0,1-1 1 0 0,2 1-1 0 0,8-3-5871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10389 0 0,'-2'-8'17502'0'0,"0"40"-15068"0"0,1 52-2708 0 0,38 373 2112 0 0,-10-185-1276 0 0,-21-214-466 0 0,15 64 1 0 0,-19-107-107 0 0,-2-13-15 0 0,1 0 0 0 0,-1 0 0 0 0,0 0 0 0 0,0 0 0 0 0,1 0 0 0 0,0 0 0 0 0,-1 0 0 0 0,1 0 0 0 0,0 0 0 0 0,0 0 0 0 0,0 0 0 0 0,1 1 0 0 0,-1-1-178 0 0,-1-4-156 0 0,0 0 290 0 0,1 1-1 0 0,-1-1 1 0 0,1 1-1 0 0,-1-1 1 0 0,1 0-1 0 0,-1 1 1 0 0,1 0-1 0 0,0-1 1 0 0,0 1-1 0 0,2-3 1 0 0,0-2-200 0 0,6-24-3353 0 0,-7 16 1180 0 0,6-18-4042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 8997 0 0,'-2'-6'19070'0'0,"-2"11"-18864"0"0,1 0 1 0 0,1 0 0 0 0,-1 0 0 0 0,1 1 0 0 0,0-1-1 0 0,0 1 1 0 0,0-1 0 0 0,1 1 0 0 0,-1 6 0 0 0,-4 61 720 0 0,3-30-637 0 0,-8 126 405 0 0,5-55-442 0 0,6-59-157 0 0,1-43-113 0 0,-1 0-1 0 0,0 0 1 0 0,0 0 0 0 0,-1 0-1 0 0,-1 0 1 0 0,0-1 0 0 0,-5 17 0 0 0,6-27-142 0 0,0-1 67 0 0,1 0-1 0 0,-1 0 1 0 0,1 0 0 0 0,-1 0-1 0 0,1 0 1 0 0,-1-1-1 0 0,0 1 1 0 0,1 0 0 0 0,-1-1-1 0 0,1 1 1 0 0,-1 0 0 0 0,1-1-1 0 0,-1 1 1 0 0,1 0 0 0 0,0-1-1 0 0,-1 1 1 0 0,1-1 0 0 0,-1 1-1 0 0,1-1 1 0 0,0 1 0 0 0,-1-1-1 0 0,1 1 1 0 0,0-1-1 0 0,0 1 1 0 0,-1-2 0 0 0,-5-19-2281 0 0,3 11-706 0 0,-3-11-3381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09:1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4192 0 0,'8'-31'9423'0'0,"6"-15"-1980"0"0,-6 20-3595 0 0,-7 26-3755 0 0,-1-1 1 0 0,0 0 0 0 0,0 1 0 0 0,1-1 0 0 0,-1 0-1 0 0,0 1 1 0 0,1-1 0 0 0,-1 0 0 0 0,0 1-1 0 0,1-1 1 0 0,-1 0 0 0 0,1 1 0 0 0,-1-1 0 0 0,1 1-1 0 0,0-1 1 0 0,-1 1 0 0 0,1 0 0 0 0,-1-1-1 0 0,1 1 1 0 0,0-1 0 0 0,-1 1 0 0 0,1 0 0 0 0,0 0-1 0 0,-1-1 1 0 0,1 1 0 0 0,0 0 0 0 0,0 0-1 0 0,-1 0 1 0 0,1 0 0 0 0,0 0 0 0 0,0 0 0 0 0,-1 0-1 0 0,1 0 1 0 0,0 0 0 0 0,0 0 0 0 0,1 1 0 0 0,0-1 42 0 0,1 1 1 0 0,-1 0-1 0 0,1 0 1 0 0,-1 0-1 0 0,1 1 1 0 0,-1-1 0 0 0,0 0-1 0 0,3 3 1 0 0,11 12 108 0 0,0 1-1 0 0,-2 1 1 0 0,1 0 0 0 0,-2 0 0 0 0,-1 2 0 0 0,11 20 0 0 0,-8-13-106 0 0,2 0 0 0 0,25 32 1 0 0,-15-28-51 0 0,0 2-46 0 0,58 54 1 0 0,-84-87-58 0 0,-1 1-1 0 0,0-1 1 0 0,1 0 0 0 0,-1 0-1 0 0,0 1 1 0 0,1-1 0 0 0,-1 0 0 0 0,0 0-1 0 0,1 0 1 0 0,-1 1 0 0 0,1-1-1 0 0,-1 0 1 0 0,0 0 0 0 0,1 0 0 0 0,-1 0-1 0 0,1 0 1 0 0,-1 0 0 0 0,0 0-1 0 0,1 0 1 0 0,-1 0 0 0 0,1 0-1 0 0,-1 0 1 0 0,1 0 0 0 0,-1 0 0 0 0,0 0-1 0 0,1 0 1 0 0,-1-1 0 0 0,1 1-1 0 0,-1 0 1 0 0,0 0 0 0 0,1 0 0 0 0,-1 0-1 0 0,0-1 1 0 0,1 1 0 0 0,-1 0-1 0 0,0-1 1 0 0,1 1 0 0 0,-1 0 0 0 0,0 0-1 0 0,0-1 1 0 0,1 1 0 0 0,-1-1-1 0 0,0 1 1 0 0,0 0 0 0 0,1-1-1 0 0,4-18-293 0 0,-8-5 159 0 0,0 1-1 0 0,-2 0 0 0 0,0 0 0 0 0,-10-24 0 0 0,-3-15 30 0 0,-47-172 347 0 0,63 226-55 0 0,2 6-194 0 0,0 1 1 0 0,-1 0-1 0 0,1-1 0 0 0,0 1 0 0 0,-1 0 1 0 0,1-1-1 0 0,-1 1 0 0 0,0 0 1 0 0,1-1-1 0 0,-1 1 0 0 0,0 0 0 0 0,-1-2 1 0 0,-6 5-698 0 0,-3 12-439 0 0,3-1-808 0 0,1-1-2504 0 0,1-1-1767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9085 0 0,'0'0'3968'0'0,"18"-32"14416"0"0,-18 37-18288 0 0,1 29 131 0 0,-5 60 1 0 0,-1 12-94 0 0,5-83-118 0 0,0 0-11 0 0,1 1 0 0 0,0-1 1 0 0,10 40-1 0 0,-11-63-12 0 0,0 1-1 0 0,0-1 1 0 0,0 0 0 0 0,0 0 0 0 0,0 1-1 0 0,0-1 1 0 0,0 0 0 0 0,0 1-1 0 0,0-1 1 0 0,0 0 0 0 0,0 0 0 0 0,0 1-1 0 0,0-1 1 0 0,1 0 0 0 0,-1 1-1 0 0,0-1 1 0 0,0 0 0 0 0,0 0 0 0 0,0 0-1 0 0,1 1 1 0 0,-1-1 0 0 0,0 0-1 0 0,0 0 1 0 0,1 0 0 0 0,-1 1-1 0 0,0-1 1 0 0,0 0 0 0 0,1 0 0 0 0,-1 0-1 0 0,0 0 1 0 0,0 0 0 0 0,1 0-1 0 0,-1 0 1 0 0,0 0 0 0 0,1 0 0 0 0,-1 0-1 0 0,0 0 1 0 0,1 0 0 0 0,-1 0-1 0 0,0 0 1 0 0,0 0 0 0 0,1 0 0 0 0,-1 0-1 0 0,0 0 1 0 0,1 0 0 0 0,-1 0-1 0 0,0 0 1 0 0,0 0 0 0 0,1 0 0 0 0,-1-1-1 0 0,0 1 1 0 0,0 0 0 0 0,1 0-1 0 0,-1 0 1 0 0,0 0 0 0 0,0-1 0 0 0,0 1-1 0 0,1-1 1 0 0,11-14-301 0 0,-11 14 345 0 0,12-22-211 0 0,0-1 0 0 0,-2 0 0 0 0,-1 0 0 0 0,-1-1 0 0 0,-1 0 0 0 0,6-32 0 0 0,-1 9-28 0 0,10-57 89 0 0,14-144 0 0 0,-32 207 465 0 0,-5 42-329 0 0,0 0 1 0 0,0 0-1 0 0,0 0 1 0 0,0 0-1 0 0,0 0 0 0 0,0 0 1 0 0,0 0-1 0 0,0 0 1 0 0,0 0-1 0 0,0 0 0 0 0,0 0 1 0 0,0 0-1 0 0,-1 0 1 0 0,1 0-1 0 0,0 0 0 0 0,0 0 1 0 0,0 0-1 0 0,0 0 1 0 0,0 0-1 0 0,0 0 0 0 0,0 0 1 0 0,0 0-1 0 0,0 0 1 0 0,0 0-1 0 0,0 0 0 0 0,0 0 1 0 0,0 0-1 0 0,-1 0 1 0 0,1 0-1 0 0,0 0 0 0 0,0 0 1 0 0,0 0-1 0 0,0-1 1 0 0,0 1-1 0 0,0 0 0 0 0,0 0 1 0 0,0 0-1 0 0,0 0 1 0 0,0 0-1 0 0,0 0 0 0 0,0 0 1 0 0,0 0-1 0 0,0 0 1 0 0,0 0-1 0 0,0 0 0 0 0,0 0 1 0 0,0 0-1 0 0,-8 13 203 0 0,4-5-204 0 0,0 0-1 0 0,1 0 0 0 0,-3 12 1 0 0,-36 262 589 0 0,40-264-589 0 0,-4 35 31 0 0,-21 232 156 0 0,24-217-167 0 0,3 0-1 0 0,10 80 0 0 0,-9-134-54 0 0,1 0 0 0 0,0 0 0 0 0,1 0 0 0 0,1-1 0 0 0,0 1 0 0 0,1-1 0 0 0,0 0-1 0 0,10 16 1 0 0,-15-28 7 0 0,0-1 0 0 0,0 1 0 0 0,0-1 0 0 0,1 1-1 0 0,-1-1 1 0 0,0 0 0 0 0,1 1 0 0 0,-1-1 0 0 0,0 0 0 0 0,0 1 0 0 0,1-1-1 0 0,-1 0 1 0 0,1 1 0 0 0,-1-1 0 0 0,0 0 0 0 0,1 0 0 0 0,-1 1-1 0 0,1-1 1 0 0,-1 0 0 0 0,1 0 0 0 0,-1 0 0 0 0,1 1 0 0 0,-1-1-1 0 0,0 0 1 0 0,1 0 0 0 0,-1 0 0 0 0,1 0 0 0 0,-1 0 0 0 0,1 0-1 0 0,-1 0 1 0 0,1 0 0 0 0,-1 0 0 0 0,1 0 0 0 0,-1-1 0 0 0,1 1-1 0 0,-1 0 1 0 0,1 0 0 0 0,-1 0 0 0 0,0-1 0 0 0,1 1 0 0 0,-1 0-1 0 0,1 0 1 0 0,-1-1 0 0 0,0 1 0 0 0,1 0 0 0 0,-1-1 0 0 0,0 1-1 0 0,1-1 1 0 0,0 0-5 0 0,1-1 0 0 0,-1 0 0 0 0,0 0-1 0 0,0 1 1 0 0,0-1 0 0 0,-1 0 0 0 0,1 0-1 0 0,0 0 1 0 0,-1 0 0 0 0,1 0 0 0 0,0-3 0 0 0,0-47 12 0 0,-2-1 1 0 0,-2 1 0 0 0,-16-87-1 0 0,13 100 35 0 0,4 32-81 0 0,1 1-1 0 0,0-1 0 0 0,1 1 1 0 0,-1-1-1 0 0,1 0 0 0 0,1 1 1 0 0,-1-1-1 0 0,1 0 0 0 0,1 1 1 0 0,-1-1-1 0 0,1 1 1 0 0,0 0-1 0 0,0-1 0 0 0,1 1 1 0 0,0 0-1 0 0,0 0 0 0 0,0 1 1 0 0,1-1-1 0 0,0 1 0 0 0,0-1 1 0 0,0 1-1 0 0,1 0 0 0 0,5-5 1 0 0,-4 5-673 0 0,10-11 474 0 0,-10 3-6686 0 0,-5 1 561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2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88 4880 0 0,'0'-1'795'0'0,"4"-42"10572"0"0,-4 40-10767 0 0,0 1 0 0 0,0-1 0 0 0,-1 1-1 0 0,1-1 1 0 0,-1 0 0 0 0,1 1-1 0 0,-1 0 1 0 0,0-1 0 0 0,0 1 0 0 0,0-1-1 0 0,-1 1 1 0 0,1 0 0 0 0,-3-4-1 0 0,3 5-475 0 0,0 0 0 0 0,0 1 0 0 0,1-1 0 0 0,-1 1 0 0 0,0-1 0 0 0,0 1 0 0 0,0 0-1 0 0,0-1 1 0 0,0 1 0 0 0,0 0 0 0 0,0-1 0 0 0,0 1 0 0 0,0 0 0 0 0,0 0 0 0 0,0 0 0 0 0,0 0-1 0 0,0 0 1 0 0,0 0 0 0 0,0 0 0 0 0,0 1 0 0 0,0-1 0 0 0,0 0 0 0 0,0 0 0 0 0,0 1 0 0 0,1-1 0 0 0,-3 1-1 0 0,-22 14 793 0 0,18-9-729 0 0,0 0 0 0 0,0 0 0 0 0,0 0 0 0 0,1 1 0 0 0,0 0 0 0 0,1 0 0 0 0,-8 13 0 0 0,11-17-159 0 0,0 0 0 0 0,0 1 0 0 0,1-1 0 0 0,-1 1 0 0 0,1-1 0 0 0,0 1 0 0 0,0 0 0 0 0,0-1 0 0 0,1 1 0 0 0,-1 0 0 0 0,1 0 0 0 0,0-1 0 0 0,0 1 0 0 0,0 0 0 0 0,1 0 0 0 0,-1-1 0 0 0,1 1 0 0 0,0 0 0 0 0,0-1 0 0 0,0 1 0 0 0,2 3 0 0 0,-2-5-29 0 0,0-1 1 0 0,0 1-1 0 0,0-1 1 0 0,0 1 0 0 0,0-1-1 0 0,0 0 1 0 0,1 1-1 0 0,-1-1 1 0 0,0 0-1 0 0,1 0 1 0 0,-1 0-1 0 0,1 0 1 0 0,-1 0-1 0 0,1 0 1 0 0,-1 0-1 0 0,1 0 1 0 0,0-1-1 0 0,-1 1 1 0 0,4 0-1 0 0,-1-1-8 0 0,0 1 0 0 0,-1-1 0 0 0,1 0 0 0 0,0 0 0 0 0,0-1 0 0 0,0 1 0 0 0,-1-1 0 0 0,8-2 0 0 0,3-2-35 0 0,0-1-1 0 0,0-1 0 0 0,20-12 0 0 0,-33 18 42 0 0,6-2-9 0 0,-1-1-1 0 0,0-1 1 0 0,-1 1 0 0 0,1-1-1 0 0,-1 0 1 0 0,0 0-1 0 0,0 0 1 0 0,0-1 0 0 0,5-9-1 0 0,-10 15 14 0 0,1-1-1 0 0,-1 1 1 0 0,0-1-1 0 0,0 0 1 0 0,0 1-1 0 0,0-1 1 0 0,0 0-1 0 0,0 1 1 0 0,0-1-1 0 0,0 0 1 0 0,0 1-1 0 0,0-1 1 0 0,0 0-1 0 0,0 1 1 0 0,0-1-1 0 0,0 0 1 0 0,-1 1-1 0 0,1-1 1 0 0,0 0-1 0 0,-1 1 1 0 0,1-1-1 0 0,0 1 1 0 0,-1-1-1 0 0,1 1 1 0 0,0-1-1 0 0,-1 1 1 0 0,1-1-1 0 0,-1 1 1 0 0,1-1-1 0 0,-1 1 1 0 0,1 0-1 0 0,-1-1 1 0 0,0 1-1 0 0,1 0 1 0 0,-1-1-1 0 0,0 1 0 0 0,-1-1-15 0 0,0 0-1 0 0,0 0 0 0 0,-1 0 0 0 0,1 0 0 0 0,0 1 0 0 0,0-1 0 0 0,0 1 0 0 0,0-1 0 0 0,-1 1 0 0 0,1 0 0 0 0,-4 0 1 0 0,2 1-63 0 0,0 0 0 0 0,-1 0 0 0 0,1 1 1 0 0,1-1-1 0 0,-1 1 0 0 0,0 0 1 0 0,0 0-1 0 0,0 0 0 0 0,1 0 0 0 0,-6 5 1 0 0,5-3-1050 0 0,0-1 0 0 0,1 1 0 0 0,-1 0 0 0 0,1 0 0 0 0,-5 8 0 0 0,-2 7-5292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6121 0 0,'-39'2'13630'0'0,"-51"9"-4384"0"0,83-8-7911 0 0,8-1-533 0 0,15 5-303 0 0,28 2-418 0 0,27-5 41 0 0,1-3 1 0 0,100-11-1 0 0,-73 2-76 0 0,209 2-177 0 0,-283 7-454 0 0,-30 0-236 0 0,-42 0-142 0 0,10-4-638 0 0,13-2-5302 0 0,14 3 769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18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 9965 0 0,'-4'-22'17263'0'0,"4"31"-16499"0"0,15 352 2454 0 0,0 18-2622 0 0,-17-347-3389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6549 0 0,'0'0'12871'0'0,"7"-4"-11878"0"0,-6 3-506 0 0,15-15-694 0 0,-2 9 5158 0 0,-15 16-4595 0 0,-8 199 1377 0 0,21 240 0 0 0,-2-2-1007 0 0,-4-201-520 0 0,9 203 2 0 0,8-108-113 0 0,-29-98-57 0 0,1 2-6 0 0,19 142-12 0 0,-13-277-19 0 0,-7 53 2 0 0,1-63 1 0 0,12 155 0 0 0,8 21 4 0 0,-2-25-14 0 0,9 147-15 0 0,-14-130-48 0 0,-1 36-35 0 0,-5-86-13 0 0,-20 151 36 0 0,11-247 69 0 0,3-78-3 0 0,3 84 0 0 0,7 27-58 0 0,-17 179-1 0 0,7-245 50 0 0,4-36 14 0 0,9 74 0 0 0,1 20-11 0 0,7 193-29 0 0,-10-204-38 0 0,2 95-138 0 0,-1-133 154 0 0,5 74 34 0 0,-7-126 18 0 0,0 72 0 0 0,-6-63 14 0 0,4 107-19 0 0,1 41-8 0 0,-7-176 33 0 0,2 0 0 0 0,4 36-1 0 0,1 20 0 0 0,1 190-84 0 0,-2-108 53 0 0,-1-87 36 0 0,-1-74-2 0 0,3 35-7 0 0,16 109 449 0 0,-24-129-745 0 0,3-17-24 0 0,-1-1 0 0 0,1 1 0 0 0,-1-1 0 0 0,1 1 0 0 0,-1-1 0 0 0,0 1 1 0 0,1-1-1 0 0,-1 1 0 0 0,0-1 0 0 0,1 1 0 0 0,-1-1 0 0 0,0 0 0 0 0,0 1 0 0 0,1-1 0 0 0,-1 0 1 0 0,0 0-1 0 0,0 0 0 0 0,1 0 0 0 0,-1 0 0 0 0,0 1 0 0 0,0-1 0 0 0,0-1 0 0 0,0 1 0 0 0,1 0 0 0 0,-2 0 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2596 0 0,'0'0'28405'0'0,"1"5"-28262"0"0,0-2-138 0 0,2 9 160 0 0,-1 0-1 0 0,0 0 1 0 0,1 20-1 0 0,-3-21-129 0 0,1 0 1 0 0,0-1 0 0 0,1 1-1 0 0,0-1 1 0 0,0 1-1 0 0,1-1 1 0 0,6 13 0 0 0,-6-1-5 0 0,-2-5-18 0 0,6 61 24 0 0,-3 89 0 0 0,-3 129-48 0 0,-13-83-18 0 0,1 145-30 0 0,12-195 6 0 0,-2-76 38 0 0,-3 35 11 0 0,3 77-4 0 0,21 183 4 0 0,3-46-23 0 0,-15-164 20 0 0,1 6-2 0 0,-5-122 8 0 0,7 62 4 0 0,-7-86-4 0 0,0 63-1 0 0,3 72-25 0 0,0 0-1 0 0,1 10 12 0 0,1-1-4 0 0,-7 186 19 0 0,-6-211 0 0 0,0 2-3 0 0,3 59-4 0 0,0-68 2 0 0,-1 13 2 0 0,3 153-10 0 0,4-128 3 0 0,6 95-9 0 0,0-64-2 0 0,-6-87 11 0 0,4 146-59 0 0,-6-195 49 0 0,5 223-72 0 0,-8-240 69 0 0,5 187-114 0 0,11 67 53 0 0,-3 12 40 0 0,-5-162-193 0 0,-2-55 96 0 0,13 147-114 0 0,-17-186 244 0 0,2 6 1 0 0,3 37-15 0 0,1-44 32 0 0,-2-14-14 0 0,8 64 14 0 0,-10-66-104 0 0,11 25-70 0 0,-10-58 137 0 0,-1 1 0 0 0,-1-1 0 0 0,1 28 0 0 0,6 103-9 0 0,-1-21 38 0 0,1-23 57 0 0,-1-25-4 0 0,-2 10 76 0 0,1-64 22 0 0,-4-15 21 0 0,-4-11-62 0 0,2 3-119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12 176 6741 0 0,'-11'-7'19749'0'0,"25"6"-14803"0"0,7 0-5085 0 0,-19 1 273 0 0,17 1-38 0 0,12 1-88 0 0,1-2 0 0 0,59-6 1 0 0,-58 3-15 0 0,-9 0-3 0 0,29-5 0 0 0,-26 3 5 0 0,-11 2 0 0 0,3-1 3 0 0,1 0-1 0 0,1 2 1 0 0,22 0-1 0 0,316-2 2 0 0,-35 0 4 0 0,-42 4-10 0 0,95 2-70 0 0,-132 0 25 0 0,0 0 26 0 0,179 13-11 0 0,217-18 45 0 0,-579 2-8 0 0,165-6-2 0 0,260-2-5 0 0,-235 12 5 0 0,38-7-5 0 0,-88-1 4 0 0,505-19 3 0 0,-677 22-1 0 0,162-10-1 0 0,99-3-1 0 0,121 0-1 0 0,-315 10 2 0 0,24-2 1 0 0,75-2 0 0 0,199 0-2 0 0,-244 3 2 0 0,-42 1 4 0 0,363 1-9 0 0,-8 1 12 0 0,-172 8-20 0 0,-93 0 12 0 0,-106-5 3 0 0,430 9 2 0 0,-168-7-9 0 0,-150-4 9 0 0,-133 3 0 0 0,114 1-1 0 0,23-1-6 0 0,-2 0 3 0 0,-187 0 1 0 0,123 3 5 0 0,31 0-4 0 0,-40 2 2 0 0,348 1 8 0 0,-232-10-13 0 0,-139 0 9 0 0,559-11 95 0 0,-415 16-30 0 0,22 0 8 0 0,-22 1 35 0 0,-12 2-907 0 0,-221-7-1530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7333 0 0,'0'0'21720'0'0,"-1"-1"-21670"0"0,1 1-1 0 0,0 0 1 0 0,0-1 0 0 0,0 1-1 0 0,0 0 1 0 0,0-1-1 0 0,-1 1 1 0 0,1 0-1 0 0,0-1 1 0 0,0 1 0 0 0,0 0-1 0 0,0-1 1 0 0,0 1-1 0 0,0-1 1 0 0,0 1-1 0 0,0 0 1 0 0,0-1-1 0 0,0 1 1 0 0,1 0 0 0 0,-1-1-1 0 0,0 1 1 0 0,0-1-1 0 0,0 1 1 0 0,0 0-1 0 0,0-1 1 0 0,1 1 0 0 0,-1 0-1 0 0,0 0 1 0 0,0-1-1 0 0,1 1 1 0 0,-1 0-1 0 0,0-1 1 0 0,0 1 0 0 0,1 0-1 0 0,-1 0 1 0 0,0 0-1 0 0,1-1 1 0 0,-1 1-1 0 0,0 0 1 0 0,1 0 0 0 0,17 3-12 0 0,-13-3 26 0 0,23 3 38 0 0,129-5-136 0 0,-44 0 12 0 0,148 16-8 0 0,-224-12 30 0 0,368 16-22 0 0,-93-20 0 0 0,-183 3 16 0 0,-30 2-12 0 0,26-1-10 0 0,89-2-15 0 0,49-2 10 0 0,-20-1 15 0 0,233-23 0 0 0,28-1 24 0 0,27-5-24 0 0,376-27 1 0 0,-691 46 16 0 0,50-5 4 0 0,122 3-6 0 0,-3 22 1 0 0,-384-7 2 0 0,422 4 6 0 0,8-1 2 0 0,-324 1-9 0 0,200 3 4 0 0,-151-9 0 0 0,410-13 17 0 0,-109-6-23 0 0,-236 13 1 0 0,397-11-16 0 0,-256 20 51 0 0,67-1 12 0 0,399-7 31 0 0,-172 8-42 0 0,-350 2-13 0 0,-109 1-11 0 0,198 14 37 0 0,-139-4-21 0 0,-158-9-12 0 0,194 3 129 0 0,-181-14 151 0 0,-108 6-175 0 0,8 2-677 0 0,-16 0-2075 0 0,-17 2-1768 0 0,17-3-2063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33 10093 0 0,'1'-2'5879'0'0,"-2"-5"-4448"0"0,1 4 1643 0 0,-6-17 7152 0 0,7 29-9906 0 0,25 229 551 0 0,-7 330 0 0 0,-19-541-870 0 0,-10 141-3 0 0,10-165-21 0 0,-8-86-1106 0 0,9 45-606 0 0,-3 13-3084 0 0,1 8-1681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63 328 8977 0 0,'-2'-3'5909'0'0,"-8"-7"-3658"0"0,8 6 1187 0 0,-2-2-2238 0 0,0 0-131 0 0,0 0 0 0 0,0 0 1 0 0,-1 0-1 0 0,0 0 0 0 0,-8-7 0 0 0,12 13-684 0 0,-8-26 901 0 0,10 13-798 0 0,-1 10-320 0 0,0 0 0 0 0,1 0 0 0 0,-1 0 0 0 0,1 0 1 0 0,-1 0-1 0 0,1 0 0 0 0,0 0 0 0 0,0 1 1 0 0,2-5 246 0 0,7-14-318 0 0,-7 14-90 0 0,0 0-1 0 0,1 0 1 0 0,0 0-1 0 0,0 0 1 0 0,0 1-1 0 0,1 0 1 0 0,7-8-1 0 0,4-1-5 0 0,1 1-1 0 0,0 0 1 0 0,22-12-1 0 0,-29 20-3 0 0,0 0 0 0 0,1 1-1 0 0,-1 1 1 0 0,1-1-1 0 0,0 2 1 0 0,1 0 0 0 0,18-4-1 0 0,-27 7 4 0 0,0 0-1 0 0,0 0 0 0 0,-1 1 1 0 0,1-1-1 0 0,0 0 0 0 0,0 1 1 0 0,0 0-1 0 0,-1 0 0 0 0,1-1 1 0 0,0 2-1 0 0,-1-1 1 0 0,1 0-1 0 0,-1 0 0 0 0,1 1 1 0 0,-1 0-1 0 0,1-1 0 0 0,-1 1 1 0 0,0 0-1 0 0,0 0 0 0 0,0 0 1 0 0,0 0-1 0 0,0 0 0 0 0,-1 1 1 0 0,1-1-1 0 0,-1 1 0 0 0,1-1 1 0 0,-1 1-1 0 0,0-1 1 0 0,0 1-1 0 0,1 4 0 0 0,2 5 0 0 0,-1 0 0 0 0,0 0 0 0 0,-1 0 0 0 0,0 1 0 0 0,0 20 0 0 0,-3 3 1 0 0,-1-1 1 0 0,-2 1-1 0 0,-2-1 1 0 0,0 0-1 0 0,-24 66 1 0 0,7-41-1 0 0,-2 0 0 0 0,-47 76 1 0 0,70-132-3 0 0,-10 18-15 0 0,-1-1 1 0 0,0 0-1 0 0,-2-1 0 0 0,-33 36 0 0 0,47-55-11 0 0,2-6-155 0 0,0 0 163 0 0,0 0 0 0 0,0 1 1 0 0,0-1-1 0 0,1 1 1 0 0,0-1-1 0 0,-1 1 0 0 0,2 0 1 0 0,-1-1-1 0 0,0 1 0 0 0,1 0 1 0 0,0 0-1 0 0,0 1 1 0 0,0-1-1 0 0,1 1 0 0 0,4-5 1 0 0,-2 3-14 0 0,1-1 1 0 0,-1 1 0 0 0,1 0-1 0 0,1 1 1 0 0,-1-1 0 0 0,1 1-1 0 0,-1 1 1 0 0,11-4 0 0 0,-16 7 18 0 0,0 0 10 0 0,0 1 7 0 0,-1-1-1 0 0,1 1 0 0 0,0-1 1 0 0,-1 1-1 0 0,1 0 0 0 0,-1-1 1 0 0,0 1-1 0 0,1 0 0 0 0,-1 0 1 0 0,0 0-1 0 0,1 0 0 0 0,-1 0 1 0 0,0 1-1 0 0,0-1 0 0 0,0 0 1 0 0,0 0-1 0 0,0 1 0 0 0,0-1 1 0 0,0 1-1 0 0,-1-1 0 0 0,1 1 1 0 0,0-1-1 0 0,-1 1 1 0 0,1-1-1 0 0,-1 1 0 0 0,1 2 1 0 0,6 21 30 0 0,-4-9-18 0 0,2 0 0 0 0,0-1 1 0 0,0 0-1 0 0,11 19 1 0 0,-14-30-21 0 0,1 0 1 0 0,-1 0-1 0 0,1-1 1 0 0,0 1 0 0 0,0-1-1 0 0,1 1 1 0 0,-1-1-1 0 0,1 0 1 0 0,-1 0-1 0 0,1-1 1 0 0,0 1-1 0 0,0-1 1 0 0,0 0 0 0 0,1 0-1 0 0,-1 0 1 0 0,0 0-1 0 0,1-1 1 0 0,-1 0-1 0 0,8 2 1 0 0,-1-2-24 0 0,1-1 0 0 0,-1 1 1 0 0,0-2-1 0 0,1 0 0 0 0,-1 0 0 0 0,0-1 1 0 0,0 0-1 0 0,0-1 0 0 0,0 0 0 0 0,0-1 1 0 0,0 0-1 0 0,-1-1 0 0 0,0 0 0 0 0,0 0 1 0 0,0-1-1 0 0,-1-1 0 0 0,0 0 0 0 0,0 0 1 0 0,-1 0-1 0 0,1-1 0 0 0,-2-1 1 0 0,1 1-1 0 0,-1-1 0 0 0,0 0 0 0 0,-1-1 1 0 0,0 0-1 0 0,-1 0 0 0 0,0 0 0 0 0,-1 0 1 0 0,5-15-1 0 0,-7 16 67 0 0,0 0 1 0 0,0 1 0 0 0,-1-1-1 0 0,0 0 1 0 0,-1 0 0 0 0,0 0-1 0 0,0 0 1 0 0,-1 0 0 0 0,-2-9-1 0 0,2 15-11 0 0,1 0-1 0 0,-1 0 0 0 0,0 0 1 0 0,0 0-1 0 0,0 0 0 0 0,-1 0 1 0 0,1 0-1 0 0,-1 1 0 0 0,1-1 1 0 0,-1 1-1 0 0,0-1 0 0 0,0 1 1 0 0,0 0-1 0 0,-1-1 0 0 0,1 1 1 0 0,0 0-1 0 0,-1 1 0 0 0,1-1 0 0 0,-1 0 1 0 0,0 1-1 0 0,1-1 0 0 0,-1 1 1 0 0,0 0-1 0 0,0 0 0 0 0,0 0 1 0 0,0 0-1 0 0,0 1 0 0 0,0-1 1 0 0,-5 0-1 0 0,5 1-13 0 0,-1 1-1 0 0,1-1 1 0 0,-1 0 0 0 0,1 1-1 0 0,-1-1 1 0 0,1 1-1 0 0,0 0 1 0 0,-1 0 0 0 0,1 1-1 0 0,0-1 1 0 0,0 1 0 0 0,0-1-1 0 0,0 1 1 0 0,0 0 0 0 0,0 0-1 0 0,1 0 1 0 0,-1 1 0 0 0,1-1-1 0 0,-1 1 1 0 0,1-1-1 0 0,0 1 1 0 0,0 0 0 0 0,0 0-1 0 0,0 0 1 0 0,1 0 0 0 0,-1 0-1 0 0,1 0 1 0 0,-2 4 0 0 0,-1 4-9 0 0,1-1 1 0 0,0 0 0 0 0,1 1-1 0 0,0-1 1 0 0,1 1 0 0 0,0 0 0 0 0,1 18-1 0 0,0-21-11 0 0,1 0 0 0 0,1 0 0 0 0,-1 0-1 0 0,1 0 1 0 0,1 0 0 0 0,-1-1-1 0 0,1 1 1 0 0,1-1 0 0 0,-1 1 0 0 0,1-1-1 0 0,1 0 1 0 0,-1 0 0 0 0,1-1 0 0 0,0 0-1 0 0,12 12 1 0 0,-13-14-1 0 0,1-1-1 0 0,0 1 1 0 0,0-1-1 0 0,0 0 1 0 0,0-1-1 0 0,0 1 1 0 0,1-1-1 0 0,-1 0 1 0 0,1 0-1 0 0,-1 0 1 0 0,1-1-1 0 0,0 0 1 0 0,0 0-1 0 0,0-1 1 0 0,-1 1-1 0 0,1-1 1 0 0,0 0-1 0 0,0-1 1 0 0,0 0-1 0 0,0 0 1 0 0,-1 0-1 0 0,1 0 1 0 0,5-3-1 0 0,-1 0-8 0 0,-1 0 1 0 0,0 0-1 0 0,0-1 0 0 0,0 0 0 0 0,0 0 1 0 0,-1-1-1 0 0,0-1 0 0 0,-1 1 0 0 0,1-1 1 0 0,7-10-1 0 0,-5 6-2 0 0,-1-2 1 0 0,-1 1-1 0 0,0-1 1 0 0,-1-1-1 0 0,0 0 1 0 0,5-17-1 0 0,-2-3 7 0 0,-1-1-1 0 0,-1 0 1 0 0,-2-1-1 0 0,-2 1 1 0 0,0-40 0 0 0,-6-121 115 0 0,-1 56 227 0 0,-11 252-3 0 0,-11 135-199 0 0,-6 36-41 0 0,11-132-69 0 0,-34 350 51 0 0,54-495-70 0 0,-2 16-9 0 0,2 0-1 0 0,0 0 1 0 0,7 40 0 0 0,-7-60 3 0 0,0-1 0 0 0,1 0 1 0 0,-1 0-1 0 0,0 1 0 0 0,1-1 0 0 0,-1 0 1 0 0,1 0-1 0 0,-1 0 0 0 0,1 1 0 0 0,0-1 1 0 0,0 0-1 0 0,-1 0 0 0 0,1 0 1 0 0,0 0-1 0 0,0 0 0 0 0,0 0 0 0 0,0-1 1 0 0,1 2-1 0 0,-1-2-50 0 0,14-18-74 0 0,-13 17 121 0 0,-1-1 0 0 0,1 0 0 0 0,0 0 0 0 0,-1 0-1 0 0,1 0 1 0 0,-1 0 0 0 0,1 0 0 0 0,-1 0 0 0 0,0 0-1 0 0,2-4 1 0 0,4-24-96 0 0,-1 0 0 0 0,-1 0-1 0 0,-1-1 1 0 0,-1-43-1 0 0,-2 38 19 0 0,-3-116-263 0 0,-1 93-7 0 0,7-69-1 0 0,-4 125 323 0 0,1 1 0 0 0,-1-1 0 0 0,1 0 0 0 0,0 1-1 0 0,0-1 1 0 0,0 0 0 0 0,0 1 0 0 0,0-1 0 0 0,1 1-1 0 0,-1 0 1 0 0,1 0 0 0 0,0-1 0 0 0,0 1 0 0 0,0 0-1 0 0,0 0 1 0 0,0 1 0 0 0,0-1 0 0 0,0 0-1 0 0,0 1 1 0 0,5-3 0 0 0,4-2-115 0 0,1 1 1 0 0,-1 1-1 0 0,18-5 0 0 0,-5 2 13 0 0,-13 2 104 0 0,0 1 1 0 0,-1-2-1 0 0,1 1 0 0 0,-1-1 0 0 0,-1-1 1 0 0,1 0-1 0 0,-1 0 0 0 0,-1-1 0 0 0,1 0 1 0 0,-1 0-1 0 0,13-18 0 0 0,-10 9 98 0 0,-1 1-1 0 0,0-2 1 0 0,-1 1-1 0 0,-1-1 1 0 0,-1 0 0 0 0,7-27-1 0 0,-12 40 16 0 0,-1-1 0 0 0,0 0 0 0 0,-1 0 0 0 0,1 0 0 0 0,-1 0 0 0 0,0 0 0 0 0,-1 0 0 0 0,-1-11 0 0 0,1 15-9 0 0,1-1 0 0 0,-1 0-1 0 0,0 0 1 0 0,0 1 0 0 0,0-1 0 0 0,0 0-1 0 0,-1 1 1 0 0,1-1 0 0 0,0 1 0 0 0,-1 0-1 0 0,0-1 1 0 0,0 1 0 0 0,0 0 0 0 0,0 0-1 0 0,0 0 1 0 0,0 0 0 0 0,0 1 0 0 0,-1-1-1 0 0,1 1 1 0 0,-3-2 0 0 0,3 2-49 0 0,0 1 1 0 0,1 0-1 0 0,-1-1 1 0 0,0 1-1 0 0,0 0 0 0 0,1 0 1 0 0,-1 0-1 0 0,0 1 1 0 0,1-1-1 0 0,-1 0 1 0 0,0 1-1 0 0,1-1 0 0 0,-1 1 1 0 0,0-1-1 0 0,1 1 1 0 0,-1 0-1 0 0,1 0 1 0 0,-1 0-1 0 0,1 0 0 0 0,0 0 1 0 0,-1 0-1 0 0,1 0 1 0 0,0 0-1 0 0,-1 0 1 0 0,1 0-1 0 0,0 1 0 0 0,0-1 1 0 0,-1 3-1 0 0,-2 2 5 0 0,0 0 1 0 0,0 0-1 0 0,1 0 0 0 0,-1 1 0 0 0,-1 7 0 0 0,1-3-7 0 0,1 1 1 0 0,0 0-1 0 0,1 0 0 0 0,0 1 0 0 0,1-1 0 0 0,1 0 0 0 0,0 0 0 0 0,0 1 1 0 0,1-1-1 0 0,5 22 0 0 0,-4-26-24 0 0,0 0 0 0 0,1 0 0 0 0,0 0 0 0 0,0-1 0 0 0,0 0 0 0 0,1 0 0 0 0,0 0 0 0 0,1 0 0 0 0,0 0 1 0 0,0-1-1 0 0,0 0 0 0 0,1 0 0 0 0,-1 0 0 0 0,2-1 0 0 0,-1 0 0 0 0,14 9 0 0 0,-15-11-33 0 0,1 0 0 0 0,-1 0 0 0 0,1 0 0 0 0,0-1 0 0 0,0 0 0 0 0,0 0 0 0 0,0-1 0 0 0,0 0 1 0 0,0 0-1 0 0,1 0 0 0 0,-1-1 0 0 0,0 0 0 0 0,0 0 0 0 0,0 0 0 0 0,8-2 0 0 0,-7 0-361 0 0,-1 0 0 0 0,1 0 0 0 0,-1-1 0 0 0,1 0 0 0 0,-1 0-1 0 0,0-1 1 0 0,0 1 0 0 0,9-9 0 0 0,1-2-4039 0 0,-4 1-1995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24 66 9085 0 0,'-2'-2'5882'0'0,"-7"-13"-224"0"0,0-1-1551 0 0,6 12 894 0 0,24 43-4742 0 0,29 58 254 0 0,-43-81-399 0 0,0 0-1 0 0,-2 1 1 0 0,0 0-1 0 0,4 22 1 0 0,-9-36-94 0 0,1 1 1 0 0,-1-1-1 0 0,0 1 1 0 0,0-1-1 0 0,-1 1 1 0 0,1-1-1 0 0,-1 0 1 0 0,1 1-1 0 0,-1-1 1 0 0,-2 4-1 0 0,3-6-11 0 0,-1 0 0 0 0,1 1 1 0 0,-1-1-1 0 0,1 0 0 0 0,-1 0 0 0 0,0 0 0 0 0,0 0 1 0 0,0 0-1 0 0,0 0 0 0 0,0 0 0 0 0,0 0 0 0 0,0 0 1 0 0,0 0-1 0 0,0-1 0 0 0,0 1 0 0 0,0 0 0 0 0,0-1 0 0 0,-1 1 1 0 0,1-1-1 0 0,0 1 0 0 0,0-1 0 0 0,-1 0 0 0 0,1 1 1 0 0,0-1-1 0 0,-1 0 0 0 0,-1 0 0 0 0,1 0 25 0 0,-12-14 28 0 0,11 9-56 0 0,0 0-1 0 0,1-1 1 0 0,-1 1-1 0 0,1-1 1 0 0,0 0-1 0 0,0 0 0 0 0,1 0 1 0 0,0 0-1 0 0,0 0 1 0 0,0 0-1 0 0,1 0 1 0 0,0-9-1 0 0,1 0-58 0 0,0 0 0 0 0,1 0-1 0 0,7-27 1 0 0,-3 22-270 0 0,0 1-1 0 0,1 0 0 0 0,13-22 0 0 0,5 5-6697 0 0,-14 25 643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3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21 186 7377 0 0,'3'-2'4353'0'0,"11"-4"-1516"0"0,-1-1 0 0 0,16-12 0 0 0,-18 11-2047 0 0,-1 0 1 0 0,1-1-1 0 0,-2 0 0 0 0,1-1 0 0 0,13-18 0 0 0,-20 24-498 0 0,-1 0-1 0 0,0 0 0 0 0,0 0 0 0 0,-1 0 1 0 0,1 0-1 0 0,-1-1 0 0 0,1 1 0 0 0,-2 0 1 0 0,1-1-1 0 0,0 1 0 0 0,-1-6 0 0 0,0 9-237 0 0,0 0-1 0 0,0 0 1 0 0,0 0-1 0 0,0 0 1 0 0,0 0-1 0 0,0 0 1 0 0,-1 0-1 0 0,1 0 1 0 0,0 0-1 0 0,-1 0 1 0 0,1 1-1 0 0,-1-1 1 0 0,1 0-1 0 0,-1 0 1 0 0,1 0-1 0 0,-1 0 1 0 0,0 1-1 0 0,1-1 1 0 0,-1 0-1 0 0,0 1 1 0 0,0-1-1 0 0,0 0 1 0 0,1 1-1 0 0,-1-1 1 0 0,0 1-1 0 0,0-1 1 0 0,0 1-1 0 0,0 0 1 0 0,0-1-1 0 0,0 1 1 0 0,0 0-1 0 0,0 0 1 0 0,0 0-1 0 0,0-1 1 0 0,0 1-1 0 0,0 0 1 0 0,0 0-1 0 0,0 1 1 0 0,0-1-1 0 0,-1 0 1 0 0,-3 1 76 0 0,-1-1 0 0 0,1 1 0 0 0,0 0 0 0 0,-9 4 1 0 0,7-2-64 0 0,0 0 1 0 0,0 1-1 0 0,0 0 1 0 0,0 0-1 0 0,1 1 0 0 0,0 0 1 0 0,0 0-1 0 0,0 0 1 0 0,1 1-1 0 0,0 0 1 0 0,0 0-1 0 0,0 0 1 0 0,-5 11-1 0 0,7-13-77 0 0,1 1-1 0 0,-1-1 0 0 0,1 0 0 0 0,1 1 0 0 0,-1-1 0 0 0,1 1 0 0 0,-1 0 0 0 0,1 0 1 0 0,1-1-1 0 0,-1 1 0 0 0,1 0 0 0 0,0 0 0 0 0,0 0 0 0 0,0 0 0 0 0,0 0 0 0 0,1-1 1 0 0,0 1-1 0 0,0 0 0 0 0,1 0 0 0 0,-1-1 0 0 0,1 1 0 0 0,3 5 0 0 0,-2-5-51 0 0,1-1-1 0 0,0 1 1 0 0,0-1-1 0 0,0 1 1 0 0,1-1-1 0 0,0-1 1 0 0,0 1-1 0 0,0-1 1 0 0,0 1-1 0 0,8 3 1 0 0,1-1-317 0 0,1 0 1 0 0,28 8 0 0 0,0-9-1728 0 0,-14-6-2863 0 0,-6 0-1400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75 6473 0 0,'-1'0'4059'0'0,"-7"-3"1861"0"0,4-2-4813 0 0,-3-9 6971 0 0,6 9-8301 0 0,1 3 1293 0 0,0-25 2101 0 0,1 24-2972 0 0,0-9 853 0 0,0 8-345 0 0,-1 6 21 0 0,1 169-432 0 0,-4-72-230 0 0,4-54-26 0 0,-1-44-28 0 0,0-7-9 0 0,4-32 0 0 0,9-72-25 0 0,-10 94 12 0 0,1 1 0 0 0,0 0 0 0 0,1 0 0 0 0,1 0 0 0 0,9-17 0 0 0,-15 31 10 0 0,2-3-4 0 0,0 0 0 0 0,1 0 0 0 0,-1 0 0 0 0,1 0 0 0 0,0 1 0 0 0,0-1 0 0 0,0 1 0 0 0,1 0 1 0 0,5-5-1 0 0,-8 7 5 0 0,0 0-1 0 0,0 0 1 0 0,-1 1 0 0 0,1-1 0 0 0,0 0 0 0 0,0 1 0 0 0,0-1 0 0 0,0 0 0 0 0,1 1-1 0 0,-1-1 1 0 0,0 1 0 0 0,0 0 0 0 0,0-1 0 0 0,0 1 0 0 0,0 0 0 0 0,1 0 0 0 0,-1 0 0 0 0,0 0-1 0 0,0 0 1 0 0,0 0 0 0 0,1 0 0 0 0,-1 0 0 0 0,0 0 0 0 0,0 1 0 0 0,0-1 0 0 0,0 0-1 0 0,0 1 1 0 0,1-1 0 0 0,-1 1 0 0 0,0-1 0 0 0,0 1 0 0 0,0-1 0 0 0,0 1 0 0 0,0 0 0 0 0,0 0-1 0 0,-1-1 1 0 0,1 1 0 0 0,1 2 0 0 0,1 1 3 0 0,-1 0-1 0 0,0 0 1 0 0,0 0 0 0 0,0 1-1 0 0,0-1 1 0 0,1 10 0 0 0,-1-8 2 0 0,2 20-88 0 0,0 0-1 0 0,-2 0 1 0 0,0 0 0 0 0,-2 1 0 0 0,-4 36 0 0 0,4-61-200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 20 4156 0 0,'0'-1'8967'0'0,"-3"-12"3094"0"0,-9 9-10587 0 0,9 3-285 0 0,0 3-248 0 0,-4 5-709 0 0,0-1 0 0 0,1 2 0 0 0,0-1 0 0 0,0 1 0 0 0,0-1 1 0 0,1 2-1 0 0,0-1 0 0 0,1 0 0 0 0,0 1 0 0 0,0 0 0 0 0,1 0 0 0 0,0 0 0 0 0,-2 12 0 0 0,2-4-176 0 0,0 0 0 0 0,1 0 0 0 0,0 0 1 0 0,2 0-1 0 0,0 1 0 0 0,5 31 0 0 0,-5-46-78 0 0,1-1-1 0 0,0 1 1 0 0,0-1 0 0 0,0 1 0 0 0,0-1 0 0 0,0 0 0 0 0,0 1 0 0 0,3 2-1 0 0,-3-4-17 0 0,0 0-1 0 0,-1 0 0 0 0,1-1 1 0 0,0 1-1 0 0,-1 0 0 0 0,1 0 1 0 0,0-1-1 0 0,0 1 1 0 0,-1-1-1 0 0,1 1 0 0 0,0-1 1 0 0,0 1-1 0 0,0-1 0 0 0,0 0 1 0 0,0 1-1 0 0,0-1 0 0 0,0 0 1 0 0,0 0-1 0 0,0 1 0 0 0,0-1 1 0 0,0 0-1 0 0,0 0 0 0 0,0 0 1 0 0,0 0-1 0 0,0 0 0 0 0,0-1 1 0 0,0 1-1 0 0,0 0 0 0 0,1-1 1 0 0,21-10-1751 0 0,-6 1-3283 0 0,-3 0-1382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0 272 12317 0 0,'0'-1'3329'0'0,"1"-11"9533"0"0,0 11-12792 0 0,-1 0 1 0 0,1 0 0 0 0,-1 0-1 0 0,1 0 1 0 0,-1 0-1 0 0,1 0 1 0 0,0 0-1 0 0,-1 0 1 0 0,1 0-1 0 0,0 0 1 0 0,0 0 0 0 0,0 0-1 0 0,0 0 1 0 0,0 0-1 0 0,0 1 1 0 0,0-1-1 0 0,0 0 1 0 0,0 1-1 0 0,2-1 1 0 0,30-13 478 0 0,-15 7-385 0 0,-5 2-84 0 0,1-2 1 0 0,-1 0-1 0 0,0 0 0 0 0,-1-1 0 0 0,0-1 1 0 0,19-17-1 0 0,-27 23-57 0 0,-1-1 1 0 0,1 1 0 0 0,-1-1-1 0 0,0 0 1 0 0,0 0-1 0 0,-1 0 1 0 0,1 0 0 0 0,-1-1-1 0 0,0 1 1 0 0,0-1-1 0 0,0 1 1 0 0,-1-1 0 0 0,1 0-1 0 0,-1 1 1 0 0,-1-1-1 0 0,1 0 1 0 0,0 0 0 0 0,-1 0-1 0 0,0 0 1 0 0,0 0-1 0 0,-1 0 1 0 0,1 0 0 0 0,-4-9-1 0 0,4 12-6 0 0,0 0 1 0 0,-1 1-1 0 0,0-1 0 0 0,1 0 0 0 0,-1 0 0 0 0,0 1 1 0 0,0-1-1 0 0,0 1 0 0 0,0-1 0 0 0,0 1 0 0 0,0-1 1 0 0,0 1-1 0 0,-1-1 0 0 0,1 1 0 0 0,0 0 0 0 0,-1 0 1 0 0,1 0-1 0 0,-1 0 0 0 0,0 0 0 0 0,1 0 0 0 0,-1 0 1 0 0,0 0-1 0 0,1 1 0 0 0,-1-1 0 0 0,0 1 0 0 0,0-1 1 0 0,1 1-1 0 0,-1 0 0 0 0,0-1 0 0 0,0 1 0 0 0,0 0 0 0 0,0 0 1 0 0,0 1-1 0 0,1-1 0 0 0,-1 0 0 0 0,0 0 0 0 0,0 1 1 0 0,0-1-1 0 0,1 1 0 0 0,-3 1 0 0 0,-1 0 2 0 0,0 0 0 0 0,1 0 0 0 0,-1 0 0 0 0,1 1 0 0 0,0 0 0 0 0,0 0 0 0 0,0 0 0 0 0,0 1 0 0 0,1-1 0 0 0,-1 1 0 0 0,1 0-1 0 0,0 0 1 0 0,-6 8 0 0 0,5-1-15 0 0,-1 1 0 0 0,1-1 0 0 0,1 1-1 0 0,0-1 1 0 0,1 1 0 0 0,0 0 0 0 0,1 0-1 0 0,0 0 1 0 0,1 0 0 0 0,1 18 0 0 0,1-16-7 0 0,0 1 1 0 0,1-1-1 0 0,1 1 1 0 0,0-1-1 0 0,0 0 1 0 0,2-1-1 0 0,-1 1 1 0 0,10 13-1 0 0,-13-24-26 0 0,0 0 1 0 0,1 0-1 0 0,-1 0 1 0 0,1-1-1 0 0,0 1 1 0 0,0-1-1 0 0,0 0 1 0 0,0 0-1 0 0,0 0 1 0 0,0 0-1 0 0,0-1 1 0 0,1 1-1 0 0,-1-1 0 0 0,1 0 1 0 0,-1 0-1 0 0,1 0 1 0 0,0 0-1 0 0,-1 0 1 0 0,1-1-1 0 0,0 0 1 0 0,-1 0-1 0 0,1 0 1 0 0,6-1-1 0 0,9-1-1268 0 0,0-1 1 0 0,-1-1-1 0 0,24-7 0 0 0,-36 9 541 0 0,54-15-5747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5 11737 0 0,'-3'-5'17414'0'0,"6"80"-16050"0"0,12 127 117 0 0,-3 30-923 0 0,-11-190-508 0 0,3 89-162 0 0,-2-123 158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55 389 5184 0 0,'-8'-19'9589'0'0,"-4"1"-4365"0"0,9 14-4707 0 0,0 0 1 0 0,1 0 0 0 0,-1-1 0 0 0,1 1-1 0 0,0-1 1 0 0,0 0 0 0 0,0 1 0 0 0,0-1-1 0 0,1 0 1 0 0,0 0 0 0 0,-1-10 0 0 0,-2-27 1126 0 0,2 27-997 0 0,0 1-1 0 0,1-16 0 0 0,1 24-499 0 0,0-8 154 0 0,1 0 0 0 0,0-1 1 0 0,1 1-1 0 0,7-27 0 0 0,-7 36-292 0 0,-1 1 0 0 0,1-1-1 0 0,1 1 1 0 0,-1 0 0 0 0,1 0 0 0 0,0 0 0 0 0,0 0-1 0 0,0 1 1 0 0,0-1 0 0 0,0 1 0 0 0,1 0 0 0 0,0 0 0 0 0,0 0-1 0 0,0 0 1 0 0,0 1 0 0 0,0-1 0 0 0,0 1 0 0 0,9-3 0 0 0,-5 2-15 0 0,0 1 0 0 0,0-1 0 0 0,0 1 0 0 0,0 1 0 0 0,0 0 0 0 0,1 0 0 0 0,-1 1 0 0 0,0 0 0 0 0,1 0 0 0 0,-1 1 0 0 0,1 0 0 0 0,-1 0 0 0 0,0 1 0 0 0,0 0 0 0 0,11 4 0 0 0,-14-3 2 0 0,1-1-1 0 0,-1 1 0 0 0,0 0 1 0 0,0 1-1 0 0,0-1 0 0 0,0 1 0 0 0,0 0 1 0 0,-1 0-1 0 0,0 0 0 0 0,0 1 1 0 0,0 0-1 0 0,0-1 0 0 0,-1 1 1 0 0,1 1-1 0 0,-1-1 0 0 0,-1 0 0 0 0,1 1 1 0 0,-1-1-1 0 0,0 1 0 0 0,0 0 1 0 0,1 11-1 0 0,-1 0 1 0 0,0 1 0 0 0,-2-1 0 0 0,0 1 0 0 0,-1-1 0 0 0,-1 1 1 0 0,-1-1-1 0 0,0 0 0 0 0,-8 24 0 0 0,-1-6-52 0 0,-2 0 0 0 0,-33 62 0 0 0,23-46-849 0 0,23-49 652 0 0,6-4-1822 0 0,14-7 2079 0 0,-14 7 327 0 0,-4 2-301 0 0,-1 0 1 0 0,1 1-1 0 0,0-1 0 0 0,-1 0 1 0 0,1 0-1 0 0,0 1 0 0 0,-1-1 1 0 0,1 0-1 0 0,-1 1 0 0 0,1-1 1 0 0,-1 1-1 0 0,1-1 1 0 0,-1 1-1 0 0,1-1 0 0 0,-1 1 1 0 0,1-1-1 0 0,-1 1 0 0 0,1 0 1 0 0,-1 16 140 0 0,0-1-1 0 0,1 1 1 0 0,1-1 0 0 0,1 0 0 0 0,7 24 0 0 0,-9-35-176 0 0,1 1 0 0 0,1-1 0 0 0,-1 0 0 0 0,1 1 0 0 0,0-1 0 0 0,0-1 0 0 0,0 1 1 0 0,1 0-1 0 0,-1-1 0 0 0,1 0 0 0 0,0 0 0 0 0,1 0 0 0 0,-1 0 0 0 0,1 0 0 0 0,-1-1 0 0 0,1 0 0 0 0,0 0 0 0 0,1-1 0 0 0,8 4 0 0 0,-5-3-24 0 0,0-1 0 0 0,0-1 0 0 0,1 1 0 0 0,-1-1 0 0 0,0-1-1 0 0,1 0 1 0 0,-1-1 0 0 0,1 1 0 0 0,-1-2 0 0 0,0 1 0 0 0,0-1-1 0 0,0-1 1 0 0,0 0 0 0 0,0 0 0 0 0,10-5 0 0 0,-6 1 3 0 0,1 0 0 0 0,-1 0 0 0 0,-1-1 0 0 0,0-1 0 0 0,0 0 0 0 0,-1-1 0 0 0,0 0 0 0 0,18-22 0 0 0,-24 25 78 0 0,1 0 0 0 0,-1-1-1 0 0,-1 0 1 0 0,0 0 0 0 0,0 0-1 0 0,0-1 1 0 0,-1 1-1 0 0,3-12 1 0 0,-5 15 51 0 0,-1 0-1 0 0,1 0 1 0 0,-1 0 0 0 0,1 0-1 0 0,-2 0 1 0 0,1 0 0 0 0,0 0-1 0 0,-1 1 1 0 0,0-1 0 0 0,0 0-1 0 0,0 0 1 0 0,-1 0 0 0 0,0 1-1 0 0,0-1 1 0 0,0 1 0 0 0,-4-7 0 0 0,5 10-77 0 0,0 0 1 0 0,1-1 0 0 0,-1 1 0 0 0,0 0 0 0 0,-1 0 0 0 0,1 0 0 0 0,0 0 0 0 0,0 0 0 0 0,0 0 0 0 0,-1 0 0 0 0,1 1 0 0 0,0-1 0 0 0,-1 0 0 0 0,1 1 0 0 0,0-1-1 0 0,-1 1 1 0 0,1-1 0 0 0,-1 1 0 0 0,1 0 0 0 0,-1-1 0 0 0,1 1 0 0 0,-1 0 0 0 0,1 0 0 0 0,-1 0 0 0 0,1 0 0 0 0,-1 1 0 0 0,1-1 0 0 0,-1 0 0 0 0,1 1 0 0 0,-1-1-1 0 0,1 1 1 0 0,-1-1 0 0 0,1 1 0 0 0,0 0 0 0 0,-1-1 0 0 0,1 1 0 0 0,-2 1 0 0 0,-2 1 0 0 0,1 1 0 0 0,0-1 0 0 0,0 0 1 0 0,0 1-1 0 0,0 0 0 0 0,1 0 0 0 0,-1 0 0 0 0,1 0 0 0 0,-4 7 0 0 0,2-2-13 0 0,1 1-1 0 0,0-1 1 0 0,1 1-1 0 0,0 0 0 0 0,0 0 1 0 0,1 0-1 0 0,0 0 1 0 0,1 1-1 0 0,0 17 1 0 0,1-21-15 0 0,0-1 0 0 0,1 1 1 0 0,1-1-1 0 0,-1 1 1 0 0,1-1-1 0 0,0 0 1 0 0,0 0-1 0 0,1 1 1 0 0,0-2-1 0 0,0 1 0 0 0,0 0 1 0 0,1 0-1 0 0,-1-1 1 0 0,2 0-1 0 0,-1 0 1 0 0,7 6-1 0 0,-6-6-2 0 0,0-1 0 0 0,1 1 0 0 0,0-1 0 0 0,0 0 0 0 0,0-1 0 0 0,1 0 0 0 0,-1 0 0 0 0,1 0 0 0 0,-1 0 0 0 0,1-1 0 0 0,0-1 0 0 0,0 1 0 0 0,0-1 0 0 0,0 0 0 0 0,11 0 0 0 0,-13-1-1 0 0,1-1 0 0 0,-1 1 0 0 0,0-1 1 0 0,0 0-1 0 0,0-1 0 0 0,0 1 0 0 0,0-1 1 0 0,0 0-1 0 0,0 0 0 0 0,0 0 0 0 0,-1-1 0 0 0,1 0 1 0 0,-1 0-1 0 0,0 0 0 0 0,0 0 0 0 0,0-1 1 0 0,0 1-1 0 0,0-1 0 0 0,-1 0 0 0 0,0 0 0 0 0,5-7 1 0 0,-5 5 1 0 0,0-1 0 0 0,-1 1 1 0 0,0 0-1 0 0,0-1 0 0 0,-1 1 0 0 0,1-1 1 0 0,-1 0-1 0 0,-1 1 0 0 0,1-1 1 0 0,-1 0-1 0 0,0 0 0 0 0,-1 1 1 0 0,-2-14-1 0 0,1 8-1 0 0,-1 0 1 0 0,-1 0 0 0 0,1 0-1 0 0,-2 0 1 0 0,0 0-1 0 0,-9-16 1 0 0,10 23-5 0 0,1 0 1 0 0,-1 0-1 0 0,0 0 1 0 0,0 0-1 0 0,-1 1 1 0 0,1 0-1 0 0,-1 0 1 0 0,0 0-1 0 0,0 0 1 0 0,0 1-1 0 0,-1 0 1 0 0,-11-5-1 0 0,16 7-36 0 0,-1 1 0 0 0,1 0 0 0 0,-1 0-1 0 0,1 0 1 0 0,-1 0 0 0 0,0 0 0 0 0,1 0-1 0 0,-1 1 1 0 0,1-1 0 0 0,-1 1 0 0 0,1-1-1 0 0,-1 1 1 0 0,1-1 0 0 0,-1 1 0 0 0,1 0-1 0 0,0-1 1 0 0,-1 1 0 0 0,1 0 0 0 0,0 0-1 0 0,0 0 1 0 0,-1 0 0 0 0,0 2 0 0 0,2-3-49 0 0,-1 1 1 0 0,1 0-1 0 0,0 0 1 0 0,0 0-1 0 0,-1 0 1 0 0,1-1-1 0 0,0 1 1 0 0,0 0-1 0 0,0 0 1 0 0,0 0-1 0 0,0 0 1 0 0,0-1-1 0 0,0 1 1 0 0,0 0-1 0 0,0 1 1 0 0,3 5-5058 0 0,8 7-1348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313 770 2824 0 0,'7'-17'11151'0'0,"-8"-1"-4612"0"0,0 14-5869 0 0,-1 0-1 0 0,1 0 0 0 0,-1 1 0 0 0,0-1 1 0 0,0 0-1 0 0,0 1 0 0 0,-4-6 0 0 0,-2 0-102 0 0,0 1 0 0 0,-1-1-1 0 0,0 1 1 0 0,-16-10-1 0 0,18 13-370 0 0,-1 0 0 0 0,-1 1-1 0 0,1 1 1 0 0,-1-1 0 0 0,1 1-1 0 0,-1 1 1 0 0,0 0 0 0 0,0 0-1 0 0,0 0 1 0 0,0 1 0 0 0,0 1-1 0 0,0 0 1 0 0,-1 0 0 0 0,1 0-1 0 0,-10 3 1 0 0,14-2-176 0 0,1-1 1 0 0,-1 1-1 0 0,1 1 1 0 0,0-1-1 0 0,-1 1 1 0 0,1 0 0 0 0,0-1-1 0 0,0 2 1 0 0,0-1-1 0 0,0 0 1 0 0,1 1-1 0 0,-1 0 1 0 0,1 0-1 0 0,-1 0 1 0 0,1 0-1 0 0,0 1 1 0 0,0-1-1 0 0,1 1 1 0 0,-1-1-1 0 0,1 1 1 0 0,0 0-1 0 0,-1 0 1 0 0,2 0-1 0 0,-1 1 1 0 0,0-1-1 0 0,1 0 1 0 0,0 1-1 0 0,0-1 1 0 0,0 0-1 0 0,1 1 1 0 0,-1 0-1 0 0,1 5 1 0 0,1-3-27 0 0,0-1 0 0 0,0 1 0 0 0,1 0-1 0 0,0 0 1 0 0,0 0 0 0 0,0-1 0 0 0,1 1 0 0 0,0-1 0 0 0,0 0-1 0 0,1 0 1 0 0,0 0 0 0 0,0 0 0 0 0,0-1 0 0 0,1 1 0 0 0,-1-1 0 0 0,1 0-1 0 0,0-1 1 0 0,7 5 0 0 0,-4-2-32 0 0,0-2 0 0 0,0 1 1 0 0,0-1-1 0 0,1 0 0 0 0,0-1 0 0 0,0 1 0 0 0,0-2 0 0 0,1 0 1 0 0,-1 0-1 0 0,1 0 0 0 0,0-1 0 0 0,11 0 0 0 0,-18-1 25 0 0,-1-1-1 0 0,0 0 0 0 0,0-1 0 0 0,1 1 1 0 0,-1 0-1 0 0,0-1 0 0 0,0 1 0 0 0,0-1 1 0 0,1 0-1 0 0,-1 1 0 0 0,0-1 1 0 0,0 0-1 0 0,0 0 0 0 0,0-1 0 0 0,0 1 1 0 0,-1 0-1 0 0,1-1 0 0 0,3-2 0 0 0,-3 1 10 0 0,0 0 0 0 0,0 0 0 0 0,0 0 0 0 0,0-1 0 0 0,0 1 0 0 0,-1 0 0 0 0,0-1 0 0 0,0 1 0 0 0,0-1 0 0 0,1-5 0 0 0,0-8 43 0 0,-1 0 1 0 0,-1 1 0 0 0,0-1 0 0 0,-3-17 0 0 0,2 25-18 0 0,1 4 10 0 0,0-1 0 0 0,-1 1 0 0 0,0 0 1 0 0,0-1-1 0 0,-1 1 0 0 0,1 0 1 0 0,-1 0-1 0 0,-4-9 0 0 0,5 13-9 0 0,0 10-48 0 0,1 1 0 0 0,0-1 0 0 0,1 0 0 0 0,0 1 0 0 0,0-1 0 0 0,1 0 0 0 0,0 0 0 0 0,1 0 0 0 0,0 0 0 0 0,6 12 0 0 0,-3-11-14 0 0,0-1 1 0 0,0-1-1 0 0,1 1 0 0 0,0-1 0 0 0,0 0 1 0 0,1-1-1 0 0,0 1 0 0 0,0-2 0 0 0,1 1 0 0 0,0-1 1 0 0,0 0-1 0 0,1-1 0 0 0,-1 0 0 0 0,1-1 0 0 0,0 0 1 0 0,1-1-1 0 0,-1 0 0 0 0,0 0 0 0 0,1-1 0 0 0,0 0 1 0 0,-1-1-1 0 0,1 0 0 0 0,0-1 0 0 0,0 0 1 0 0,0-1-1 0 0,-1 0 0 0 0,1 0 0 0 0,0-1 0 0 0,-1-1 1 0 0,1 0-1 0 0,-1 0 0 0 0,0-1 0 0 0,16-9 0 0 0,-21 10 20 0 0,0-1 0 0 0,0 1 0 0 0,0-1 0 0 0,-1 0 0 0 0,1-1 0 0 0,-1 1 0 0 0,0-1 0 0 0,0 0 0 0 0,4-7 0 0 0,-7 10 42 0 0,1-1 0 0 0,-1 0 0 0 0,1 1 0 0 0,-1-1 0 0 0,0 0 0 0 0,0 0 0 0 0,0 0 0 0 0,-1 0-1 0 0,1 0 1 0 0,-1 0 0 0 0,0 0 0 0 0,1 0 0 0 0,-1 0 0 0 0,-1 0 0 0 0,1 0 0 0 0,0 0 0 0 0,-1 0 0 0 0,1 0 0 0 0,-1 0 0 0 0,-2-5 0 0 0,0 2 42 0 0,0 1 0 0 0,-1-1 0 0 0,0 1 0 0 0,0 0 0 0 0,0 0 0 0 0,0 0 1 0 0,-1 1-1 0 0,0-1 0 0 0,0 1 0 0 0,0 0 0 0 0,-1 1 0 0 0,1-1 0 0 0,-9-3 0 0 0,5 3 1 0 0,-1 0-1 0 0,0 0 0 0 0,0 1 0 0 0,0 1 1 0 0,0 0-1 0 0,0 0 0 0 0,-21 0 0 0 0,26 1-58 0 0,1 1 0 0 0,-1 0 0 0 0,0 1-1 0 0,0-1 1 0 0,0 1 0 0 0,0 0 0 0 0,1 0 0 0 0,-1 1-1 0 0,0-1 1 0 0,1 1 0 0 0,-1 0 0 0 0,1 1-1 0 0,0-1 1 0 0,0 0 0 0 0,0 1 0 0 0,0 0 0 0 0,0 0-1 0 0,0 1 1 0 0,1-1 0 0 0,-1 1 0 0 0,1-1-1 0 0,0 1 1 0 0,0 0 0 0 0,1 0 0 0 0,-1 0 0 0 0,1 1-1 0 0,0-1 1 0 0,0 1 0 0 0,0-1 0 0 0,1 1 0 0 0,-1 0-1 0 0,1-1 1 0 0,0 1 0 0 0,0 0 0 0 0,1 0-1 0 0,0 0 1 0 0,0 0 0 0 0,0-1 0 0 0,0 1 0 0 0,1 0-1 0 0,0 0 1 0 0,0 0 0 0 0,0 0 0 0 0,0-1-1 0 0,1 1 1 0 0,3 6 0 0 0,1 2-8 0 0,0 0 0 0 0,1-1 0 0 0,1 0 0 0 0,0 0 0 0 0,1-1 0 0 0,12 13 0 0 0,-17-20-3 0 0,0 1 0 0 0,1-1 0 0 0,0 0 0 0 0,0 0 0 0 0,0 0 1 0 0,0-1-1 0 0,0 1 0 0 0,1-1 0 0 0,-1-1 0 0 0,1 1 0 0 0,0-1 1 0 0,0 0-1 0 0,0 0 0 0 0,0-1 0 0 0,0 0 0 0 0,11 1 0 0 0,-14-2 1 0 0,1-1 0 0 0,0 0 0 0 0,-1 0 0 0 0,1 0 0 0 0,-1 0 0 0 0,0-1 0 0 0,1 1 0 0 0,-1-1 0 0 0,0 0 0 0 0,0 0 0 0 0,0 0-1 0 0,0 0 1 0 0,0-1 0 0 0,0 1 0 0 0,-1-1 0 0 0,1 1 0 0 0,-1-1 0 0 0,1 0 0 0 0,-1 0 0 0 0,0 0 0 0 0,-1-1 0 0 0,1 1 0 0 0,0 0 0 0 0,-1-1 0 0 0,2-4-1 0 0,2-5 0 0 0,-1-1-1 0 0,0-1 1 0 0,-1 1-1 0 0,-1 0 1 0 0,1-16-1 0 0,-2-7-1 0 0,-1 0 0 0 0,-7-49 1 0 0,-20-77-2 0 0,23 140 7 0 0,-8-33 2 0 0,-20-60 1 0 0,22 86 10 0 0,-2 0 0 0 0,-1 1 0 0 0,-30-50 0 0 0,28 55 9 0 0,4 5 13 0 0,-25-31 0 0 0,32 47-25 0 0,1-1 0 0 0,0 0 1 0 0,-1 1-1 0 0,0 0 0 0 0,1 0 0 0 0,-1 0 0 0 0,0 0 0 0 0,-1 0 0 0 0,1 1 0 0 0,-1 0 0 0 0,1 0 0 0 0,-1 0 1 0 0,-7-2-1 0 0,11 4-8 0 0,0 0 0 0 0,-1 0 1 0 0,1 0-1 0 0,0 0 0 0 0,0 0 1 0 0,-1 1-1 0 0,1-1 0 0 0,0 0 1 0 0,0 1-1 0 0,0-1 0 0 0,-1 1 1 0 0,1-1-1 0 0,0 1 0 0 0,0-1 0 0 0,0 1 1 0 0,0 0-1 0 0,0-1 0 0 0,0 1 1 0 0,0 0-1 0 0,0 0 0 0 0,0 0 1 0 0,1 0-1 0 0,-1 0 0 0 0,0 0 1 0 0,0 0-1 0 0,1 0 0 0 0,-1 0 1 0 0,1 0-1 0 0,-1 0 0 0 0,1 1 1 0 0,-1-1-1 0 0,1 2 0 0 0,-2 3 3 0 0,0 0-1 0 0,1 1 0 0 0,0-1 1 0 0,-1 13-1 0 0,3 1-3 0 0,0-1-1 0 0,1 1 1 0 0,1-1-1 0 0,1 0 1 0 0,0 0-1 0 0,9 22 1 0 0,49 106-2 0 0,-27-79-69 0 0,3-2 0 0 0,2-2 0 0 0,3-2-1 0 0,61 68 1 0 0,-91-115-2396 0 0,25 19 0 0 0,-19-20-3956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31 822 8609 0 0,'4'53'12114'0'0,"-4"-33"-9628"0"0,2 0 1 0 0,6 33 0 0 0,-8-52-2417 0 0,0 0 0 0 0,0 0-1 0 0,0-1 1 0 0,1 1 0 0 0,-1 0-1 0 0,0 0 1 0 0,0-1 0 0 0,0 1-1 0 0,1 0 1 0 0,-1 0 0 0 0,0-1 0 0 0,1 1-1 0 0,-1 0 1 0 0,1-1 0 0 0,-1 1-1 0 0,1 0 1 0 0,-1-1 0 0 0,1 1-1 0 0,-1-1 1 0 0,1 1 0 0 0,0-1-1 0 0,-1 1 1 0 0,1-1 0 0 0,0 0-1 0 0,-1 1 1 0 0,2-1 0 0 0,-1 0-47 0 0,0 0 1 0 0,-1 0-1 0 0,1-1 1 0 0,0 1 0 0 0,0 0-1 0 0,0-1 1 0 0,-1 1-1 0 0,1-1 1 0 0,0 0-1 0 0,0 1 1 0 0,-1-1-1 0 0,1 1 1 0 0,-1-1 0 0 0,1 0-1 0 0,0 1 1 0 0,-1-1-1 0 0,0 0 1 0 0,2-1-1 0 0,2-7 23 0 0,1 1 1 0 0,6-20-1 0 0,-1-6 31 0 0,-2 0 0 0 0,-1-1-1 0 0,-1 0 1 0 0,-2 0 0 0 0,-2 0 0 0 0,-2-43 0 0 0,-31-215 26 0 0,23 236-87 0 0,1 11 1 0 0,-3 0 1 0 0,-2 0 0 0 0,-27-68-1 0 0,37 111-12 0 0,-2 0-2 0 0,1 7-4 0 0,-1 14 14 0 0,1 1-1 0 0,1-1 1 0 0,0 1 0 0 0,1-1-1 0 0,3 30 1 0 0,15 98 111 0 0,-13-117-103 0 0,47 269 194 0 0,-39-246-184 0 0,3-1 0 0 0,1 0 0 0 0,36 74 1 0 0,-48-117-32 0 0,0 0 0 0 0,1 0-1 0 0,0 0 1 0 0,1-1 0 0 0,-1 1 0 0 0,1-2 0 0 0,13 13 0 0 0,-16-17-6 0 0,-1 0 0 0 0,1 0 0 0 0,0 0 1 0 0,0-1-1 0 0,0 1 0 0 0,0-1 0 0 0,0 1 0 0 0,1-1 0 0 0,-1 0 0 0 0,0 0 0 0 0,1-1 0 0 0,-1 1 0 0 0,0-1 0 0 0,1 1 0 0 0,-1-1 0 0 0,1 0 0 0 0,-1 0 0 0 0,0-1 1 0 0,1 1-1 0 0,-1-1 0 0 0,0 0 0 0 0,1 1 0 0 0,3-3 0 0 0,1-1-12 0 0,-1 1 0 0 0,0-1-1 0 0,0-1 1 0 0,-1 1 0 0 0,1-1 0 0 0,-1-1 0 0 0,0 1-1 0 0,0-1 1 0 0,0 0 0 0 0,-1 0 0 0 0,0-1 0 0 0,-1 1 0 0 0,1-1-1 0 0,-1 0 1 0 0,6-13 0 0 0,-4 3-20 0 0,1 0 0 0 0,-2 0 0 0 0,0-1 0 0 0,-2 1 0 0 0,4-37 0 0 0,-6 36 23 0 0,-1 0 1 0 0,-1-1-1 0 0,0 1 1 0 0,-1 0 0 0 0,-1 0-1 0 0,-1 0 1 0 0,-1 0-1 0 0,0 1 1 0 0,-2 0 0 0 0,0 0-1 0 0,-15-28 1 0 0,21 44 21 0 0,0-1-1 0 0,0 1 1 0 0,0 0 0 0 0,0 0-1 0 0,0 0 1 0 0,-1 0 0 0 0,1 0-1 0 0,0 1 1 0 0,0-1 0 0 0,-1 0 0 0 0,1 0-1 0 0,-1 1 1 0 0,1-1 0 0 0,0 1-1 0 0,-1-1 1 0 0,1 1 0 0 0,-2 0-1 0 0,2-1-5 0 0,-1 1 20 0 0,-1 1 4 0 0,1 1-20 0 0,-1 0-1 0 0,1-1 1 0 0,0 1 0 0 0,0 0-1 0 0,0 0 1 0 0,0 0-1 0 0,0 0 1 0 0,1 0-1 0 0,-1 1 1 0 0,1-1 0 0 0,-1 1-1 0 0,1-1 1 0 0,-2 5-1 0 0,0 0 4 0 0,1 1 0 0 0,1-1-1 0 0,-1 0 1 0 0,0 15 0 0 0,1 3 5 0 0,2-1 0 0 0,4 31 0 0 0,-3-41-11 0 0,0 1 1 0 0,1-1 0 0 0,1 1 0 0 0,0-1 0 0 0,1 0-1 0 0,1-1 1 0 0,0 1 0 0 0,10 16 0 0 0,-15-29-7 0 0,1 1 0 0 0,-1 0 0 0 0,0-1 0 0 0,0 1 0 0 0,1-1 1 0 0,-1 0-1 0 0,1 1 0 0 0,-1-1 0 0 0,1 0 0 0 0,0 0 0 0 0,-1 0 0 0 0,1 0 0 0 0,0 0 0 0 0,0 0 0 0 0,-1 0 1 0 0,1-1-1 0 0,0 1 0 0 0,0-1 0 0 0,0 1 0 0 0,0-1 0 0 0,0 0 0 0 0,0 0 0 0 0,0 0 0 0 0,0 0 1 0 0,0 0-1 0 0,0 0 0 0 0,0 0 0 0 0,0-1 0 0 0,0 1 0 0 0,0-1 0 0 0,0 0 0 0 0,0 1 0 0 0,0-1 1 0 0,-1 0-1 0 0,1 0 0 0 0,0 0 0 0 0,-1 0 0 0 0,1 0 0 0 0,2-2 0 0 0,4-4-23 0 0,0 0-1 0 0,-1 0 0 0 0,1 0 1 0 0,-1-1-1 0 0,-1 0 0 0 0,7-9 1 0 0,-2-1-36 0 0,0-1 1 0 0,-1 0-1 0 0,-1-1 1 0 0,0 1-1 0 0,-2-2 1 0 0,0 1-1 0 0,6-39 1 0 0,-8 26-40 0 0,-2 0 0 0 0,-2-1-1 0 0,-1 1 1 0 0,-5-47 0 0 0,3 64 74 0 0,-7-69-130 0 0,-32-140 0 0 0,24 160 781 0 0,17 63-343 0 0,-2 8-232 0 0,0 0 0 0 0,1 1 0 0 0,-1-1-1 0 0,1 0 1 0 0,1 1 0 0 0,-1-1 0 0 0,2 11-1 0 0,-1-2 28 0 0,0 31 135 0 0,14 86 0 0 0,-4-47-81 0 0,28 230 191 0 0,23 87-51 0 0,35-4-132 0 0,-86-365-204 0 0,1-1 0 0 0,2 0 0 0 0,18 32 0 0 0,-31-63 50 0 0,1 0 0 0 0,-1 0 1 0 0,1 0-1 0 0,-1 0 0 0 0,1-1 1 0 0,-1 1-1 0 0,1 0 1 0 0,0 0-1 0 0,-1 0 0 0 0,1-1 1 0 0,0 1-1 0 0,0 0 0 0 0,0-1 1 0 0,0 1-1 0 0,-1-1 1 0 0,3 1-1 0 0,-2 0-151 0 0,1-5-10 0 0,0-1 137 0 0,0 0 0 0 0,0-1 1 0 0,0 1-1 0 0,-1 0 0 0 0,0-1 0 0 0,0 1 0 0 0,-1-1 1 0 0,1 1-1 0 0,-1-1 0 0 0,0 1 0 0 0,-1-1 0 0 0,-1-9 1 0 0,-3-9-103 0 0,-13-38 0 0 0,9 34 75 0 0,-12-36-19 0 0,-3 2 0 0 0,-3 0 0 0 0,-35-58 0 0 0,59 113 56 0 0,0 0 0 0 0,0 0-1 0 0,0 0 1 0 0,1-1 0 0 0,0 1-1 0 0,0-1 1 0 0,1 1-1 0 0,0-1 1 0 0,0 0 0 0 0,1 1-1 0 0,0-1 1 0 0,0 0 0 0 0,1 0-1 0 0,3-14 1 0 0,2-2-175 0 0,2-1 0 0 0,1 2 0 0 0,15-29 0 0 0,7-20-164 0 0,-21 45 268 0 0,-1 0-1 0 0,-1-1 1 0 0,-2 0 0 0 0,-1 0-1 0 0,-1-1 1 0 0,-1 0-1 0 0,-2 1 1 0 0,0-1 0 0 0,-8-57-1 0 0,-5 18 474 0 0,-3 0-1 0 0,-3 1 1 0 0,-37-92-1 0 0,52 153-165 0 0,1 0 0 0 0,-1 0-1 0 0,0 1 1 0 0,-1-1 0 0 0,1 1-1 0 0,-9-9 1 0 0,11 12 154 0 0,2 4-329 0 0,0 1 0 0 0,-1-1 0 0 0,1 0 0 0 0,0 0 0 0 0,-1 0 0 0 0,1 0 0 0 0,-1 1 0 0 0,0 3 0 0 0,1 6 23 0 0,10 25 116 0 0,2-1-1 0 0,25 53 0 0 0,-10-27-68 0 0,26 66-25 0 0,114 259-1510 0 0,-164-381-206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12 227 5184 0 0,'-5'-5'11426'0'0,"-2"-7"-7118"0"0,16-5-2908 0 0,3 5-284 0 0,8-4-192 0 0,11-6-172 0 0,3-4-172 0 0,1 5-128 0 0,-1-1-176 0 0,-4 4-116 0 0,-3-2-168 0 0,-9 8-160 0 0,-6 0-252 0 0,-9 6-1192 0 0,-1 0-3076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61 1061 7905 0 0,'0'1'5556'0'0,"0"15"5019"0"0,3-20-8805 0 0,5-15-689 0 0,10-31-734 0 0,-3-5-119 0 0,-2 0 0 0 0,-3-1 0 0 0,-2-1 1 0 0,-2 1-1 0 0,-4-99 0 0 0,-8 51-123 0 0,-5 0 1 0 0,-30-125-1 0 0,22 159 68 0 0,16 62-100 0 0,0 0 1 0 0,0 1-1 0 0,-1-1 0 0 0,0 1 0 0 0,0 0 1 0 0,-9-10-1 0 0,12 16 63 0 0,-2 4-76 0 0,0 1-49 0 0,0 0-1 0 0,0 0 0 0 0,0 0 1 0 0,1 0-1 0 0,0 0 0 0 0,0 1 0 0 0,0-1 1 0 0,0 1-1 0 0,1-1 0 0 0,0 1 0 0 0,0 0 1 0 0,0-1-1 0 0,0 7 0 0 0,-1 11 37 0 0,4 38-1 0 0,0-27-15 0 0,49 421 500 0 0,-43-398-469 0 0,1-2 41 0 0,22 71 1 0 0,-23-98-85 0 0,2 1 0 0 0,1-2 0 0 0,1 0 1 0 0,22 34-1 0 0,-32-57-28 0 0,0 0 1 0 0,0 0-1 0 0,0 0 0 0 0,0 0 1 0 0,1 0-1 0 0,-1-1 0 0 0,1 1 1 0 0,0-1-1 0 0,-1 0 1 0 0,1 1-1 0 0,1-1 0 0 0,-1-1 1 0 0,0 1-1 0 0,0 0 0 0 0,1-1 1 0 0,-1 0-1 0 0,0 0 1 0 0,1 0-1 0 0,0 0 0 0 0,-1 0 1 0 0,1-1-1 0 0,-1 1 0 0 0,1-1 1 0 0,0 0-1 0 0,-1 0 1 0 0,8-2-1 0 0,-5 1-22 0 0,1-1 0 0 0,-1-1 0 0 0,0 1 0 0 0,0-1 0 0 0,0 0 0 0 0,0 0 0 0 0,-1-1 0 0 0,1 0 0 0 0,-1 0 0 0 0,0 0 0 0 0,0-1 0 0 0,0 1 0 0 0,-1-1 0 0 0,5-7 0 0 0,-1 0-39 0 0,0 0 0 0 0,-1-1 0 0 0,0 1-1 0 0,-1-1 1 0 0,-1-1 0 0 0,0 1 0 0 0,-1-1 0 0 0,0 0-1 0 0,-1 0 1 0 0,2-28 0 0 0,-4 17-18 0 0,0 0 1 0 0,-2-1-1 0 0,-1 1 1 0 0,-1 0-1 0 0,-8-33 1 0 0,-3 20 170 0 0,14 38-79 0 0,0-1 0 0 0,0 1 0 0 0,0 0 1 0 0,-1-1-1 0 0,1 1 0 0 0,0 0 0 0 0,0 0 0 0 0,0-1 0 0 0,-1 1 0 0 0,1 0 0 0 0,0 0 0 0 0,0-1 0 0 0,-1 1 0 0 0,1 0 0 0 0,0 0 0 0 0,0 0 0 0 0,-1-1 0 0 0,1 1 0 0 0,0 0 0 0 0,-1 0 0 0 0,1 0 0 0 0,0 0 0 0 0,-1 0 0 0 0,1 0 0 0 0,0 0 0 0 0,-1 0 1 0 0,1 0-1 0 0,0 0 0 0 0,-1 0 0 0 0,1 0 0 0 0,0 0 0 0 0,-1 0 0 0 0,1 0 0 0 0,0 0 0 0 0,-1 0 0 0 0,1 0 0 0 0,0 0 0 0 0,-1 0 0 0 0,1 1 0 0 0,0-1 0 0 0,-1 0 0 0 0,0 1 5 0 0,0-1-1 0 0,0 1 1 0 0,0-1-1 0 0,0 1 1 0 0,0 0-1 0 0,0-1 0 0 0,1 1 1 0 0,-1 0-1 0 0,0 0 1 0 0,0 0-1 0 0,1 0 1 0 0,-1 0-1 0 0,1-1 1 0 0,-2 3-1 0 0,-4 14 92 0 0,1 0-1 0 0,0 0 1 0 0,2 1-1 0 0,-4 32 1 0 0,7-43-76 0 0,-1 0 0 0 0,1 0 1 0 0,0 0-1 0 0,1 0 0 0 0,0 0 1 0 0,0 0-1 0 0,1 0 0 0 0,0 0 1 0 0,0 0-1 0 0,0 0 1 0 0,1-1-1 0 0,0 1 0 0 0,0-1 1 0 0,1 0-1 0 0,6 9 0 0 0,-8-13-20 0 0,-1 0-1 0 0,1-1 1 0 0,0 1-1 0 0,0 0 0 0 0,0-1 1 0 0,0 1-1 0 0,0-1 0 0 0,0 0 1 0 0,1 0-1 0 0,-1 0 0 0 0,0 0 1 0 0,1 0-1 0 0,-1 0 0 0 0,0-1 1 0 0,1 1-1 0 0,-1-1 1 0 0,5 1-1 0 0,-2-1-7 0 0,0-1 1 0 0,0 1 0 0 0,-1-1-1 0 0,1 0 1 0 0,-1 0-1 0 0,1-1 1 0 0,-1 1 0 0 0,9-5-1 0 0,3-3-40 0 0,-1-1 0 0 0,0-1 0 0 0,24-22 0 0 0,-25 21-26 0 0,0-1 0 0 0,-1 0 0 0 0,-1-1 0 0 0,0 0-1 0 0,-1-1 1 0 0,0 0 0 0 0,-2-1 0 0 0,0 0 0 0 0,0-1 0 0 0,-1 0-1 0 0,-1 0 1 0 0,-1-1 0 0 0,-1 0 0 0 0,5-29 0 0 0,-5 5 45 0 0,-2-1 0 0 0,-3 0 0 0 0,-1 0-1 0 0,-2 0 1 0 0,-1 0 0 0 0,-21-80 0 0 0,23 116 320 0 0,-1 0-1 0 0,0-1 0 0 0,0 1 0 0 0,-4-7 1 0 0,1 31-186 0 0,2 0-1 0 0,0 0 1 0 0,1 0 0 0 0,-1 25 0 0 0,1 77 134 0 0,3-76-163 0 0,20 418 371 0 0,-11-311-354 0 0,18 136 54 0 0,-16-196-125 0 0,-6-35-112 0 0,3-1 0 0 0,1-1 1 0 0,23 69-1 0 0,-32-121 80 0 0,10 22-198 0 0,-9-22 172 0 0,-1-1 0 0 0,0 1 1 0 0,0 0-1 0 0,1 0 0 0 0,-1-1 0 0 0,1 1 1 0 0,-1 0-1 0 0,1-1 0 0 0,-1 1 0 0 0,1 0 1 0 0,-1-1-1 0 0,1 1 0 0 0,-1-1 0 0 0,1 1 0 0 0,0-1 1 0 0,-1 1-1 0 0,1-1 0 0 0,0 1 0 0 0,-1-1 1 0 0,1 0-1 0 0,0 0 0 0 0,0 1 0 0 0,-1-1 0 0 0,1 0 1 0 0,0 0-1 0 0,1 1 0 0 0,-2-2-13 0 0,1 0 0 0 0,0 0 1 0 0,0 0-1 0 0,-1 0 0 0 0,1 0 0 0 0,-1 0 0 0 0,1 0 0 0 0,-1 0 1 0 0,1 0-1 0 0,-1 0 0 0 0,1 0 0 0 0,-1 0 0 0 0,0 0 0 0 0,0-1 0 0 0,1-1 1 0 0,-1 2-39 0 0,3-14-171 0 0,-2-1-1 0 0,1 0 1 0 0,-2 1 0 0 0,0-1 0 0 0,-4-28-1 0 0,-19-78-340 0 0,17 97 499 0 0,-9-42 114 0 0,-3 0 0 0 0,-35-84 0 0 0,49 140 26 0 0,-1 1 1 0 0,2-1-1 0 0,0 0 1 0 0,0 0-1 0 0,-1-14 1 0 0,4 22-53 0 0,0 0 1 0 0,0 0-1 0 0,1 0 1 0 0,0 0-1 0 0,-1 0 1 0 0,1 1 0 0 0,0-1-1 0 0,1 0 1 0 0,-1 0-1 0 0,0 1 1 0 0,1-1-1 0 0,-1 1 1 0 0,1-1-1 0 0,0 1 1 0 0,2-3-1 0 0,5-3-103 0 0,0 0 0 0 0,15-11-1 0 0,7-7-154 0 0,3-8-53 0 0,-1-2-1 0 0,27-41 1 0 0,-51 64 273 0 0,0-1 1 0 0,0-1-1 0 0,-2 0 1 0 0,0 0-1 0 0,0 0 1 0 0,-1-1-1 0 0,-1 0 1 0 0,-1 0 0 0 0,4-28-1 0 0,-7 18 133 0 0,0-1 1 0 0,-2 1-1 0 0,-1-1 0 0 0,-1 1 1 0 0,-10-41-1 0 0,-48-124 1563 0 0,57 181-1525 0 0,1 1 134 0 0,-1 1 1 0 0,0-1-1 0 0,0 1 0 0 0,-1-1 1 0 0,0 1-1 0 0,0 1 0 0 0,-11-13 1 0 0,16 20-241 0 0,-1 0 0 0 0,1-1 0 0 0,0 1 0 0 0,0 0 0 0 0,0 0 0 0 0,-1 0 0 0 0,1-1 0 0 0,0 1 0 0 0,0 0-1 0 0,-1 0 1 0 0,1 0 0 0 0,0 0 0 0 0,0 0 0 0 0,-1 0 0 0 0,1-1 0 0 0,0 1 0 0 0,-1 0 0 0 0,1 0 0 0 0,0 0 0 0 0,0 0 0 0 0,-1 0 0 0 0,1 0 0 0 0,0 0 0 0 0,-1 0 0 0 0,1 0 0 0 0,0 0 0 0 0,0 1 0 0 0,-1-1 0 0 0,1 0 0 0 0,0 0 0 0 0,-1 0 0 0 0,1 0 0 0 0,0 0 0 0 0,0 0 0 0 0,0 1 0 0 0,-1-1 0 0 0,1 0 0 0 0,0 0 0 0 0,0 0 0 0 0,-1 0 0 0 0,1 1 0 0 0,0-1 0 0 0,0 0 0 0 0,0 0 0 0 0,0 1 0 0 0,-1-1 0 0 0,1 1 0 0 0,-2 8 41 0 0,1 0 1 0 0,0 0 0 0 0,0 0 0 0 0,0 0 0 0 0,1 0 0 0 0,1 0-1 0 0,0 1 1 0 0,3 15 0 0 0,24 79 167 0 0,-23-87-202 0 0,31 97 51 0 0,102 215 0 0 0,-137-328-87 0 0,6 15-238 0 0,1-1 0 0 0,1 0 0 0 0,0 0 0 0 0,17 20 0 0 0,-10-26-5795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33 138 6017 0 0,'-12'-7'9833'0'0,"11"6"-9241"0"0,-1 0 1 0 0,0 0-1 0 0,1 0 1 0 0,-1 0-1 0 0,1 0 1 0 0,0 0-1 0 0,-1 0 1 0 0,1-1-1 0 0,0 1 1 0 0,0 0 0 0 0,-1-1-1 0 0,1 1 1 0 0,0-1-1 0 0,0-1 1 0 0,0 1 313 0 0,14-9 247 0 0,-8 7-960 0 0,10-5 87 0 0,1 1 1 0 0,1 0-1 0 0,-1 1 1 0 0,35-9-1 0 0,-19 6-219 0 0,-17 5-586 0 0,44-15 755 0 0,-21 10-7818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24 7965 0 0,'0'-3'6093'0'0,"0"1"-4435"0"0,-2-17 13760 0 0,1 21-15368 0 0,-1-1-25 0 0,1 1 1 0 0,1-1-1 0 0,-1 0 0 0 0,0 0 0 0 0,0 0 1 0 0,0 0-1 0 0,1 1 0 0 0,-1-1 0 0 0,0 0 1 0 0,1 1-1 0 0,-1-1 0 0 0,0 3 0 0 0,2-3-22 0 0,-1-1 0 0 0,0 1-1 0 0,1-1 1 0 0,-1 1 0 0 0,1-1-1 0 0,-1 0 1 0 0,0 1 0 0 0,1-1-1 0 0,-1 1 1 0 0,1-1 0 0 0,-1 0-1 0 0,1 0 1 0 0,-1 1 0 0 0,1-1-1 0 0,-1 0 1 0 0,1 0 0 0 0,0 0-1 0 0,-1 1 1 0 0,1-1 0 0 0,0 0-1 0 0,-5-22-8198 0 0,3 16 1794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34 1079 11985 0 0,'-1'9'6282'0'0,"1"-7"-5918"0"0,0-1 1 0 0,-1 1-1 0 0,1-1 1 0 0,0 1-1 0 0,0-1 1 0 0,0 1-1 0 0,0-1 1 0 0,0 0-1 0 0,0 1 1 0 0,0-1-1 0 0,1 1 1 0 0,-1-1-1 0 0,1 1 1 0 0,-1-1-1 0 0,1 0 1 0 0,-1 1-1 0 0,1-1 1 0 0,0 0-1 0 0,-1 0 1 0 0,1 1-1 0 0,0-1 1 0 0,2 2-1 0 0,-2-3 291 0 0,1-4-136 0 0,7-12-365 0 0,-1 0 0 0 0,-1 0 0 0 0,-1-1 1 0 0,0 0-1 0 0,-2 0 0 0 0,4-22 0 0 0,0-10-97 0 0,0-57 0 0 0,-7 47-22 0 0,-12-100 0 0 0,-25-61 24 0 0,27 172 245 0 0,-23-73 1 0 0,25 110 21 0 0,1 15-69 0 0,0 18-107 0 0,6-22-155 0 0,-1 17 70 0 0,-1-1 1 0 0,2 1-1 0 0,0-1 1 0 0,1 1 0 0 0,6 27-1 0 0,0 7 60 0 0,31 281 451 0 0,-25-259-448 0 0,3 0 1 0 0,38 105-1 0 0,-47-158-108 0 0,2 0 1 0 0,16 30 0 0 0,-22-46-27 0 0,-1 0 0 0 0,1 0 0 0 0,0 0 0 0 0,0 0 0 0 0,0 0 0 0 0,0-1 0 0 0,1 1 0 0 0,-1-1 0 0 0,1 0 0 0 0,0 0 0 0 0,0 0 1 0 0,0-1-1 0 0,1 0 0 0 0,-1 1 0 0 0,0-1 0 0 0,1-1 0 0 0,8 4 0 0 0,-9-5-7 0 0,0-1 0 0 0,0 1 1 0 0,0 0-1 0 0,-1-1 0 0 0,1 0 1 0 0,0 0-1 0 0,0 0 0 0 0,-1 0 0 0 0,1 0 1 0 0,-1-1-1 0 0,1 0 0 0 0,-1 0 1 0 0,0 0-1 0 0,1 0 0 0 0,-1 0 0 0 0,0 0 1 0 0,0-1-1 0 0,-1 0 0 0 0,1 1 1 0 0,3-5-1 0 0,4-6-36 0 0,0 0 1 0 0,-1-1-1 0 0,10-18 1 0 0,-11 14 16 0 0,0 1 0 0 0,-2-1 0 0 0,0 0 0 0 0,-1 0 0 0 0,0-1 0 0 0,-2 0 0 0 0,0 1 0 0 0,-2-1 0 0 0,0 0 0 0 0,-1 0 0 0 0,0 0 0 0 0,-2 0 0 0 0,0 0 0 0 0,-8-29 0 0 0,9 44 33 0 0,1 0 0 0 0,-1 1 1 0 0,-1-1-1 0 0,1 0 0 0 0,0 1 1 0 0,-1 0-1 0 0,1-1 0 0 0,-1 1 1 0 0,0 0-1 0 0,-1 0 1 0 0,1 0-1 0 0,0 0 0 0 0,-1 0 1 0 0,1 1-1 0 0,-1-1 0 0 0,0 1 1 0 0,0-1-1 0 0,0 1 0 0 0,0 0 1 0 0,0 0-1 0 0,-5-2 1 0 0,6 4 2 0 0,1 0 1 0 0,0 0 0 0 0,-1 0 0 0 0,1 0-1 0 0,0 0 1 0 0,-1 0 0 0 0,1 1 0 0 0,0-1-1 0 0,0 0 1 0 0,-1 1 0 0 0,1-1 0 0 0,0 1-1 0 0,0-1 1 0 0,-1 1 0 0 0,1 0 0 0 0,0 0-1 0 0,0-1 1 0 0,0 1 0 0 0,0 0 0 0 0,0 0-1 0 0,0 0 1 0 0,0 0 0 0 0,1 0 0 0 0,-1 0-1 0 0,-1 2 1 0 0,-15 27 104 0 0,14-23-90 0 0,0 0 1 0 0,1 0-1 0 0,0 0 1 0 0,0 1 0 0 0,1-1-1 0 0,-1 1 1 0 0,2-1 0 0 0,-1 15-1 0 0,2-16-16 0 0,0 1 1 0 0,0-2-1 0 0,1 1 0 0 0,0 0 0 0 0,0 0 1 0 0,0 0-1 0 0,1-1 0 0 0,-1 1 0 0 0,1-1 0 0 0,1 0 1 0 0,6 9-1 0 0,-7-11-21 0 0,-1-1 1 0 0,1 1-1 0 0,0-1 1 0 0,0 0-1 0 0,0 1 1 0 0,1-2-1 0 0,-1 1 0 0 0,0 0 1 0 0,1 0-1 0 0,-1-1 1 0 0,1 0-1 0 0,0 0 1 0 0,-1 0-1 0 0,1 0 1 0 0,0-1-1 0 0,-1 1 1 0 0,1-1-1 0 0,0 0 0 0 0,0 0 1 0 0,0 0-1 0 0,4-1 1 0 0,1-1-36 0 0,1 1 1 0 0,-1-1-1 0 0,1-1 0 0 0,-1 0 1 0 0,0 0-1 0 0,-1-1 1 0 0,12-5-1 0 0,-8 2-50 0 0,0 0-1 0 0,0-1 1 0 0,-1-1-1 0 0,0 1 1 0 0,-1-2-1 0 0,0 1 1 0 0,0-2-1 0 0,-1 1 1 0 0,0-1-1 0 0,-1 0 1 0 0,0-1-1 0 0,-1 0 1 0 0,-1 0-1 0 0,1-1 1 0 0,-2 0-1 0 0,0 0 1 0 0,0 0-1 0 0,-2-1 1 0 0,1 1-1 0 0,-2-1 1 0 0,2-18-1 0 0,-2-14-224 0 0,-2 0 0 0 0,-11-83 0 0 0,-28-88 738 0 0,21 128 410 0 0,12 74-448 0 0,2 7 71 0 0,4 8-431 0 0,0 0-1 0 0,0 0 0 0 0,0 0 0 0 0,0 0 1 0 0,0 0-1 0 0,0 0 0 0 0,0 0 1 0 0,-1 0-1 0 0,1 0 0 0 0,0 0 0 0 0,0 0 1 0 0,0 0-1 0 0,0-1 0 0 0,0 1 0 0 0,0 0 1 0 0,0 0-1 0 0,0 0 0 0 0,0 0 0 0 0,0 0 1 0 0,0 0-1 0 0,0 0 0 0 0,0 0 1 0 0,-1 0-1 0 0,1 0 0 0 0,0 0 0 0 0,0 0 1 0 0,0 0-1 0 0,0 0 0 0 0,0 0 0 0 0,0 0 1 0 0,0 0-1 0 0,0 0 0 0 0,0 0 0 0 0,0 0 1 0 0,0 0-1 0 0,0 1 0 0 0,-1-1 1 0 0,1 0-1 0 0,0 0 0 0 0,0 0 0 0 0,0 0 1 0 0,0 0-1 0 0,0 0 0 0 0,0 0 0 0 0,0 0 1 0 0,0 0-1 0 0,0 0 0 0 0,0 0 1 0 0,0 0-1 0 0,0 0 0 0 0,0 0 0 0 0,0 0 1 0 0,0 0-1 0 0,0 1 0 0 0,0-1 0 0 0,0 0 1 0 0,0 0-1 0 0,0 0 0 0 0,0 0 0 0 0,0 0 1 0 0,0 0-1 0 0,0 0 0 0 0,0 0 1 0 0,0 0-1 0 0,0 0 0 0 0,-6 27 206 0 0,1 0 1 0 0,2 0-1 0 0,1 0 0 0 0,1 39 1 0 0,16 118 185 0 0,-8-119-251 0 0,52 365 318 0 0,9-143-323 0 0,-49-226-176 0 0,29 60 1 0 0,-45-113 3 0 0,-1-4-4 0 0,-1 1 0 0 0,1-1-1 0 0,0 0 1 0 0,0 0-1 0 0,0 0 1 0 0,1 0-1 0 0,-1-1 1 0 0,1 1-1 0 0,0-1 1 0 0,0 1-1 0 0,1-1 1 0 0,4 4-1 0 0,-8-7-86 0 0,1-4 4 0 0,0-2 81 0 0,-1-1-1 0 0,0 1 0 0 0,0 0 0 0 0,0 0 1 0 0,-1-1-1 0 0,0 1 0 0 0,0 0 1 0 0,-1 0-1 0 0,-3-10 0 0 0,-29-62-144 0 0,17 44 97 0 0,-61-129-255 0 0,12 28 6 0 0,64 132 295 0 0,1 0 0 0 0,-1 0 0 0 0,1 0 0 0 0,0-1 0 0 0,0 1 0 0 0,0-1 0 0 0,1 1 0 0 0,-1-1 0 0 0,1 1-1 0 0,0-1 1 0 0,0 1 0 0 0,0-7 0 0 0,1 7-16 0 0,0 0 0 0 0,1 0 0 0 0,-1 0-1 0 0,1 0 1 0 0,-1 0 0 0 0,1 0 0 0 0,0 0 0 0 0,0 1-1 0 0,0-1 1 0 0,0 1 0 0 0,0 0 0 0 0,1 0-1 0 0,-1-1 1 0 0,4-1 0 0 0,36-27-361 0 0,-8 6-111 0 0,60-57 0 0 0,-84 71 446 0 0,-1 0 0 0 0,0 0 1 0 0,-1-1-1 0 0,0 0 0 0 0,0 0 0 0 0,-2-1 0 0 0,1 0 0 0 0,-2 0 1 0 0,8-23-1 0 0,-9 14 42 0 0,0 1-1 0 0,-1-1 1 0 0,-1 0 0 0 0,-1 0 0 0 0,-1 1-1 0 0,-1-1 1 0 0,-4-23 0 0 0,-7-20 256 0 0,-20-64 0 0 0,20 89 177 0 0,-2 0 0 0 0,-1 1 0 0 0,-28-49-1 0 0,42 85-331 0 0,-2-2 105 0 0,0-1 1 0 0,0 1-1 0 0,0 0 1 0 0,-1-1-1 0 0,0 2 1 0 0,0-1-1 0 0,-6-5 1 0 0,9 9 49 0 0,0 5-15 0 0,-1 4-139 0 0,0 1 0 0 0,1-1 0 0 0,0 1 1 0 0,0-1-1 0 0,1 1 0 0 0,0 0 0 0 0,1-1 0 0 0,0 1 0 0 0,0-1 0 0 0,4 15 0 0 0,-1-1 4 0 0,8 38 147 0 0,30 85-1 0 0,32 55 23 0 0,-38-104-158 0 0,-5-20-31 0 0,29 90-73 0 0,-34-93-950 0 0,-26-71-554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83 9105 0 0,'0'0'5224'0'0,"-8"-5"2877"0"0,32-3-7085 0 0,-5 4-176 0 0,3 1-156 0 0,11-7-132 0 0,0 1-176 0 0,-7 3-168 0 0,-4-1-164 0 0,-2 3-200 0 0,-4 0-224 0 0,-4-3-432 0 0,-7 2-804 0 0,-8-6-8893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28 932 8005 0 0,'4'-14'11291'0'0,"3"-6"-5669"0"0,25-95-4727 0 0,23-226-59 0 0,-50 283-557 0 0,-3 1 0 0 0,-2-1-1 0 0,-15-111 1 0 0,14 161-199 0 0,0-1 76 0 0,0 0 0 0 0,-1 1 0 0 0,0 0 1 0 0,0-1-1 0 0,-1 1 0 0 0,0 0 0 0 0,0 0 1 0 0,-9-14-1 0 0,12 21-142 0 0,-1 1 0 0 0,1 0 0 0 0,-1 0 0 0 0,1 0 0 0 0,-1-1 0 0 0,1 1 0 0 0,-1 0 0 0 0,1 0 0 0 0,-1 0 0 0 0,1 0 0 0 0,-1 0 0 0 0,1 0 0 0 0,-1 0 0 0 0,1 0 0 0 0,-1 0 0 0 0,1 0 0 0 0,-1 0-1 0 0,1 0 1 0 0,-1 0 0 0 0,1 1 0 0 0,-1-1 0 0 0,1 0 0 0 0,0 0 0 0 0,-1 1 0 0 0,1-1 0 0 0,-1 0 0 0 0,1 0 0 0 0,-1 1 0 0 0,1-1 0 0 0,0 0 0 0 0,-1 1 0 0 0,1-1 0 0 0,0 1 0 0 0,0-1 0 0 0,-1 0 0 0 0,1 2 0 0 0,-12 13 120 0 0,12-15-130 0 0,-5 8 44 0 0,0 0 0 0 0,1 0 0 0 0,1 1 0 0 0,-1-1 0 0 0,1 1 0 0 0,1 0 0 0 0,-3 10 0 0 0,-5 64 129 0 0,8-59-129 0 0,-9 106 212 0 0,5 1-1 0 0,18 206 1 0 0,-8-300-205 0 0,14 57 0 0 0,-15-83-57 0 0,0 0 0 0 0,1 1-1 0 0,0-1 1 0 0,1-1 0 0 0,0 1-1 0 0,1-1 1 0 0,0 0-1 0 0,1 0 1 0 0,12 15 0 0 0,-16-23-9 0 0,-1 1 1 0 0,1-1-1 0 0,-1 0 0 0 0,1 0 1 0 0,0 0-1 0 0,0 0 1 0 0,0 0-1 0 0,0 0 1 0 0,1-1-1 0 0,-1 0 1 0 0,0 1-1 0 0,1-1 1 0 0,-1-1-1 0 0,1 1 1 0 0,-1 0-1 0 0,1-1 1 0 0,3 1-1 0 0,-2-2-11 0 0,0 1-1 0 0,0-1 1 0 0,0 0-1 0 0,0 0 1 0 0,-1-1 0 0 0,1 0-1 0 0,0 1 1 0 0,0-2-1 0 0,-1 1 1 0 0,8-5-1 0 0,1-3-59 0 0,0-1 0 0 0,0 0 0 0 0,-1 0 0 0 0,-1-2 0 0 0,0 1 0 0 0,11-17 0 0 0,-13 15-12 0 0,-1 1-1 0 0,0-1 0 0 0,-1-1 0 0 0,-1 1 1 0 0,0-1-1 0 0,-1 0 0 0 0,4-23 0 0 0,-2-2-230 0 0,3-68 0 0 0,-10 100 330 0 0,0-1 1 0 0,0 1-1 0 0,-1 0 0 0 0,0 0 1 0 0,-1 0-1 0 0,0-1 1 0 0,0 1-1 0 0,0 1 1 0 0,-1-1-1 0 0,-4-8 1 0 0,6 16 6 0 0,1-1 0 0 0,-1 1 0 0 0,0-1 1 0 0,1 1-1 0 0,-1-1 0 0 0,0 1 0 0 0,0-1 1 0 0,1 1-1 0 0,-1-1 0 0 0,0 1 0 0 0,0 0 1 0 0,0 0-1 0 0,1-1 0 0 0,-1 1 0 0 0,0 0 1 0 0,0 0-1 0 0,0 0 0 0 0,0 0 0 0 0,1 0 1 0 0,-1 0-1 0 0,0 0 0 0 0,0 0 0 0 0,0 0 1 0 0,0 1-1 0 0,0-1 0 0 0,1 0 0 0 0,-1 0 1 0 0,0 1-1 0 0,0-1 0 0 0,0 0 0 0 0,1 1 1 0 0,-1-1-1 0 0,0 1 0 0 0,1-1 0 0 0,-1 1 1 0 0,0 0-1 0 0,1-1 0 0 0,-1 1 0 0 0,0 0 1 0 0,-4 7 32 0 0,1 0-1 0 0,0 0 1 0 0,1 0 0 0 0,-1 0 0 0 0,2 1 0 0 0,-1-1 0 0 0,1 1 0 0 0,0-1 0 0 0,0 15-1 0 0,0-7 3 0 0,2 0-1 0 0,0-1 0 0 0,0 1 0 0 0,6 27 0 0 0,-5-36-31 0 0,1-1 0 0 0,0 0 0 0 0,0 1 0 0 0,0-1 0 0 0,1 0-1 0 0,-1 0 1 0 0,2-1 0 0 0,5 10 0 0 0,-7-12-11 0 0,0-1 0 0 0,0 0 0 0 0,0 0 0 0 0,1 0 1 0 0,-1 0-1 0 0,1 0 0 0 0,-1-1 0 0 0,1 1 0 0 0,-1-1 0 0 0,1 1 0 0 0,0-1 0 0 0,0 0 0 0 0,-1 0 0 0 0,1 0 0 0 0,0-1 1 0 0,0 1-1 0 0,0-1 0 0 0,0 1 0 0 0,0-1 0 0 0,0 0 0 0 0,4-1 0 0 0,4 0-7 0 0,0-2 0 0 0,-1 1-1 0 0,1-2 1 0 0,-1 1 0 0 0,0-1 0 0 0,0-1 0 0 0,0 0-1 0 0,0 0 1 0 0,-1-1 0 0 0,0 0 0 0 0,0-1 0 0 0,-1 0-1 0 0,0 0 1 0 0,10-11 0 0 0,-4 3-36 0 0,-1-1 0 0 0,0 0 1 0 0,-2-1-1 0 0,1 0 0 0 0,-2-1 0 0 0,14-33 1 0 0,-14 23-2 0 0,-1 0 0 0 0,-2-1 1 0 0,-1 0-1 0 0,-1-1 0 0 0,1-49 1 0 0,-6 23 139 0 0,-2 0 0 0 0,-10-59 0 0 0,11 108 17 0 0,0 0-1 0 0,-1 0 0 0 0,0 0 0 0 0,0 0 1 0 0,-6-13-1 0 0,8 20-105 0 0,0 0-1 0 0,0 0 1 0 0,-1-1 0 0 0,1 1-1 0 0,0 0 1 0 0,0 0 0 0 0,-1-1-1 0 0,1 1 1 0 0,0 0 0 0 0,0 0-1 0 0,-1 0 1 0 0,1-1 0 0 0,0 1 0 0 0,-1 0-1 0 0,1 0 1 0 0,0 0 0 0 0,0 0-1 0 0,-1 0 1 0 0,1 0 0 0 0,0 0-1 0 0,-1-1 1 0 0,1 1 0 0 0,0 0 0 0 0,-1 0-1 0 0,1 0 1 0 0,0 0 0 0 0,-1 1-1 0 0,1-1 1 0 0,0 0 0 0 0,-1 0-1 0 0,1 0 1 0 0,0 0 0 0 0,-1 0 0 0 0,1 0-1 0 0,0 0 1 0 0,-1 1 0 0 0,1-1-1 0 0,0 0 1 0 0,0 0 0 0 0,-1 0-1 0 0,1 1 1 0 0,0-1 0 0 0,0 0-1 0 0,-1 0 1 0 0,1 1 0 0 0,0-1 0 0 0,-10 12 117 0 0,3 2-64 0 0,1 0 0 0 0,0 0 0 0 0,1 0 0 0 0,0 1 0 0 0,1-1-1 0 0,-4 29 1 0 0,6-29-32 0 0,-34 235 225 0 0,21 287 35 0 0,20-423-267 0 0,6-1-1 0 0,40 187 1 0 0,-48-289-34 0 0,-1 2-27 0 0,2 0 0 0 0,-1-1 0 0 0,6 13 1 0 0,-9-24 27 0 0,0 0 0 0 0,1 1 0 0 0,-1-1 0 0 0,0 0 0 0 0,0 1 0 0 0,0-1 0 0 0,0 0 0 0 0,1 1 0 0 0,-1-1 0 0 0,0 0 0 0 0,0 0 0 0 0,1 1 0 0 0,-1-1 0 0 0,0 0 1 0 0,0 0-1 0 0,1 0 0 0 0,-1 1 0 0 0,0-1 0 0 0,1 0 0 0 0,-1 0 0 0 0,0 0 0 0 0,1 0 0 0 0,-1 0 0 0 0,0 1 0 0 0,1-1 0 0 0,-1 0 0 0 0,0 0 0 0 0,1 0 0 0 0,-1 0 0 0 0,0 0 1 0 0,1 0-1 0 0,-1 0 0 0 0,0 0 0 0 0,1 0 0 0 0,-1-1 0 0 0,0 1 0 0 0,1 0 0 0 0,-1 0 0 0 0,0 0 0 0 0,1 0 0 0 0,-1 0 0 0 0,0-1 0 0 0,1 1 0 0 0,-1 0 0 0 0,0 0 0 0 0,0 0 1 0 0,1-1-1 0 0,-1 1 0 0 0,0 0 0 0 0,0 0 0 0 0,1-1 0 0 0,-1 1 0 0 0,0 0 0 0 0,0-1 0 0 0,0 1 0 0 0,0 0 0 0 0,1-1 0 0 0,10-19-222 0 0,-11 19 247 0 0,3-6-62 0 0,-1-1-1 0 0,-1 0 0 0 0,1 0 1 0 0,-1 0-1 0 0,-1 0 1 0 0,1-1-1 0 0,-1 1 1 0 0,-1 0-1 0 0,0 0 0 0 0,0 0 1 0 0,-4-15-1 0 0,0-8-73 0 0,-24-124-327 0 0,17 102 191 0 0,3 0 0 0 0,-6-93 0 0 0,16 138 217 0 0,-1 0 0 0 0,1 0 0 0 0,1 0 0 0 0,-1 0 0 0 0,1 1 1 0 0,1-1-1 0 0,-1 1 0 0 0,1-1 0 0 0,1 1 0 0 0,-1 0 0 0 0,1 0 1 0 0,6-7-1 0 0,6-7-102 0 0,1 1 1 0 0,26-24-1 0 0,-2 1-24 0 0,-23 26 73 0 0,-1-2 0 0 0,-1-1-1 0 0,-1 0 1 0 0,-1-1 0 0 0,-1 0 0 0 0,0-1 0 0 0,13-33 0 0 0,-19 30 84 0 0,0 0 0 0 0,-1-1-1 0 0,-2 1 1 0 0,0-1 0 0 0,-2 0 0 0 0,-1 0 0 0 0,-4-43 0 0 0,-3 11 375 0 0,-3 0 0 0 0,-21-71-1 0 0,24 112-37 0 0,0 0-1 0 0,-10-19 0 0 0,7 15 235 0 0,9 21-549 0 0,-1 0 0 0 0,1-1 0 0 0,0 1 0 0 0,0 0 1 0 0,0 0-1 0 0,0 0 0 0 0,-1 0 0 0 0,1-1 0 0 0,0 1 0 0 0,0 0 0 0 0,0 0 1 0 0,-1 0-1 0 0,1 0 0 0 0,0 0 0 0 0,0 0 0 0 0,-1 0 0 0 0,1-1 1 0 0,0 1-1 0 0,0 0 0 0 0,-1 0 0 0 0,1 0 0 0 0,0 0 0 0 0,0 0 0 0 0,-1 0 1 0 0,1 0-1 0 0,0 0 0 0 0,0 0 0 0 0,-1 0 0 0 0,1 1 0 0 0,0-1 1 0 0,0 0-1 0 0,-1 0 0 0 0,1 0 0 0 0,0 0 0 0 0,0 0 0 0 0,-1 0 0 0 0,1 0 1 0 0,0 1-1 0 0,0-1 0 0 0,0 0 0 0 0,-1 0 0 0 0,1 0 0 0 0,0 1 0 0 0,0-1 1 0 0,0 0-1 0 0,0 0 0 0 0,0 0 0 0 0,-1 1 0 0 0,1-1 0 0 0,0 0 1 0 0,-3 11 50 0 0,1 0 0 0 0,0 0 0 0 0,1 0 1 0 0,0 1-1 0 0,1-1 0 0 0,1 12 0 0 0,9 74 142 0 0,-6-66-166 0 0,39 214 181 0 0,-8-57-162 0 0,-31-157-130 0 0,0 3-299 0 0,2 0 0 0 0,1-1 0 0 0,17 47-1 0 0,-22-74-502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17 134 5184 0 0,'-13'-11'13160'0'0,"10"4"-5981"0"0,8 1-4428 0 0,9-2-3467 0 0,-14 8 714 0 0,25-11 406 0 0,2 1 1 0 0,47-12-1 0 0,-16 5-416 0 0,-47 14-190 0 0,25-10-314 0 0,-18 0-2712 0 0,-13 1-7262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 0 5885 0 0,'-2'0'7497'0'0,"-12"2"4184"0"0,6 6-10757 0 0,6-6-152 0 0,-2 8 1789 0 0,4-4-2301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11 696 10797 0 0,'1'9'14444'0'0,"13"-31"-14092"0"0,-1 0 0 0 0,-1 0 1 0 0,-2-1-1 0 0,0-1 0 0 0,-1 0 0 0 0,-1 0 0 0 0,-1 0 1 0 0,-2-1-1 0 0,0 0 0 0 0,1-37 0 0 0,-3 11-226 0 0,-3-1 1 0 0,-3 1-1 0 0,-1-1 0 0 0,-14-63 1 0 0,18 114-122 0 0,-2-10 106 0 0,-1 0 0 0 0,1 0 0 0 0,-2 0 0 0 0,1 0 0 0 0,-7-12-1 0 0,9 21 50 0 0,-3 6-91 0 0,-1 4-40 0 0,0 0 0 0 0,0-1 0 0 0,1 2 0 0 0,0-1 0 0 0,0 0-1 0 0,1 1 1 0 0,0 0 0 0 0,-2 12 0 0 0,-4 26 73 0 0,3 0-1 0 0,2 1 1 0 0,2 62-1 0 0,25 142 119 0 0,-18-218-201 0 0,15 53 0 0 0,-16-74-31 0 0,1 0 0 0 0,0 0 0 0 0,0-1 0 0 0,2 0 0 0 0,-1 0 0 0 0,17 22 0 0 0,-21-31-2 0 0,1-1 0 0 0,-1 1 0 0 0,0 0 0 0 0,1-1 0 0 0,-1 0 0 0 0,1 1 0 0 0,0-1 0 0 0,0 0 0 0 0,0 0 0 0 0,0-1 0 0 0,0 1 0 0 0,0-1 0 0 0,1 1 0 0 0,-1-1 0 0 0,0 0-1 0 0,1 0 1 0 0,-1-1 0 0 0,1 1 0 0 0,-1-1 0 0 0,1 1 0 0 0,-1-1 0 0 0,1 0 0 0 0,-1-1 0 0 0,1 1 0 0 0,-1 0 0 0 0,1-1 0 0 0,-1 0 0 0 0,0 0 0 0 0,1 0 0 0 0,-1 0 0 0 0,0-1 0 0 0,0 1 0 0 0,0-1 0 0 0,1 0 0 0 0,4-4 0 0 0,1 0-49 0 0,-1-1 1 0 0,0-1 0 0 0,0 1 0 0 0,-1-1 0 0 0,0-1 0 0 0,0 1 0 0 0,-1-1 0 0 0,0 0 0 0 0,-1-1 0 0 0,8-17-1 0 0,-7 10 0 0 0,-1 0-1 0 0,0 0 1 0 0,-2-1-1 0 0,0 0 1 0 0,1-22-1 0 0,-4 26 43 0 0,1 0 0 0 0,-2 1 0 0 0,0-1 0 0 0,-1 0-1 0 0,0 0 1 0 0,-1 0 0 0 0,-6-19 0 0 0,8 31 27 0 0,0 0-1 0 0,0 0 1 0 0,0 0 0 0 0,0 0 0 0 0,0 0-1 0 0,0 1 1 0 0,0-1 0 0 0,-1 0 0 0 0,1 1 0 0 0,-1-1-1 0 0,1 1 1 0 0,-1-1 0 0 0,0 1 0 0 0,1 0 0 0 0,-1-1-1 0 0,0 1 1 0 0,0 0 0 0 0,0 0 0 0 0,0 1-1 0 0,0-1 1 0 0,-3-1 0 0 0,4 2 21 0 0,-3 2 9 0 0,0-1-24 0 0,1 1 1 0 0,0 0-1 0 0,-1 0 1 0 0,1 1-1 0 0,0-1 1 0 0,0 0-1 0 0,0 1 1 0 0,0 0-1 0 0,1 0 1 0 0,-1 0-1 0 0,1 0 1 0 0,0 0-1 0 0,0 0 1 0 0,0 1-1 0 0,0-1 1 0 0,0 1-1 0 0,1-1 1 0 0,0 1-1 0 0,0 0 1 0 0,-2 5-1 0 0,2-2-1 0 0,1-1-1 0 0,-1 1 1 0 0,1 0-1 0 0,0 0 0 0 0,1-1 1 0 0,-1 1-1 0 0,1 0 0 0 0,1 0 1 0 0,-1-1-1 0 0,1 1 1 0 0,4 7-1 0 0,-5-11-10 0 0,0 0 0 0 0,1 0 0 0 0,-1-1 0 0 0,1 1 0 0 0,0-1 0 0 0,-1 0 0 0 0,1 1 0 0 0,0-1 0 0 0,1 0 0 0 0,-1 0 0 0 0,0 0-1 0 0,1 0 1 0 0,-1-1 0 0 0,1 1 0 0 0,-1-1 0 0 0,1 1 0 0 0,0-1 0 0 0,0 0 0 0 0,0 0 0 0 0,-1 0 0 0 0,1 0 0 0 0,0-1 0 0 0,0 1 0 0 0,0-1 0 0 0,0 0 0 0 0,0 0 0 0 0,6 0 0 0 0,2-2-9 0 0,-1 0 1 0 0,0 0 0 0 0,1-1 0 0 0,-1-1-1 0 0,0 1 1 0 0,-1-2 0 0 0,1 1-1 0 0,-1-1 1 0 0,0-1 0 0 0,14-10-1 0 0,-11 7-23 0 0,0-1 1 0 0,-1-1-1 0 0,0 0 0 0 0,-1 0 0 0 0,0-1 0 0 0,14-22 0 0 0,-16 18-6 0 0,0-1-1 0 0,0 0 1 0 0,-2-1-1 0 0,0 1 1 0 0,-1-1-1 0 0,-1-1 1 0 0,-1 1-1 0 0,2-26 1 0 0,-2-18 50 0 0,-6-70 0 0 0,3 127-3 0 0,-1-8 123 0 0,1 0 1 0 0,-2 1-1 0 0,1-1 0 0 0,-2 1 1 0 0,0-1-1 0 0,0 1 1 0 0,-6-12-1 0 0,8 22 25 0 0,-9 12 92 0 0,2-5-197 0 0,4 2-6 0 0,-1 1 1 0 0,2-1 0 0 0,-1 1 0 0 0,1 0 0 0 0,0 0 0 0 0,-3 15 0 0 0,2-9-6 0 0,-12 45 92 0 0,4 2 1 0 0,-9 96 0 0 0,8 126 44 0 0,10-180-136 0 0,0-22-31 0 0,4 1 0 0 0,3-1 0 0 0,20 116 0 0 0,-22-188-33 0 0,0 1 1 0 0,0-1 0 0 0,1 0 0 0 0,0 1 0 0 0,0-1 0 0 0,1-1-1 0 0,9 17 1 0 0,-13-25 15 0 0,1 0 0 0 0,-1 1 0 0 0,0-1-1 0 0,1 0 1 0 0,-1 1 0 0 0,0-1 0 0 0,1 0-1 0 0,-1 1 1 0 0,1-1 0 0 0,-1 0 0 0 0,0 1 0 0 0,1-1-1 0 0,-1 0 1 0 0,1 0 0 0 0,-1 0 0 0 0,1 0-1 0 0,-1 1 1 0 0,1-1 0 0 0,-1 0 0 0 0,1 0 0 0 0,-1 0-1 0 0,1 0 1 0 0,-1 0 0 0 0,0 0 0 0 0,1 0-1 0 0,-1 0 1 0 0,1 0 0 0 0,-1 0 0 0 0,1-1 0 0 0,-1 1-1 0 0,1 0 1 0 0,-1 0 0 0 0,1 0 0 0 0,-1-1-1 0 0,1 1 1 0 0,-1 0 0 0 0,0 0 0 0 0,1-1 0 0 0,-1 1-1 0 0,0 0 1 0 0,1-1 0 0 0,-1 1 0 0 0,1-1-1 0 0,0 0-8 0 0,1-1-1 0 0,-1 0 1 0 0,0 0-1 0 0,0 0 1 0 0,0 0 0 0 0,0 0-1 0 0,0 0 1 0 0,0 0-1 0 0,0-2 1 0 0,2-10-30 0 0,-1 0 0 0 0,-1 0 0 0 0,0 0 1 0 0,-1 0-1 0 0,-2-20 0 0 0,-14-74-107 0 0,9 69 82 0 0,-12-40-73 0 0,13 60 18 0 0,1-1 0 0 0,1 1 0 0 0,1-1 0 0 0,0 1 0 0 0,2-1 0 0 0,1-39 0 0 0,2 48 19 0 0,1 0 0 0 0,0 1 0 0 0,0 0 0 0 0,1-1 0 0 0,0 1 0 0 0,1 1 0 0 0,1-1 0 0 0,9-14 0 0 0,9-7-246 0 0,30-30 0 0 0,-5 5 50 0 0,-33 37 272 0 0,-2-1 0 0 0,0 0 0 0 0,-2-1-1 0 0,0 0 1 0 0,-1-1 0 0 0,-1-1 0 0 0,7-24-1 0 0,-13 31 167 0 0,0-1 0 0 0,-1 1-1 0 0,0-1 1 0 0,-1 0-1 0 0,-1 0 1 0 0,-1 0 0 0 0,0 1-1 0 0,-2-1 1 0 0,1 0-1 0 0,-2 0 1 0 0,-5-18 0 0 0,4 22 74 0 0,3 7-48 0 0,0 1-1 0 0,-1 0 1 0 0,1 0-1 0 0,-1-1 1 0 0,0 1-1 0 0,-1 0 1 0 0,1 1-1 0 0,-6-9 1 0 0,7 12 145 0 0,0 3-290 0 0,1-1-1 0 0,0 1 1 0 0,0 0 0 0 0,-1-1 0 0 0,1 1 0 0 0,-1 0 0 0 0,0-1 0 0 0,1 1 0 0 0,-1-1 0 0 0,0 0 0 0 0,-1 3 0 0 0,-3 5 21 0 0,2 7 10 0 0,0 0 1 0 0,1 1 0 0 0,1-1-1 0 0,0 1 1 0 0,2 20-1 0 0,0-14-11 0 0,4 60 59 0 0,32 157 0 0 0,-27-188-137 0 0,-9-45-2 0 0,1 7-175 0 0,1 0 1 0 0,0 1 0 0 0,1-1 0 0 0,1 0 0 0 0,7 16 0 0 0,-6-23-1693 0 0,-2-4-2160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 82 10281 0 0,'-8'-5'9113'0'0,"-4"1"-2181"0"0,33-10-6292 0 0,-2 9-183 0 0,3-3-181 0 0,11 0-176 0 0,-9 2-184 0 0,-2-1-188 0 0,4 0-241 0 0,-5 2-1071 0 0,2-2-3148 0 0,-8 2-1541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 72 8205 0 0,'-2'-1'6300'0'0,"1"-1"-5527"0"0,-1 1 1 0 0,1 0-1 0 0,-1 0 1 0 0,1 0-1 0 0,-1 0 1 0 0,0 0-1 0 0,0 0 1 0 0,0 0-1 0 0,1 0 1 0 0,-1 1-1 0 0,0-1 1 0 0,-3 0-1 0 0,-29 4 4373 0 0,32-3-5092 0 0,1 0 20 0 0,1 1-1 0 0,-1-1 1 0 0,0 0 0 0 0,0 0-1 0 0,0 1 1 0 0,0-1 0 0 0,0 1-1 0 0,0-1 1 0 0,1 0 0 0 0,-1 1-1 0 0,0 0 1 0 0,0-1 0 0 0,0 1-1 0 0,1-1 1 0 0,-2 2 0 0 0,2-1 348 0 0,25-2-377 0 0,-23 1-46 0 0,-1 0 1 0 0,0 0 0 0 0,1 0-1 0 0,-1-1 1 0 0,0 1-1 0 0,1 0 1 0 0,-1-1 0 0 0,0 1-1 0 0,0-1 1 0 0,1 0 0 0 0,-1 1-1 0 0,0-1 1 0 0,0 0 0 0 0,0 0-1 0 0,0 1 1 0 0,0-1 0 0 0,0 0-1 0 0,0 0 1 0 0,0 0 0 0 0,0 0-1 0 0,0 0 1 0 0,-1-1 0 0 0,1 1-1 0 0,0 0 1 0 0,-1 0 0 0 0,2-3-1 0 0,-2 2-22 0 0,1-1-1 0 0,0 0 1 0 0,-1 1 0 0 0,1-1-1 0 0,-1 0 1 0 0,0 1-1 0 0,0-6 1 0 0,0 7-22 0 0,0 1 1 0 0,1-1 0 0 0,-2 0-1 0 0,1 0 1 0 0,0 0 0 0 0,0 1-1 0 0,0-1 1 0 0,0 0-1 0 0,0 0 1 0 0,-1 1 0 0 0,1-1-1 0 0,0 0 1 0 0,0 0 0 0 0,-1 1-1 0 0,1-1 1 0 0,-1 0-1 0 0,1 1 1 0 0,-1-1 0 0 0,1 0-1 0 0,-1 1 1 0 0,1-1-1 0 0,-1 1 1 0 0,0-1 0 0 0,1 1-1 0 0,-1-1 1 0 0,0 1 0 0 0,1-1-1 0 0,-1 1 1 0 0,-1-1-1 0 0,1 1-735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1 809 8997 0 0,'0'3'5628'0'0,"0"0"-4023"0"0,0 15 9759 0 0,11-39-11131 0 0,0 0 0 0 0,-2 0 0 0 0,-1-1 0 0 0,-1 0 1 0 0,0-1-1 0 0,3-28 0 0 0,12-147-118 0 0,-18 109 54 0 0,-11-122 0 0 0,4 186 131 0 0,-2 0 0 0 0,-12-40 1 0 0,17 64-287 0 0,0 0 250 0 0,-3 4-190 0 0,0 2-54 0 0,0-1 0 0 0,0 1 0 0 0,0 0-1 0 0,1 0 1 0 0,0 0 0 0 0,0 1 0 0 0,1-1 0 0 0,-3 11-1 0 0,-3 52 106 0 0,5-41-85 0 0,-1 64 145 0 0,4 0 0 0 0,16 113 0 0 0,-15-183-167 0 0,1-1 1 0 0,0 0-1 0 0,2 0 1 0 0,0 0-1 0 0,2 0 1 0 0,13 28-1 0 0,-18-42-20 0 0,1-1 0 0 0,0 0 0 0 0,0 0 0 0 0,1 0 0 0 0,0 0-1 0 0,-1 0 1 0 0,2 0 0 0 0,-1-1 0 0 0,0 0 0 0 0,1 0 0 0 0,0 0 0 0 0,0-1-1 0 0,0 0 1 0 0,0 0 0 0 0,1 0 0 0 0,-1 0 0 0 0,1-1 0 0 0,0 0 0 0 0,-1 0 0 0 0,1 0-1 0 0,0-1 1 0 0,0 0 0 0 0,0 0 0 0 0,0 0 0 0 0,0-1 0 0 0,9-1 0 0 0,-3 0-30 0 0,0-1 0 0 0,0-1 1 0 0,0 0-1 0 0,0-1 0 0 0,0 0 1 0 0,-1-1-1 0 0,0 0 0 0 0,0-1 1 0 0,0 0-1 0 0,0-1 0 0 0,-1 0 1 0 0,-1 0-1 0 0,1-1 0 0 0,-1 0 1 0 0,14-17-1 0 0,-16 17 3 0 0,0 0 0 0 0,-1-1 0 0 0,0 0-1 0 0,0 0 1 0 0,-1-1 0 0 0,0 0 0 0 0,-1 1 0 0 0,0-1 0 0 0,0-1-1 0 0,-1 1 1 0 0,-1-1 0 0 0,0 1 0 0 0,0-1 0 0 0,-1 0 0 0 0,0 1-1 0 0,-1-1 1 0 0,0 0 0 0 0,-3-14 0 0 0,3 20 51 0 0,-1 0 0 0 0,0 0 0 0 0,-1 0 1 0 0,1 0-1 0 0,-1 1 0 0 0,0-1 0 0 0,0 0 0 0 0,0 1 1 0 0,-1-1-1 0 0,0 1 0 0 0,1 0 0 0 0,-2 0 0 0 0,1 0 1 0 0,0 0-1 0 0,-1 1 0 0 0,-5-6 0 0 0,8 9-12 0 0,0-1-1 0 0,0 1 1 0 0,0-1-1 0 0,-1 1 0 0 0,1-1 1 0 0,0 1-1 0 0,0-1 1 0 0,0 1-1 0 0,0 0 1 0 0,0 0-1 0 0,0 0 1 0 0,-1 0-1 0 0,1-1 0 0 0,0 1 1 0 0,0 1-1 0 0,0-1 1 0 0,0 0-1 0 0,-1 0 1 0 0,1 0-1 0 0,0 1 1 0 0,0-1-1 0 0,-1 1 1 0 0,0 0-1 0 0,0 0 1 0 0,0 1 0 0 0,0-1 0 0 0,0 1 0 0 0,0-1-1 0 0,1 1 1 0 0,-1 0 0 0 0,1-1 0 0 0,-1 1 0 0 0,-1 3 0 0 0,0 0 2 0 0,0 1-1 0 0,0-1 1 0 0,1 0 0 0 0,0 1 0 0 0,0 0 0 0 0,0-1 0 0 0,-1 12 0 0 0,2-4 1 0 0,1 0 0 0 0,0 0 1 0 0,1 0-1 0 0,0 0 0 0 0,1 0 0 0 0,4 17 1 0 0,-4-25-18 0 0,-1 0 0 0 0,1 0 1 0 0,0 0-1 0 0,1 0 1 0 0,-1 0-1 0 0,1-1 1 0 0,0 1-1 0 0,0-1 1 0 0,0 0-1 0 0,1 0 1 0 0,-1 0-1 0 0,1 0 1 0 0,0 0-1 0 0,0-1 1 0 0,0 0-1 0 0,1 0 1 0 0,9 5-1 0 0,-9-6-11 0 0,0-1-1 0 0,0 1 0 0 0,0-1 1 0 0,0 0-1 0 0,0-1 0 0 0,1 1 1 0 0,-1-1-1 0 0,0 0 0 0 0,0 0 1 0 0,1-1-1 0 0,-1 1 0 0 0,0-1 1 0 0,0-1-1 0 0,0 1 0 0 0,0-1 1 0 0,7-2-1 0 0,0-2-59 0 0,1 0 0 0 0,-1-1 0 0 0,0 0 0 0 0,19-15 1 0 0,-22 14-5 0 0,0-1 0 0 0,-1 0 1 0 0,0 0-1 0 0,0-1 1 0 0,-1 0-1 0 0,0-1 1 0 0,-1 1-1 0 0,0-1 1 0 0,-1 0-1 0 0,6-16 1 0 0,0-9-273 0 0,14-71-1 0 0,-9-42-225 0 0,-13 106 474 0 0,-2-115 463 0 0,0 157-317 0 0,-1-1 1 0 0,0 1-1 0 0,0 0 1 0 0,0-1-1 0 0,0 1 1 0 0,0-1-1 0 0,0 1 1 0 0,0-1 0 0 0,0 1-1 0 0,0 0 1 0 0,-1-1-1 0 0,1 1 1 0 0,-1 0-1 0 0,1-1 1 0 0,-1 1-1 0 0,1 0 1 0 0,-1 0-1 0 0,0-1 1 0 0,0 1 0 0 0,1 0-1 0 0,-1 0 1 0 0,0 0-1 0 0,0 0 1 0 0,0 0-1 0 0,0 0 1 0 0,-1 0-1 0 0,1 0 1 0 0,-2 0-1 0 0,0 3 157 0 0,-6 15-79 0 0,1-1 0 0 0,1 1 0 0 0,0 1 0 0 0,2-1-1 0 0,0 1 1 0 0,-5 32 0 0 0,5-26-54 0 0,-61 384 567 0 0,55-293-498 0 0,7 181-1 0 0,7-254-122 0 0,1 0 1 0 0,14 55-1 0 0,-18-97-13 0 0,13 41-27 0 0,-12-39 19 0 0,0 0 0 0 0,-1 0-1 0 0,1-1 1 0 0,0 1-1 0 0,0 0 1 0 0,1-1-1 0 0,-1 1 1 0 0,0-1-1 0 0,0 1 1 0 0,1-1-1 0 0,-1 0 1 0 0,1 0-1 0 0,-1 0 1 0 0,1 1-1 0 0,-1-1 1 0 0,1-1 0 0 0,0 1-1 0 0,3 1 1 0 0,-1-4-64 0 0,0-3 43 0 0,0-1 1 0 0,0 1 0 0 0,0-1-1 0 0,-1 0 1 0 0,0 0 0 0 0,0-1 0 0 0,0 1-1 0 0,-1 0 1 0 0,0-1 0 0 0,0 0-1 0 0,-1 1 1 0 0,0-1 0 0 0,0 0-1 0 0,0 0 1 0 0,-1-11 0 0 0,-1-12-54 0 0,0 1 0 0 0,-8-39 1 0 0,-2 14-56 0 0,-27-78 0 0 0,25 93 83 0 0,10 31 38 0 0,1 1 0 0 0,0-1 0 0 0,1 0 0 0 0,-1 1 0 0 0,2-1 0 0 0,-1-12 0 0 0,1 17 6 0 0,1-1 1 0 0,-1 0-1 0 0,1 1 1 0 0,0-1 0 0 0,1 0-1 0 0,-1 1 1 0 0,0-1-1 0 0,1 1 1 0 0,0-1-1 0 0,0 1 1 0 0,0 0-1 0 0,0 0 1 0 0,0 0-1 0 0,1 0 1 0 0,3-3-1 0 0,101-83-343 0 0,-73 63 112 0 0,52-50 0 0 0,-77 66 181 0 0,1-1 0 0 0,-1 0-1 0 0,-1-1 1 0 0,0 0 0 0 0,-1 0-1 0 0,0 0 1 0 0,-1-1 0 0 0,0 0-1 0 0,4-16 1 0 0,-5 10 58 0 0,-1 0 0 0 0,-1-1 1 0 0,0 0-1 0 0,-2 1 0 0 0,-1-39 0 0 0,-1 43 136 0 0,-1 1 0 0 0,0 0 0 0 0,-1 0 0 0 0,0 0 0 0 0,-1 1 0 0 0,-1-1-1 0 0,0 1 1 0 0,-1 0 0 0 0,-9-14 0 0 0,1 9 312 0 0,14 17-429 0 0,-1 1 0 0 0,1-1-1 0 0,0 1 1 0 0,-1-1 0 0 0,1 1 0 0 0,-1-1 0 0 0,1 1-1 0 0,-1-1 1 0 0,1 1 0 0 0,-1 0 0 0 0,1-1 0 0 0,-1 1-1 0 0,1 0 1 0 0,-1-1 0 0 0,1 1 0 0 0,-1 0 0 0 0,0 0-1 0 0,1 0 1 0 0,-1 0 0 0 0,1-1 0 0 0,-1 1 0 0 0,0 0-1 0 0,1 0 1 0 0,-1 0 0 0 0,0 0 0 0 0,1 0 0 0 0,-1 0-1 0 0,1 1 1 0 0,-1-1 0 0 0,0 0 0 0 0,1 0 0 0 0,-1 0-1 0 0,1 0 1 0 0,-1 1 0 0 0,0-1 0 0 0,0 1 0 0 0,-2 3 12 0 0,0 0 0 0 0,1 0 0 0 0,-1 1 0 0 0,1-1 0 0 0,0 1 0 0 0,0 0 0 0 0,0 0 0 0 0,0 0 1 0 0,1 0-1 0 0,0 0 0 0 0,0 0 0 0 0,1 0 0 0 0,-1 9 0 0 0,1 10 42 0 0,4 37-1 0 0,10 34 38 0 0,34 121-1 0 0,24 0-318 0 0,-70-210 179 0 0,-1-3-188 0 0,-1-2 75 0 0,1 1 0 0 0,-1-1 0 0 0,0 1 0 0 0,1-1 0 0 0,-1 0 0 0 0,1 0 0 0 0,0 1 0 0 0,-1-1 0 0 0,1 0 0 0 0,0 0 0 0 0,0 0 0 0 0,0 1 0 0 0,0-1 0 0 0,-1 0 0 0 0,2 0 0 0 0,0 1 0 0 0,0-6-4112 0 0,7-15-2253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2:21.78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10693 0 0,'0'-1'4702'0'0,"2"-9"1985"0"0,13 5-5751 0 0,1 0-1 0 0,1 0 1 0 0,-1 2-1 0 0,30-3 1 0 0,71 1 446 0 0,-99 4-3643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27.0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175 0 1236 0 0,'-26'4'13509'0'0,"3"6"-7366"0"0,18-8-5797 0 0,1 1-1 0 0,-1 0 1 0 0,1 0-1 0 0,0 0 1 0 0,0 1-1 0 0,0 0 0 0 0,1-1 1 0 0,0 1-1 0 0,-1 1 1 0 0,1-1-1 0 0,1 0 1 0 0,-4 7-1 0 0,-12 23 565 0 0,8-15-465 0 0,0 1 0 0 0,1 1-1 0 0,-11 36 1 0 0,17-41-370 0 0,0-1 0 0 0,2 1 0 0 0,0 0 1 0 0,1 0-1 0 0,2 16 0 0 0,14 80 93 0 0,-12-90-141 0 0,0-4-21 0 0,0-1 1 0 0,2 0 0 0 0,0 0-1 0 0,1 0 1 0 0,0-1-1 0 0,2 0 1 0 0,0-1-1 0 0,0 1 1 0 0,23 25-1 0 0,-26-34-3 0 0,0-1 0 0 0,1 0-1 0 0,-1 0 1 0 0,1-1 0 0 0,0 0 0 0 0,1 0-1 0 0,-1 0 1 0 0,1-1 0 0 0,0 0-1 0 0,0-1 1 0 0,0 0 0 0 0,1 0-1 0 0,-1-1 1 0 0,1 0 0 0 0,-1 0 0 0 0,15 0-1 0 0,4 1 6 0 0,-21-1-6 0 0,-1-2 0 0 0,0 1 0 0 0,0-1 0 0 0,1 1 0 0 0,-1-1 1 0 0,0-1-1 0 0,0 1 0 0 0,10-3 0 0 0,36-17-1 0 0,-31 9 6 0 0,0 0 0 0 0,18-14 1 0 0,-25 14 12 0 0,0 0 0 0 0,-1 0 1 0 0,0-2-1 0 0,0 1 0 0 0,13-22 1 0 0,-19 24 19 0 0,0-1 1 0 0,-1 1 0 0 0,0-1 0 0 0,-1 0-1 0 0,0 0 1 0 0,-1-1 0 0 0,3-20 0 0 0,-3 18 43 0 0,-1-1 1 0 0,-1-29 0 0 0,-1 39-50 0 0,-1-1 1 0 0,0 1-1 0 0,0-1 1 0 0,-1 1-1 0 0,1-1 1 0 0,-1 1-1 0 0,0 0 1 0 0,-1-1 0 0 0,-5-8-1 0 0,-21-43 73 0 0,23 44-89 0 0,0 0 0 0 0,-16-25 0 0 0,7 19 6 0 0,0-1 14 0 0,-20-21 0 0 0,31 37-31 0 0,-1-1 0 0 0,1 1 1 0 0,-1 1-1 0 0,0-1 0 0 0,1 1 0 0 0,-2-1 1 0 0,1 1-1 0 0,0 1 0 0 0,-1-1 1 0 0,-6-1-1 0 0,4 1 4 0 0,-17 0 3 0 0,-41 2 27 0 0,-37-3 173 0 0,99 3-208 0 0,-18 0 23 0 0,17 0-52 0 0,0 1-1 0 0,0 1 0 0 0,1-1 1 0 0,-1 1-1 0 0,0 0 1 0 0,-6 1-1 0 0,-4 8-1943 0 0,2 8-4914 0 0,10-10 669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28.36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204 18 3796 0 0,'0'0'14651'0'0,"-2"-8"-12677"0"0,0 5 1741 0 0,0 2-3526 0 0,1 0 0 0 0,-1 0-1 0 0,1 1 1 0 0,-1-1 0 0 0,1 0 0 0 0,-1 1 0 0 0,1-1-1 0 0,-1 1 1 0 0,0 0 0 0 0,1-1 0 0 0,-1 1-1 0 0,0 0 1 0 0,1 0 0 0 0,-1 0 0 0 0,0 0-1 0 0,1 0 1 0 0,-3 1 0 0 0,-2 0 40 0 0,1 1 0 0 0,0-1 0 0 0,0 1 0 0 0,0 0 1 0 0,-7 5-1 0 0,1-1-34 0 0,0 1 0 0 0,0 1 0 0 0,1 0 0 0 0,-10 10 0 0 0,13-9-145 0 0,0-1 0 0 0,1 1 0 0 0,0 0 0 0 0,0 0 0 0 0,1 1 0 0 0,0-1 0 0 0,1 1 0 0 0,0 1 0 0 0,1-1 0 0 0,0 0 0 0 0,0 1 0 0 0,-1 20 0 0 0,1 8-23 0 0,1 1-1 0 0,5 45 1 0 0,-2-61-6 0 0,-1-10-19 0 0,1-1 0 0 0,1 0 0 0 0,-1 0 0 0 0,2 1 0 0 0,0-1 1 0 0,1-1-1 0 0,0 1 0 0 0,1 0 0 0 0,0-1 0 0 0,1 0 0 0 0,0 0 0 0 0,1-1 0 0 0,0 0 1 0 0,1 0-1 0 0,9 10 0 0 0,-4-11-3 0 0,0-1-1 0 0,1-1 1 0 0,0 0 0 0 0,20 8 0 0 0,-25-13 0 0 0,-2 0 2 0 0,0 0-1 0 0,1 0 0 0 0,-1-1 0 0 0,1-1 1 0 0,0 1-1 0 0,-1-1 0 0 0,1 0 1 0 0,0-1-1 0 0,0 0 0 0 0,13-2 0 0 0,-12 1 0 0 0,-1-1-1 0 0,1 0 1 0 0,-1-1-1 0 0,0 0 1 0 0,0-1-1 0 0,0 1 1 0 0,-1-2-1 0 0,1 1 0 0 0,-1-1 1 0 0,0 0-1 0 0,0 0 1 0 0,8-9-1 0 0,-6 3 1 0 0,0 0 0 0 0,0-1 1 0 0,8-16-1 0 0,1-12-7 0 0,16-57 1 0 0,-31 87 15 0 0,0 0-1 0 0,-1 1 1 0 0,0-1-1 0 0,-1 0 1 0 0,0 0-1 0 0,0 0 1 0 0,-1 0-1 0 0,0 0 1 0 0,-1 0-1 0 0,-4-19 0 0 0,3 18 15 0 0,-1 0 0 0 0,0 0 0 0 0,0 0 0 0 0,-1 1 0 0 0,-1-1 1 0 0,0 1-1 0 0,0 0 0 0 0,-1 1 0 0 0,0-1 0 0 0,0 1 0 0 0,-16-15 0 0 0,15 18-1 0 0,0 0 1 0 0,0 0 0 0 0,-1 1 0 0 0,0 1 0 0 0,0-1 0 0 0,0 1 0 0 0,-11-4 0 0 0,-62-16 245 0 0,62 18-200 0 0,-1 2 0 0 0,1 0 1 0 0,-1 1-1 0 0,0 2 0 0 0,0 0 1 0 0,-28 2-1 0 0,46-1-109 0 0,0 1 1 0 0,-1-1 0 0 0,1 1-1 0 0,0 0 1 0 0,-1-1-1 0 0,1 1 1 0 0,0 0-1 0 0,0 1 1 0 0,0-1-1 0 0,0 0 1 0 0,0 1-1 0 0,0-1 1 0 0,0 1-1 0 0,0-1 1 0 0,1 1-1 0 0,-1 0 1 0 0,1 0-1 0 0,-1 0 1 0 0,-1 2-1 0 0,-9 24-7277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29.0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286 10 2732 0 0,'-16'-6'11397'0'0,"1"3"-5569"0"0,11 2-5318 0 0,-1 1-1 0 0,1 0 0 0 0,0 0 0 0 0,0 1 0 0 0,-1-1 0 0 0,1 1 0 0 0,0 0 1 0 0,0 0-1 0 0,-6 2 0 0 0,-2 2-225 0 0,0 0 0 0 0,0 1 1 0 0,1 0-1 0 0,-1 1 0 0 0,1 0 1 0 0,1 1-1 0 0,-1 0 0 0 0,1 1 0 0 0,1 0 1 0 0,0 0-1 0 0,0 1 0 0 0,1 0 0 0 0,0 1 1 0 0,0 0-1 0 0,2 0 0 0 0,-1 0 0 0 0,1 1 1 0 0,-5 15-1 0 0,5-11-236 0 0,2 0 0 0 0,0 0 0 0 0,0 1 0 0 0,1-1 0 0 0,1 1 1 0 0,1 0-1 0 0,1-1 0 0 0,0 1 0 0 0,1 0 0 0 0,1-1 0 0 0,0 1 0 0 0,1-1 0 0 0,1 1 0 0 0,6 15 1 0 0,-5-20-40 0 0,0-1 0 0 0,1 0 0 0 0,0-1 0 0 0,1 1 0 0 0,0-1 1 0 0,0 0-1 0 0,1-1 0 0 0,1 0 0 0 0,0 0 0 0 0,0-1 1 0 0,0 0-1 0 0,1-1 0 0 0,0 0 0 0 0,1 0 0 0 0,0-1 0 0 0,15 7 1 0 0,-18-10-22 0 0,-1 0-1 0 0,1 0 1 0 0,0-1 0 0 0,0 0 0 0 0,0 0 0 0 0,0 0 0 0 0,0-1 0 0 0,0-1 0 0 0,0 1 0 0 0,1-2 0 0 0,-1 1 0 0 0,0-1 0 0 0,0 0 0 0 0,0 0 0 0 0,0-1 0 0 0,0 0 0 0 0,0-1 0 0 0,0 0 0 0 0,-1 0 0 0 0,1 0-1 0 0,-1-1 1 0 0,0 0 0 0 0,0-1 0 0 0,0 0 0 0 0,8-7 0 0 0,-6 2-13 0 0,-1 0-1 0 0,0 0 0 0 0,-1 0 1 0 0,0-1-1 0 0,0 0 0 0 0,-1 0 1 0 0,0-1-1 0 0,-1 0 0 0 0,-1 0 1 0 0,0 0-1 0 0,0 0 1 0 0,2-17-1 0 0,-2-3 16 0 0,-1 0 1 0 0,-1 0-1 0 0,-4-56 0 0 0,1 72 40 0 0,-1 1 0 0 0,0 0 1 0 0,-1 0-1 0 0,-1 0 0 0 0,0 1 0 0 0,-7-15 0 0 0,9 24-12 0 0,0-1 0 0 0,-1 1 0 0 0,0 0 0 0 0,0 0-1 0 0,0 1 1 0 0,-1-1 0 0 0,1 1 0 0 0,-1 0 0 0 0,0-1-1 0 0,0 2 1 0 0,-1-1 0 0 0,1 0 0 0 0,-1 1 0 0 0,0 0-1 0 0,0 0 1 0 0,0 0 0 0 0,0 1 0 0 0,0 0 0 0 0,-6-2 0 0 0,-7 0-68 0 0,0 1 0 0 0,0 1 0 0 0,0 1 0 0 0,-1 0 0 0 0,1 1 0 0 0,0 1 0 0 0,0 1 0 0 0,0 1 0 0 0,0 0 0 0 0,-18 6 0 0 0,10-1-3575 0 0,-37 17-1 0 0,45-15-2773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29.69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169 1 3044 0 0,'0'0'23571'0'0,"-3"5"-23270"0"0,-14 23 112 0 0,0-1 187 0 0,-24 55 0 0 0,17-22-322 0 0,-38 109-786 0 0,58-151-1621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29.91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143 10 5913 0 0,'3'-10'17907'0'0,"-10"21"-14691"0"0,-6 12-5663 0 0,7-9 4429 0 0,-40 138-180 0 0,-26 72-2439 0 0,72-222-73 0 0,-2 2 1380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30.13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112 53 3452 0 0,'18'-45'17085'0'0,"-16"37"-11434"0"0,-12 27-5153 0 0,-29 68 359 0 0,-30 103 0 0 0,56-150-2309 0 0,13-39 964 0 0,5-5-3761 0 0,15-14-42 0 0,-10 3-1300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30.2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81 97 6017 0 0,'53'-88'14309'0'0,"-49"80"-11527"0"0,-7 11 137 0 0,-8 12-1604 0 0,-8 30-662 0 0,3 0-1 0 0,-13 54 0 0 0,14-47-388 0 0,1-5-85 0 0,2-11-841 0 0,-6 39-1 0 0,17-73-146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30.4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118 1 6621 0 0,'0'0'13168'0'0,"-5"5"-11678"0"0,-2 6-974 0 0,1-1 1 0 0,0 2 0 0 0,0-1-1 0 0,1 1 1 0 0,0 0-1 0 0,1 0 1 0 0,-2 13 0 0 0,-1-2-548 0 0,0-1 1 0 0,-2-1-1 0 0,-12 25 0 0 0,3-8-6470 0 0,13-26 746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32.18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221 197 1172 0 0,'-2'0'1274'0'0,"0"0"0"0"0,0 0 1 0 0,0-1-1 0 0,0 1 0 0 0,0 0 0 0 0,0-1 0 0 0,1 1 1 0 0,-1-1-1 0 0,0 0 0 0 0,-3-1 0 0 0,6-6-918 0 0,-1 1 1 0 0,1-1-1 0 0,0 0 0 0 0,1 0 1 0 0,0 1-1 0 0,0-1 0 0 0,6-11 0 0 0,2-11 844 0 0,-9 26-947 0 0,0-2 540 0 0,1-1 1 0 0,-1 1-1 0 0,0 0 0 0 0,0 0 1 0 0,-1-7-1 0 0,-15 15-190 0 0,13-1-553 0 0,0 0 0 0 0,1 1-1 0 0,-1-1 1 0 0,0 0 0 0 0,0 0-1 0 0,1 1 1 0 0,-1-1 0 0 0,1 1-1 0 0,-1-1 1 0 0,1 1 0 0 0,0 0-1 0 0,0 0 1 0 0,-1-1 0 0 0,1 1-1 0 0,-1 4 1 0 0,-3 3 149 0 0,-15 22 167 0 0,2 1 1 0 0,1 1-1 0 0,-15 39 1 0 0,2-4-106 0 0,8-17-751 0 0,21-49 287 0 0,1-8-1137 0 0,1-20 1004 0 0,2 1 0 0 0,0 0 0 0 0,8-28 0 0 0,28-80-553 0 0,-30 109 888 0 0,-7 19 144 0 0,0 0 0 0 0,0 0 1 0 0,0-1-1 0 0,-1 1 0 0 0,0 0 1 0 0,1-8-1 0 0,-2 10 1401 0 0,-3 8-1306 0 0,-13 21 100 0 0,2 0 1 0 0,1 2-1 0 0,1-1 1 0 0,-9 30-1 0 0,-1 3 35 0 0,18-50-308 0 0,0-1-55 0 0,0 0 1 0 0,1 0 0 0 0,-4 20 0 0 0,7-27-116 0 0,3-6-406 0 0,22-27 131 0 0,30-49-1 0 0,-14 18 99 0 0,-4 7 77 0 0,28-37 489 0 0,-64 91 298 0 0,0 5-384 0 0,0 12-57 0 0,-1-1 1 0 0,0 0-1 0 0,-1 1 0 0 0,-1-1 1 0 0,-6 26-1 0 0,-28 76 319 0 0,22-75-270 0 0,-11 49 1 0 0,19-67-166 0 0,4-14-121 0 0,-1 1 1 0 0,2 0-1 0 0,-2 17 1 0 0,3-26-14 0 0,3-3-89 0 0,0-1 178 0 0,0 1 1 0 0,0-1-1 0 0,0 0 0 0 0,0 0 1 0 0,-1 0-1 0 0,1 0 1 0 0,-1-1-1 0 0,1 1 1 0 0,-1-1-1 0 0,0 1 1 0 0,0-1-1 0 0,0 0 1 0 0,0 0-1 0 0,1-5 0 0 0,11-13-54 0 0,63-93-123 0 0,-25 35 102 0 0,22-44 497 0 0,-73 122 46 0 0,-4 7-353 0 0,-31 68 179 0 0,-26 52 93 0 0,-2 16-188 0 0,61-138-188 0 0,1-4-2 0 0,-1 1 0 0 0,1-1-1 0 0,0 1 1 0 0,0-1 0 0 0,0 1 0 0 0,-1 0-1 0 0,1-1 1 0 0,0 1 0 0 0,0-1-1 0 0,0 1 1 0 0,0-1 0 0 0,0 1-1 0 0,0 0 1 0 0,0-1 0 0 0,0 1 0 0 0,1-1-1 0 0,-1 1 1 0 0,0-1 0 0 0,0 1-1 0 0,0 0 1 0 0,1-1 0 0 0,-1 1 0 0 0,0-1-1 0 0,0 1 1 0 0,1-1 0 0 0,-1 1-1 0 0,0-1 1 0 0,1 0 0 0 0,-1 1-1 0 0,1-1 1 0 0,-1 1 0 0 0,1-1 0 0 0,-1 0-1 0 0,1 1 1 0 0,-1-1 0 0 0,1 0-1 0 0,0 1 1 0 0,2-4-61 0 0,24-28-33 0 0,-2-2 0 0 0,-1 0 0 0 0,34-65 0 0 0,14-20-4 0 0,-32 53 309 0 0,-39 63 252 0 0,-2 8-346 0 0,-21 68 366 0 0,-41 93 0 0 0,28-77-185 0 0,26-70-370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3:34.22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77 62 1424 0 0,'0'-8'4275'0'0,"1"-13"11501"0"0,0 15-13749 0 0,0 0 2068 0 0,4-13-3896 0 0,-4 17 396 0 0,-2 8-524 0 0,-24 79 239 0 0,7-27-44 0 0,-15 88-1 0 0,24-92-121 0 0,9-52-99 0 0,4-6-34 0 0,4-3-15 0 0,0 0 1 0 0,-1-1 0 0 0,0 0-1 0 0,0-1 1 0 0,8-13-1 0 0,28-56-36 0 0,-21 37 31 0 0,4-16 241 0 0,-24 51-145 0 0,-3 7-8 0 0,-14 29 10 0 0,-1 11 66 0 0,2 0 0 0 0,1 1 0 0 0,-6 45 0 0 0,5-26-10 0 0,13-55-126 0 0,0-1-1 0 0,0 1 1 0 0,1-1 0 0 0,-1 1 0 0 0,2 9-1 0 0,11-33-33 0 0,0 0 0 0 0,-1 0 0 0 0,-2-1-1 0 0,13-32 1 0 0,1-2-37 0 0,23-54-79 0 0,-23 48 64 0 0,-22 58 195 0 0,-4 7-110 0 0,2-4-17 0 0,-25 62 122 0 0,-31 111 0 0 0,54-161-116 0 0,1-6-31 0 0,0 1-1 0 0,0 0 1 0 0,1-1-1 0 0,0 10 1 0 0,1-18 21 0 0,0 1-1 0 0,0-1 1 0 0,0 0 0 0 0,0 0 0 0 0,0 1-1 0 0,0-1 1 0 0,0 0 0 0 0,0 0 0 0 0,0 1 0 0 0,0-1-1 0 0,0 0 1 0 0,1 0 0 0 0,-1 0 0 0 0,0 1-1 0 0,0-1 1 0 0,0 0 0 0 0,0 0 0 0 0,0 0-1 0 0,1 0 1 0 0,-1 1 0 0 0,0-1 0 0 0,0 0 0 0 0,0 0-1 0 0,1 0 1 0 0,-1 0 0 0 0,0 0 0 0 0,0 0-1 0 0,1 1 1 0 0,-1-1 0 0 0,0 0 0 0 0,0 0 0 0 0,0 0-1 0 0,1 0 1 0 0,-1 0 0 0 0,0 0 0 0 0,0 0-1 0 0,1 0 1 0 0,-1 0 0 0 0,0 0 0 0 0,0 0-1 0 0,1 0 1 0 0,-1 0 0 0 0,0 0 0 0 0,0-1 0 0 0,1 1-1 0 0,-1 0 1 0 0,0 0 0 0 0,0 0 0 0 0,0 0-1 0 0,1 0 1 0 0,9-12-24 0 0,0-1 0 0 0,-1 1-1 0 0,0-1 1 0 0,-1-1 0 0 0,-1 1-1 0 0,11-28 1 0 0,15-26-57 0 0,23-41-47 0 0,-41 75 185 0 0,-14 32 141 0 0,-4 5-143 0 0,-24 46 117 0 0,2 1 1 0 0,1 1 0 0 0,-17 61 0 0 0,33-86-122 0 0,4-16-21 0 0,0 1-1 0 0,1 0 1 0 0,0 0 0 0 0,1 0 0 0 0,-1 14 0 0 0,3-26-27 0 0,1 0 0 0 0,-1 1 1 0 0,0-1-1 0 0,0 0 0 0 0,0 1 1 0 0,0-1-1 0 0,0 0 0 0 0,1 0 1 0 0,-1 1-1 0 0,0-1 0 0 0,0 0 1 0 0,0 0-1 0 0,1 1 0 0 0,-1-1 1 0 0,0 0-1 0 0,0 0 0 0 0,1 0 0 0 0,-1 0 1 0 0,0 1-1 0 0,0-1 0 0 0,1 0 1 0 0,-1 0-1 0 0,0 0 0 0 0,1 0 1 0 0,-1 0-1 0 0,0 0 0 0 0,0 0 1 0 0,1 0-1 0 0,-1 0 0 0 0,0 0 1 0 0,1 0-1 0 0,-1 0 0 0 0,0 0 0 0 0,1 0 1 0 0,-1 0-1 0 0,0 0 0 0 0,1 0 1 0 0,-1 0-1 0 0,0 0 0 0 0,0 0 1 0 0,1-1-1 0 0,-1 1 0 0 0,0 0 1 0 0,1 0-1 0 0,32-39-73 0 0,-2-1 0 0 0,43-72 0 0 0,3-6-102 0 0,-63 95 138 0 0,5-4 27 0 0,-18 26 190 0 0,-5 4-133 0 0,-13 21 30 0 0,1 1 1 0 0,1 0 0 0 0,-22 50-1 0 0,-13 22 65 0 0,-41 82 116 0 0,86-168-896 0 0,5-13 400 0 0,11-28-326 0 0,2-7-2605 0 0,-7 23-1319 0 0,1 1-1858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29.98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184 56 9193 0 0,'0'-1'8847'0'0,"-8"-5"-3021"0"0,5 5-5591 0 0,1 1 1 0 0,-1 0 0 0 0,1 0 0 0 0,-1 0 0 0 0,1 0 0 0 0,-1 0 0 0 0,1 0 0 0 0,-1 1 0 0 0,0-1 0 0 0,1 1-1 0 0,0 0 1 0 0,-1 0 0 0 0,1 0 0 0 0,-1 0 0 0 0,1 0 0 0 0,0 0 0 0 0,0 0 0 0 0,0 1 0 0 0,0 0 0 0 0,0-1 0 0 0,0 1-1 0 0,0 0 1 0 0,0 0 0 0 0,0 0 0 0 0,1 0 0 0 0,-1 0 0 0 0,1 0 0 0 0,-2 4 0 0 0,0-2-178 0 0,1 1-1 0 0,-1-1 1 0 0,1 0 0 0 0,0 1 0 0 0,1-1-1 0 0,-1 1 1 0 0,1 0 0 0 0,0 0-1 0 0,0-1 1 0 0,0 1 0 0 0,1 0 0 0 0,0 0-1 0 0,0 0 1 0 0,1 7 0 0 0,-1-11-63 0 0,0 0-1 0 0,1 0 1 0 0,-1 0 0 0 0,1 0-1 0 0,-1 0 1 0 0,1 0 0 0 0,-1 0 0 0 0,1 0-1 0 0,0 0 1 0 0,-1-1 0 0 0,1 1 0 0 0,0 0-1 0 0,0-1 1 0 0,0 1 0 0 0,-1 0-1 0 0,1-1 1 0 0,0 1 0 0 0,0-1 0 0 0,0 1-1 0 0,0-1 1 0 0,0 0 0 0 0,0 1 0 0 0,0-1-1 0 0,0 0 1 0 0,0 0 0 0 0,0 0-1 0 0,0 1 1 0 0,0-1 0 0 0,0 0 0 0 0,0 0-1 0 0,0-1 1 0 0,0 1 0 0 0,0 0-1 0 0,0 0 1 0 0,1 0 0 0 0,-1-1 0 0 0,-1 1-1 0 0,1-1 1 0 0,0 1 0 0 0,1-1 0 0 0,3-1-31 0 0,0 0 0 0 0,0 0 1 0 0,-1 0-1 0 0,1-1 0 0 0,-1 1 1 0 0,7-7-1 0 0,-8 7 53 0 0,0-1 1 0 0,-1 0-1 0 0,1 0 0 0 0,-1 0 1 0 0,0 0-1 0 0,0-1 1 0 0,0 1-1 0 0,-1 0 0 0 0,1-1 1 0 0,-1 1-1 0 0,1-1 0 0 0,-1 0 1 0 0,0 1-1 0 0,-1-1 1 0 0,1 0-1 0 0,-1 0 0 0 0,0 0 1 0 0,1 1-1 0 0,-2-1 1 0 0,1 0-1 0 0,0 0 0 0 0,-1 0 1 0 0,0 1-1 0 0,0-1 0 0 0,0 0 1 0 0,0 1-1 0 0,0-1 1 0 0,-1 0-1 0 0,0 1 0 0 0,1 0 1 0 0,-1-1-1 0 0,-1 1 1 0 0,1 0-1 0 0,0 0 0 0 0,-1 0 1 0 0,0 1-1 0 0,1-1 0 0 0,-1 0 1 0 0,0 1-1 0 0,-6-4 1 0 0,6 4 2 0 0,0 1 0 0 0,-1 0 0 0 0,1-1 0 0 0,-1 1 0 0 0,1 0 0 0 0,-1 1 0 0 0,1-1 0 0 0,-1 0 0 0 0,1 1 0 0 0,-1 0 1 0 0,0 0-1 0 0,1 0 0 0 0,-1 0 0 0 0,1 1 0 0 0,-1 0 0 0 0,1-1 0 0 0,-1 1 0 0 0,1 0 0 0 0,-1 1 0 0 0,1-1 0 0 0,0 0 1 0 0,0 1-1 0 0,-1 0 0 0 0,1 0 0 0 0,0 0 0 0 0,1 0 0 0 0,-1 0 0 0 0,-2 3 0 0 0,0 0-9 0 0,0 0 0 0 0,0 0 0 0 0,1 0 0 0 0,0 0-1 0 0,0 1 1 0 0,0 0 0 0 0,1 0 0 0 0,0 0 0 0 0,0 0 0 0 0,0 0 0 0 0,1 0 0 0 0,0 1-1 0 0,-2 12 1 0 0,3-14-15 0 0,1-1-1 0 0,-1 0 1 0 0,1 1-1 0 0,1-1 1 0 0,-1 1 0 0 0,1-1-1 0 0,-1 0 1 0 0,1 1-1 0 0,0-1 1 0 0,1 0-1 0 0,-1 0 1 0 0,1 0-1 0 0,0 0 1 0 0,0 0-1 0 0,0 0 1 0 0,0 0 0 0 0,1-1-1 0 0,0 1 1 0 0,-1-1-1 0 0,1 0 1 0 0,0 1-1 0 0,1-1 1 0 0,6 4-1 0 0,-6-4-11 0 0,0-1 0 0 0,1 0-1 0 0,-1 0 1 0 0,0 0 0 0 0,1-1-1 0 0,0 0 1 0 0,-1 0 0 0 0,1 0-1 0 0,0 0 1 0 0,0-1-1 0 0,0 1 1 0 0,-1-1 0 0 0,1 0-1 0 0,0-1 1 0 0,0 1 0 0 0,-1-1-1 0 0,1 0 1 0 0,0 0 0 0 0,-1-1-1 0 0,1 1 1 0 0,6-5 0 0 0,-8 5 16 0 0,-1 0 1 0 0,1 0-1 0 0,-1 0 1 0 0,1-1-1 0 0,-1 1 1 0 0,0-1-1 0 0,1 1 1 0 0,-1-1-1 0 0,0 0 1 0 0,0 0-1 0 0,-1 0 1 0 0,1 0-1 0 0,0-1 1 0 0,-1 1-1 0 0,1 0 1 0 0,-1-1-1 0 0,1 1 1 0 0,-1-1-1 0 0,0 1 1 0 0,0-1-1 0 0,-1 0 1 0 0,1 1-1 0 0,0-1 1 0 0,-1 0-1 0 0,0 0 1 0 0,1 1-1 0 0,-1-1 1 0 0,0 0-1 0 0,-1 0 1 0 0,1 1 0 0 0,0-1-1 0 0,-1 0 1 0 0,1 0-1 0 0,-1 1 1 0 0,0-1-1 0 0,0 0 1 0 0,0 1-1 0 0,-2-4 1 0 0,0 1 16 0 0,1 1 1 0 0,-1 0 0 0 0,1 0 0 0 0,-1 0 0 0 0,-1 0 0 0 0,1 0 0 0 0,0 1 0 0 0,-1-1-1 0 0,0 1 1 0 0,0 0 0 0 0,0 0 0 0 0,0 0 0 0 0,0 1 0 0 0,0 0 0 0 0,-1-1-1 0 0,0 1 1 0 0,1 1 0 0 0,-1-1 0 0 0,0 1 0 0 0,1 0 0 0 0,-6-1 0 0 0,6 2-13 0 0,1-1 0 0 0,0 1 0 0 0,0 0 0 0 0,-1 0 0 0 0,1 0 1 0 0,0 0-1 0 0,0 1 0 0 0,0-1 0 0 0,-1 1 0 0 0,1 0 0 0 0,0 0 1 0 0,0 0-1 0 0,0 0 0 0 0,0 0 0 0 0,0 1 0 0 0,0 0 0 0 0,1-1 1 0 0,-1 1-1 0 0,0 0 0 0 0,1 0 0 0 0,0 0 0 0 0,-1 1 0 0 0,1-1 1 0 0,0 1-1 0 0,0-1 0 0 0,0 1 0 0 0,0 0 0 0 0,1-1 0 0 0,-1 1 1 0 0,1 0-1 0 0,0 0 0 0 0,-2 6 0 0 0,2-6-10 0 0,0-1 0 0 0,1 1 0 0 0,-1 0 0 0 0,1 0 1 0 0,0 0-1 0 0,0 0 0 0 0,0 0 0 0 0,0 0 0 0 0,0 0 0 0 0,1-1 0 0 0,-1 1 0 0 0,1 0 0 0 0,0 0 0 0 0,-1 0 1 0 0,1-1-1 0 0,1 1 0 0 0,-1 0 0 0 0,0-1 0 0 0,1 1 0 0 0,-1-1 0 0 0,1 1 0 0 0,0-1 0 0 0,0 0 0 0 0,0 0 1 0 0,0 0-1 0 0,0 0 0 0 0,0 0 0 0 0,4 2 0 0 0,-3-2-6 0 0,0 0 1 0 0,0-1-1 0 0,0 1 0 0 0,1-1 1 0 0,-1 0-1 0 0,0 1 0 0 0,1-2 1 0 0,-1 1-1 0 0,1 0 0 0 0,-1-1 1 0 0,1 1-1 0 0,0-1 0 0 0,-1 0 1 0 0,1 0-1 0 0,-1-1 0 0 0,1 1 1 0 0,-1-1-1 0 0,1 0 0 0 0,-1 0 1 0 0,1 0-1 0 0,-1 0 0 0 0,5-3 1 0 0,-5 3 13 0 0,-1 0 1 0 0,0 0 0 0 0,1-1 0 0 0,-1 1 0 0 0,0-1-1 0 0,0 0 1 0 0,0 1 0 0 0,0-1 0 0 0,0 0 0 0 0,0 0-1 0 0,-1-1 1 0 0,1 1 0 0 0,-1 0 0 0 0,1 0 0 0 0,-1-1-1 0 0,0 1 1 0 0,0-1 0 0 0,0 1 0 0 0,0-1 0 0 0,0 1-1 0 0,-1-1 1 0 0,1 0 0 0 0,-1 1 0 0 0,0-1 0 0 0,0 0-1 0 0,0 1 1 0 0,0-1 0 0 0,0 0 0 0 0,0 0 0 0 0,-1 1-1 0 0,1-1 1 0 0,-1 1 0 0 0,0-1 0 0 0,0 0 0 0 0,0 1-1 0 0,0-1 1 0 0,0 1 0 0 0,0 0 0 0 0,-1-1 0 0 0,1 1-1 0 0,-1 0 1 0 0,-2-3 0 0 0,2 3 0 0 0,0 0 0 0 0,0 1 0 0 0,-1-1 0 0 0,1 1 0 0 0,0-1 0 0 0,0 1 1 0 0,-1-1-1 0 0,1 1 0 0 0,-1 0 0 0 0,1 0 0 0 0,-1 1 0 0 0,0-1 0 0 0,1 0 0 0 0,-1 1 0 0 0,0 0 0 0 0,1-1 0 0 0,-1 1 0 0 0,0 0 0 0 0,0 0 1 0 0,1 1-1 0 0,-1-1 0 0 0,0 1 0 0 0,1-1 0 0 0,-1 1 0 0 0,0 0 0 0 0,1 0 0 0 0,-1 0 0 0 0,1 0 0 0 0,0 0 0 0 0,-1 1 0 0 0,1-1 0 0 0,0 1 1 0 0,0-1-1 0 0,-1 1 0 0 0,1 0 0 0 0,1 0 0 0 0,-1 0 0 0 0,0 0 0 0 0,0 0 0 0 0,1 0 0 0 0,-1 1 0 0 0,0 2 0 0 0,1-4-13 0 0,0 1 0 0 0,0-1 1 0 0,0 1-1 0 0,0-1 0 0 0,1 1 0 0 0,-1 0 0 0 0,0-1 0 0 0,1 1 0 0 0,0 0 0 0 0,-1 0 0 0 0,1-1 0 0 0,0 1 0 0 0,0 0 0 0 0,0 0 1 0 0,0 0-1 0 0,0-1 0 0 0,0 1 0 0 0,0 0 0 0 0,1 0 0 0 0,-1-1 0 0 0,1 1 0 0 0,-1 0 0 0 0,1-1 0 0 0,0 1 0 0 0,0 0 0 0 0,0-1 0 0 0,0 1 1 0 0,0-1-1 0 0,0 1 0 0 0,0-1 0 0 0,0 0 0 0 0,0 1 0 0 0,1-1 0 0 0,-1 0 0 0 0,0 0 0 0 0,4 2 0 0 0,-3-3 0 0 0,0 1-1 0 0,-1-1 1 0 0,1 0-1 0 0,0 0 1 0 0,0 0 0 0 0,0 0-1 0 0,0-1 1 0 0,0 1-1 0 0,0 0 1 0 0,0-1-1 0 0,-1 0 1 0 0,1 1-1 0 0,0-1 1 0 0,0 0-1 0 0,-1 0 1 0 0,1 0 0 0 0,0 0-1 0 0,-1 0 1 0 0,1 0-1 0 0,-1 0 1 0 0,2-2-1 0 0,-1 1 14 0 0,0 0 0 0 0,0 0 0 0 0,0 0 0 0 0,0 0 0 0 0,0 0 0 0 0,-1-1 1 0 0,1 1-1 0 0,-1-1 0 0 0,0 1 0 0 0,0-1 0 0 0,0 0 0 0 0,0 1 0 0 0,0-1 0 0 0,0 0 0 0 0,-1 0 0 0 0,1 1 0 0 0,-1-1 0 0 0,0-5 0 0 0,0 6 37 0 0,-1 0 1 0 0,1 0-28 0 0,-1 1 0 0 0,0-1 0 0 0,1 1-1 0 0,-1 0 1 0 0,0-1 0 0 0,0 1 0 0 0,0 0 0 0 0,0 0-1 0 0,0-1 1 0 0,0 1 0 0 0,-2-1 0 0 0,1 1 19 0 0,0 1-21 0 0,0 0-1 0 0,-1 0 1 0 0,1 1 0 0 0,0-1-1 0 0,0 1 1 0 0,0-1-1 0 0,0 1 1 0 0,0 0 0 0 0,0 0-1 0 0,-4 2 1 0 0,4-3-10 0 0,0 2 1 0 0,-1 15 3 0 0,2-16-9 0 0,1 0-1 0 0,0 0 1 0 0,0 0-1 0 0,-1-1 0 0 0,1 1 1 0 0,0 0-1 0 0,0 0 1 0 0,0 0-1 0 0,0 0 0 0 0,0 0 1 0 0,0-1-1 0 0,1 1 1 0 0,-1 0-1 0 0,0 0 0 0 0,0 0 1 0 0,1-1-1 0 0,-1 1 1 0 0,0 0-1 0 0,1 0 0 0 0,-1 0 1 0 0,1-1-1 0 0,-1 1 1 0 0,1 0-1 0 0,-1-1 0 0 0,1 1 1 0 0,-1-1-1 0 0,1 1 1 0 0,0 0-1 0 0,-1-1 1 0 0,1 1-1 0 0,0-1 0 0 0,-1 0 1 0 0,1 1-1 0 0,0-1 1 0 0,0 0-1 0 0,0 1 0 0 0,-1-1 1 0 0,1 0-1 0 0,0 0 1 0 0,1 1-1 0 0,0-1-29 0 0,1-2-67 0 0,6-4 64 0 0,-6 4-9 0 0,-6-2-370 0 0,-10-13 203 0 0,13 16 127 0 0,-1 0 1 0 0,0 0 0 0 0,1 1-1 0 0,-1-1 1 0 0,0 0 0 0 0,0 1-1 0 0,0-1 1 0 0,0 1 0 0 0,0-1-1 0 0,0 1 1 0 0,1-1 0 0 0,-1 1-1 0 0,0 0 1 0 0,0-1 0 0 0,0 1-1 0 0,0 0 1 0 0,0 0 0 0 0,0 0-1 0 0,-1 0 1 0 0,1 0 0 0 0,0 0-1 0 0,-1 0 1 0 0,-5 2-5584 0 0,-5 2-780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1.56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196 139 6349 0 0,'0'0'5507'0'0,"-2"-27"9705"0"0,2 27-15109 0 0,-1-1-1 0 0,1 1 1 0 0,-1-1-1 0 0,1 1 1 0 0,0-1-1 0 0,-1 1 1 0 0,1-1-1 0 0,-1 1 0 0 0,1-1 1 0 0,-1 1-1 0 0,1-1 1 0 0,-1 1-1 0 0,0 0 1 0 0,1-1-1 0 0,-1 1 0 0 0,1 0 1 0 0,-1 0-1 0 0,0-1 1 0 0,1 1-1 0 0,-1 0 1 0 0,0 0-1 0 0,1 0 1 0 0,-1 0-1 0 0,-1 0 0 0 0,0 0 538 0 0,-15 9-155 0 0,14-7-438 0 0,1 0 1 0 0,-1-1-1 0 0,0 1 0 0 0,0 0 0 0 0,1 1 0 0 0,-1-1 1 0 0,1 0-1 0 0,0 1 0 0 0,-1-1 0 0 0,1 1 0 0 0,0 0 1 0 0,1-1-1 0 0,-1 1 0 0 0,0 0 0 0 0,1 0 1 0 0,0 1-1 0 0,-1-1 0 0 0,1 0 0 0 0,1 0 0 0 0,-2 6 1 0 0,2-8-57 0 0,0 0 0 0 0,1 0 1 0 0,-1 0-1 0 0,0 0 1 0 0,1 0-1 0 0,-1 0 0 0 0,0 0 1 0 0,1-1-1 0 0,0 1 1 0 0,-1 0-1 0 0,1 0 0 0 0,-1 0 1 0 0,1-1-1 0 0,0 1 1 0 0,-1 0-1 0 0,1-1 0 0 0,0 1 1 0 0,0-1-1 0 0,0 1 1 0 0,0-1-1 0 0,-1 1 1 0 0,1-1-1 0 0,0 1 0 0 0,0-1 1 0 0,0 0-1 0 0,0 1 1 0 0,0-1-1 0 0,0 0 0 0 0,0 0 1 0 0,0 0-1 0 0,0 0 1 0 0,0 0-1 0 0,0 0 0 0 0,0 0 1 0 0,0 0-1 0 0,0 0 1 0 0,0-1-1 0 0,0 1 0 0 0,0 0 1 0 0,0-1-1 0 0,0 1 1 0 0,-1 0-1 0 0,1-1 0 0 0,1 0 1 0 0,3-2-39 0 0,-1-1 0 0 0,1 0-1 0 0,-1 1 1 0 0,0-2 0 0 0,0 1 0 0 0,0 0 0 0 0,-1-1 0 0 0,5-6 0 0 0,-7 8 59 0 0,0 0 0 0 0,0 0 0 0 0,0 0 0 0 0,0 1 0 0 0,-1-1 0 0 0,1 0 0 0 0,-1 0 0 0 0,0 0 0 0 0,0 0 0 0 0,0 0 0 0 0,0 0 1 0 0,0 0-1 0 0,0 0 0 0 0,-1 0 0 0 0,0 1 0 0 0,1-1 0 0 0,-1 0 0 0 0,0 0 0 0 0,-1 0 0 0 0,0-2 0 0 0,0 1 16 0 0,-1 0 0 0 0,1 1 0 0 0,0-1 0 0 0,-1 1-1 0 0,0 0 1 0 0,0 0 0 0 0,0 0 0 0 0,0 0 0 0 0,0 0 0 0 0,-1 1-1 0 0,1-1 1 0 0,-1 1 0 0 0,0 0 0 0 0,1 0 0 0 0,-1 1 0 0 0,0-1-1 0 0,0 1 1 0 0,0-1 0 0 0,0 1 0 0 0,0 1 0 0 0,-1-1 0 0 0,1 0-1 0 0,0 1 1 0 0,0 0 0 0 0,-1 0 0 0 0,1 0 0 0 0,0 1 0 0 0,0-1 0 0 0,0 1-1 0 0,0 0 1 0 0,-1 0 0 0 0,1 1 0 0 0,0-1 0 0 0,1 1 0 0 0,-1 0-1 0 0,0 0 1 0 0,0 0 0 0 0,1 0 0 0 0,-1 1 0 0 0,-3 3 0 0 0,4-4-24 0 0,1 1 1 0 0,0 0 0 0 0,-1 0-1 0 0,1 0 1 0 0,0 0-1 0 0,0 0 1 0 0,0 0 0 0 0,1 0-1 0 0,-1 1 1 0 0,1-1 0 0 0,0 0-1 0 0,0 1 1 0 0,0 0-1 0 0,0-1 1 0 0,1 1 0 0 0,-1-1-1 0 0,1 1 1 0 0,0 0 0 0 0,0-1-1 0 0,1 6 1 0 0,-1-4-13 0 0,1-1 1 0 0,0 0-1 0 0,0 1 0 0 0,0-1 1 0 0,0 0-1 0 0,1 0 1 0 0,0 0-1 0 0,-1 0 0 0 0,1 0 1 0 0,1-1-1 0 0,-1 1 0 0 0,1-1 1 0 0,-1 1-1 0 0,1-1 1 0 0,6 6-1 0 0,-6-7-9 0 0,1-1 1 0 0,-1 1-1 0 0,0-1 0 0 0,1 1 0 0 0,-1-1 1 0 0,0 0-1 0 0,1-1 0 0 0,-1 1 0 0 0,1 0 1 0 0,0-1-1 0 0,-1 0 0 0 0,1 0 1 0 0,-1 0-1 0 0,1 0 0 0 0,0-1 0 0 0,-1 1 1 0 0,1-1-1 0 0,-1 0 0 0 0,1 0 0 0 0,5-3 1 0 0,-3 2-18 0 0,1-1 1 0 0,-1 0 0 0 0,0-1-1 0 0,0 1 1 0 0,0-1 0 0 0,0 0-1 0 0,-1-1 1 0 0,1 1 0 0 0,7-10-1 0 0,-10 11 48 0 0,-1 0 0 0 0,1-1 0 0 0,-1 1 0 0 0,0-1 0 0 0,0 0 0 0 0,-1 1 0 0 0,1-1 0 0 0,-1 0 0 0 0,0 0 0 0 0,0 0 0 0 0,0 0-1 0 0,0 0 1 0 0,-1 0 0 0 0,0 0 0 0 0,1 0 0 0 0,-2 0 0 0 0,1-1 0 0 0,0 1 0 0 0,-1 0 0 0 0,0 0 0 0 0,0 0 0 0 0,0 0 0 0 0,0 0 0 0 0,0 1 0 0 0,-1-1 0 0 0,0 0-1 0 0,0 1 1 0 0,0-1 0 0 0,0 1 0 0 0,-1-1 0 0 0,1 1 0 0 0,-1 0 0 0 0,0 0 0 0 0,0 0 0 0 0,0 0 0 0 0,0 1 0 0 0,0-1 0 0 0,-1 1 0 0 0,1 0 0 0 0,-1 0 0 0 0,1 0 0 0 0,-1 0-1 0 0,0 1 1 0 0,0 0 0 0 0,0-1 0 0 0,0 1 0 0 0,0 1 0 0 0,0-1 0 0 0,0 1 0 0 0,-6-1 0 0 0,5 2-4 0 0,0-1 1 0 0,-1 1-1 0 0,1 0 0 0 0,0 1 1 0 0,0-1-1 0 0,0 1 0 0 0,-1 0 1 0 0,2 0-1 0 0,-1 1 0 0 0,0-1 1 0 0,0 1-1 0 0,1 0 0 0 0,0 0 1 0 0,0 1-1 0 0,-1 0 0 0 0,2-1 1 0 0,-1 1-1 0 0,0 0 0 0 0,1 1 1 0 0,0-1-1 0 0,0 1 0 0 0,0-1 1 0 0,1 1-1 0 0,-1 0 0 0 0,-1 7 1 0 0,2-7-16 0 0,0-1 1 0 0,1 0 0 0 0,-1 1-1 0 0,1-1 1 0 0,1 1 0 0 0,-1-1-1 0 0,0 1 1 0 0,1-1 0 0 0,0 1-1 0 0,0 0 1 0 0,1-1 0 0 0,-1 1 0 0 0,1-1-1 0 0,0 1 1 0 0,0-1 0 0 0,0 1-1 0 0,1-1 1 0 0,-1 0 0 0 0,1 0-1 0 0,0 1 1 0 0,1-1 0 0 0,-1-1-1 0 0,1 1 1 0 0,-1 0 0 0 0,1 0 0 0 0,0-1-1 0 0,1 0 1 0 0,-1 0 0 0 0,8 6-1 0 0,-8-7-10 0 0,1 0-1 0 0,0 0 0 0 0,-1-1 1 0 0,1 1-1 0 0,0-1 0 0 0,0 0 0 0 0,0 0 1 0 0,0 0-1 0 0,0-1 0 0 0,0 1 1 0 0,0-1-1 0 0,1 0 0 0 0,-1 0 0 0 0,0 0 1 0 0,0-1-1 0 0,0 0 0 0 0,0 1 1 0 0,0-2-1 0 0,0 1 0 0 0,0 0 1 0 0,-1-1-1 0 0,1 1 0 0 0,0-1 0 0 0,-1 0 1 0 0,1 0-1 0 0,4-4 0 0 0,-3 2 5 0 0,1 0 0 0 0,-1-1 0 0 0,0 1 0 0 0,-1-1 0 0 0,1 0 0 0 0,-1-1-1 0 0,0 1 1 0 0,0-1 0 0 0,-1 1 0 0 0,0-1 0 0 0,0 0 0 0 0,0 0 0 0 0,0-1 0 0 0,-1 1-1 0 0,2-10 1 0 0,-3 11 29 0 0,-1 1-1 0 0,0-1 0 0 0,1 0 1 0 0,-2 1-1 0 0,1-1 1 0 0,0 1-1 0 0,-1-1 0 0 0,0 1 1 0 0,0-1-1 0 0,0 1 1 0 0,-1 0-1 0 0,1 0 1 0 0,-4-6-1 0 0,4 8 1 0 0,-1 0 1 0 0,1 0-1 0 0,-1-1 1 0 0,1 1-1 0 0,-1 0 1 0 0,0 0-1 0 0,0 0 1 0 0,0 1-1 0 0,0-1 1 0 0,-1 0-1 0 0,1 1 1 0 0,0 0-1 0 0,-1-1 1 0 0,1 1-1 0 0,-1 0 1 0 0,1 0-1 0 0,-1 0 1 0 0,1 1-1 0 0,-1-1 1 0 0,0 0-1 0 0,1 1 0 0 0,-4 0 1 0 0,3 0-13 0 0,1 0 0 0 0,0 0 0 0 0,-1 1 0 0 0,1-1 0 0 0,0 1 0 0 0,0-1 0 0 0,-1 1 0 0 0,1 0 1 0 0,0 0-1 0 0,0 0 0 0 0,0 0 0 0 0,0 0 0 0 0,0 1 0 0 0,0-1 0 0 0,0 1 0 0 0,0-1 0 0 0,1 1 0 0 0,-3 2 0 0 0,1 0 1 0 0,-1 0 0 0 0,1 1 0 0 0,0-1 0 0 0,0 1 1 0 0,1 0-1 0 0,-3 5 0 0 0,3-4-10 0 0,0 0 1 0 0,0-1 0 0 0,1 1 0 0 0,0 0-1 0 0,0 0 1 0 0,0 0 0 0 0,0 0 0 0 0,1 0-1 0 0,0 0 1 0 0,1 0 0 0 0,-1 0 0 0 0,1 0-1 0 0,0 0 1 0 0,1 0 0 0 0,-1 0 0 0 0,1 0-1 0 0,0-1 1 0 0,5 9 0 0 0,-6-13-3 0 0,0 1 0 0 0,-1-1 0 0 0,1 0 0 0 0,0 1-1 0 0,0-1 1 0 0,1 0 0 0 0,-1 0 0 0 0,0 0 0 0 0,0 0 0 0 0,1 0 0 0 0,-1 0 0 0 0,0 0-1 0 0,1 0 1 0 0,-1 0 0 0 0,1-1 0 0 0,-1 1 0 0 0,1-1 0 0 0,-1 1 0 0 0,1-1 0 0 0,0 1 0 0 0,-1-1-1 0 0,1 0 1 0 0,-1 0 0 0 0,1 0 0 0 0,0 0 0 0 0,-1 0 0 0 0,1 0 0 0 0,0 0 0 0 0,-1-1-1 0 0,1 1 1 0 0,-1-1 0 0 0,1 1 0 0 0,-1-1 0 0 0,1 1 0 0 0,-1-1 0 0 0,1 0 0 0 0,-1 0 0 0 0,3-1-1 0 0,-1 0-5 0 0,1-1 0 0 0,0 0 0 0 0,-1 1 0 0 0,1-1 0 0 0,-1 0 0 0 0,0-1 0 0 0,0 1 0 0 0,0-1-1 0 0,0 1 1 0 0,0-1 0 0 0,-1 0 0 0 0,3-5 0 0 0,-2 1-2 0 0,-1-1 0 0 0,1 0 1 0 0,-1 0-1 0 0,-1 0 0 0 0,1-15 0 0 0,-2 22 18 0 0,1-1-1 0 0,-1 1 1 0 0,-1 0 0 0 0,1 0-1 0 0,0 0 1 0 0,0 0 0 0 0,-1 0-1 0 0,1 0 1 0 0,-1-1 0 0 0,0 1-1 0 0,1 0 1 0 0,-1 0 0 0 0,0 1-1 0 0,0-1 1 0 0,-1 0 0 0 0,1 0-1 0 0,0 0 1 0 0,0 1-1 0 0,-1-1 1 0 0,1 1 0 0 0,-1-1-1 0 0,0 1 1 0 0,1-1 0 0 0,-1 1-1 0 0,0 0 1 0 0,0 0 0 0 0,0 0-1 0 0,0 0 1 0 0,-3-1 0 0 0,3 1 0 0 0,-1 1 0 0 0,1 0 0 0 0,-1 0 1 0 0,1 0-1 0 0,-1 0 0 0 0,1 0 0 0 0,-1 0 1 0 0,1 1-1 0 0,-1-1 0 0 0,1 1 0 0 0,-1 0 0 0 0,1 0 1 0 0,0 0-1 0 0,-1 0 0 0 0,1 0 0 0 0,0 0 1 0 0,0 1-1 0 0,0-1 0 0 0,0 1 0 0 0,0-1 1 0 0,0 1-1 0 0,0 0 0 0 0,0 0 0 0 0,-2 3 0 0 0,2-2-5 0 0,0 0-1 0 0,-1 0 0 0 0,1 0 0 0 0,0 0 1 0 0,1 1-1 0 0,-1-1 0 0 0,1 0 0 0 0,-1 1 1 0 0,1 0-1 0 0,0-1 0 0 0,0 1 0 0 0,0 0 1 0 0,1 0-1 0 0,0-1 0 0 0,-1 1 0 0 0,2 6 1 0 0,-1-8-7 0 0,0 0 0 0 0,1 1 0 0 0,0-1 1 0 0,-1 0-1 0 0,1 0 0 0 0,0 0 0 0 0,0 0 0 0 0,0 1 1 0 0,1-1-1 0 0,-1 0 0 0 0,0-1 0 0 0,1 1 0 0 0,-1 0 1 0 0,1 0-1 0 0,0-1 0 0 0,-1 1 0 0 0,1-1 1 0 0,0 1-1 0 0,0-1 0 0 0,0 0 0 0 0,0 0 0 0 0,4 2 1 0 0,-5-3-14 0 0,2-1 6 0 0,-1 0 15 0 0,1-1 0 0 0,-1 1-1 0 0,0-1 1 0 0,0 1 0 0 0,1-1-1 0 0,-1 0 1 0 0,0 0 0 0 0,-1 0 0 0 0,1 0-1 0 0,0 0 1 0 0,0 0 0 0 0,-1-1-1 0 0,1 1 1 0 0,-1 0 0 0 0,0-1-1 0 0,0 1 1 0 0,0-1 0 0 0,0 0 0 0 0,0 1-1 0 0,-1-1 1 0 0,1 0 0 0 0,0-5-1 0 0,-1 6 16 0 0,0 0-10 0 0,1-6-2 0 0,-1 5-12 0 0,-1 3-336 0 0,-1 0 268 0 0,0 1 0 0 0,0-1 0 0 0,1 0 0 0 0,-1 1 0 0 0,0-1 0 0 0,1 1 0 0 0,-1-1 1 0 0,1 1-1 0 0,-1 0 0 0 0,1-1 0 0 0,-1 1 0 0 0,1 0 0 0 0,-1 0 0 0 0,1 0 0 0 0,-2 2 1 0 0,-11 14-6150 0 0,7-9-254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2.42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110 28 5064 0 0,'-1'-1'650'0'0,"-17"-20"17919"0"0,9 16-16696 0 0,7 5-883 0 0,-39 26 1467 0 0,37-23-2385 0 0,1-1 0 0 0,0 1 1 0 0,0 0-1 0 0,1 0 1 0 0,-1 0-1 0 0,1 0 0 0 0,-1 0 1 0 0,1 1-1 0 0,0-1 1 0 0,0 1-1 0 0,1-1 0 0 0,-1 1 1 0 0,1 0-1 0 0,-1-1 1 0 0,1 1-1 0 0,0 0 0 0 0,1 0 1 0 0,-1 0-1 0 0,1 0 1 0 0,0 0-1 0 0,0 0 0 0 0,0 0 1 0 0,0 0-1 0 0,0 0 0 0 0,2 4 1 0 0,-1-6-68 0 0,0-1 1 0 0,-1 1-1 0 0,1-1 1 0 0,0 1-1 0 0,0-1 1 0 0,0 0-1 0 0,0 0 1 0 0,1 1-1 0 0,-1-1 1 0 0,0 0-1 0 0,0 0 1 0 0,1 0-1 0 0,-1 0 1 0 0,1 0-1 0 0,-1-1 1 0 0,1 1-1 0 0,-1 0 1 0 0,1-1-1 0 0,-1 1 1 0 0,1-1-1 0 0,-1 1 1 0 0,1-1-1 0 0,0 0 1 0 0,2 0-1 0 0,-2 0-4 0 0,-1 0 0 0 0,0 0-1 0 0,1-1 1 0 0,-1 1 0 0 0,0-1-1 0 0,1 1 1 0 0,-1-1 0 0 0,0 1-1 0 0,0-1 1 0 0,0 0 0 0 0,0 0-1 0 0,0 0 1 0 0,1 1 0 0 0,-1-1-1 0 0,-1 0 1 0 0,1 0 0 0 0,0 0-1 0 0,0-1 1 0 0,0 1 0 0 0,0 0-1 0 0,-1 0 1 0 0,1 0 0 0 0,-1-1-1 0 0,1 1 1 0 0,0-3 0 0 0,1 0 24 0 0,-1-1 1 0 0,0 1 0 0 0,0-1-1 0 0,0 0 1 0 0,0-7 0 0 0,-1 10 27 0 0,-8-16 102 0 0,7 17-150 0 0,1 0-1 0 0,-1 0 1 0 0,0 0 0 0 0,0 0-1 0 0,0 1 1 0 0,0-1-1 0 0,0 0 1 0 0,0 1 0 0 0,0-1-1 0 0,0 1 1 0 0,0-1-1 0 0,0 1 1 0 0,-1 0 0 0 0,1-1-1 0 0,0 1 1 0 0,0 0-1 0 0,0 0 1 0 0,0 0 0 0 0,-1 0-1 0 0,1 0 1 0 0,0 0-1 0 0,0 0 1 0 0,0 0 0 0 0,-2 1-1 0 0,2-1-54 0 0,-1 1-1 0 0,1 0 1 0 0,0 0-1 0 0,-1 0 0 0 0,1 0 1 0 0,0 0-1 0 0,0 0 1 0 0,0 0-1 0 0,0 0 1 0 0,0 1-1 0 0,0-1 1 0 0,0 0-1 0 0,0 1 0 0 0,1-1 1 0 0,-1 0-1 0 0,0 1 1 0 0,1-1-1 0 0,-1 1 1 0 0,0 2-1 0 0,-2 10-680 0 0,-1 4-5348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3.9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120 126 5669 0 0,'-1'-1'10259'0'0,"-8"-3"-2284"0"0,8 3-7808 0 0,1 1 0 0 0,-1 0 1 0 0,1-1-1 0 0,-1 1 0 0 0,0 0 1 0 0,1 0-1 0 0,-1 0 0 0 0,1-1 0 0 0,-1 1 1 0 0,0 0-1 0 0,1 0 0 0 0,-1 0 1 0 0,0 0-1 0 0,1 0 0 0 0,-1 0 0 0 0,1 0 1 0 0,-1 1-1 0 0,0-1 0 0 0,1 0 1 0 0,-1 0-1 0 0,1 0 0 0 0,-1 1 0 0 0,0-1 1 0 0,1 0-1 0 0,-1 0 0 0 0,1 1 1 0 0,-1-1-1 0 0,0 1 0 0 0,-1 1-6 0 0,1 0 0 0 0,-1-1 0 0 0,1 1 0 0 0,-1 0 0 0 0,1 0 0 0 0,0 0 0 0 0,0 1 0 0 0,-2 1 0 0 0,1 3-98 0 0,0-1 0 0 0,0 1 0 0 0,0 0 0 0 0,0 0 0 0 0,0 8 0 0 0,2-13-57 0 0,0 0 0 0 0,-1 0 0 0 0,1 0-1 0 0,0 0 1 0 0,0-1 0 0 0,0 1 0 0 0,1 0-1 0 0,-1 0 1 0 0,0 0 0 0 0,1 0 0 0 0,-1-1-1 0 0,1 1 1 0 0,-1 0 0 0 0,1 0 0 0 0,0-1-1 0 0,0 1 1 0 0,0 0 0 0 0,0-1 0 0 0,0 1-1 0 0,0-1 1 0 0,0 1 0 0 0,3 1-1 0 0,-2-3-14 0 0,0 0-1 0 0,1 0 0 0 0,-1 0 0 0 0,0 0 0 0 0,0-1 1 0 0,0 1-1 0 0,1-1 0 0 0,-1 0 0 0 0,0 1 0 0 0,0-1 1 0 0,0 0-1 0 0,0 0 0 0 0,3-3 0 0 0,-4 4 13 0 0,3-3 5 0 0,0 1 0 0 0,0-1-1 0 0,0 0 1 0 0,-1 0 0 0 0,1-1-1 0 0,-1 1 1 0 0,1-1 0 0 0,-1 1-1 0 0,-1-1 1 0 0,1 0-1 0 0,0-1 1 0 0,-1 1 0 0 0,0 0-1 0 0,0-1 1 0 0,0 1 0 0 0,0-1-1 0 0,0-4 1 0 0,-1 7 18 0 0,-1 0 1 0 0,1 0-1 0 0,-1 0 1 0 0,0 0-1 0 0,0 0 1 0 0,0 1-1 0 0,0-1 1 0 0,0 0-1 0 0,0 0 1 0 0,0 0-1 0 0,-1 0 1 0 0,1 0-1 0 0,-1 1 1 0 0,1-1-1 0 0,-1 0 1 0 0,0 0-1 0 0,1 1 1 0 0,-1-1-1 0 0,0 0 0 0 0,0 1 1 0 0,0-1-1 0 0,0 1 1 0 0,-1-1-1 0 0,1 1 1 0 0,0 0-1 0 0,-1-1 1 0 0,1 1-1 0 0,-1 0 1 0 0,1 0-1 0 0,-1 0 1 0 0,0 0-1 0 0,1 0 1 0 0,-1 0-1 0 0,0 1 1 0 0,1-1-1 0 0,-1 1 1 0 0,0-1-1 0 0,0 1 1 0 0,0-1-1 0 0,0 1 1 0 0,0 0-1 0 0,1 0 1 0 0,-1 0-1 0 0,0 0 1 0 0,0 0-1 0 0,0 0 1 0 0,0 1-1 0 0,0-1 1 0 0,1 1-1 0 0,-1-1 0 0 0,0 1 1 0 0,0 0-1 0 0,-1 1 1 0 0,-2 1-11 0 0,0 0 0 0 0,0 1 0 0 0,0 0 0 0 0,1 0 0 0 0,0 0 0 0 0,0 0 1 0 0,0 1-1 0 0,0 0 0 0 0,1 0 0 0 0,0 0 0 0 0,0 0 0 0 0,0 0 0 0 0,-4 11 0 0 0,6-13-26 0 0,0 0-1 0 0,0 0 1 0 0,0 0-1 0 0,0 0 1 0 0,1 0-1 0 0,-1 0 0 0 0,1 0 1 0 0,0 0-1 0 0,0 0 1 0 0,0 0-1 0 0,0 0 1 0 0,0 0-1 0 0,1 0 1 0 0,-1 0-1 0 0,1 0 1 0 0,0 0-1 0 0,0 0 1 0 0,0 0-1 0 0,0 0 1 0 0,1 0-1 0 0,-1-1 1 0 0,1 1-1 0 0,0 0 1 0 0,-1-1-1 0 0,1 1 1 0 0,0-1-1 0 0,0 0 0 0 0,4 3 1 0 0,-4-4-6 0 0,0 0 0 0 0,-1 0-1 0 0,1-1 1 0 0,0 1 0 0 0,0 0 0 0 0,0-1-1 0 0,0 1 1 0 0,0-1 0 0 0,0 0 0 0 0,0 0 0 0 0,0 1-1 0 0,1-1 1 0 0,-1-1 0 0 0,0 1 0 0 0,0 0 0 0 0,0 0-1 0 0,0-1 1 0 0,0 1 0 0 0,0-1 0 0 0,0 0 0 0 0,2-1-1 0 0,0 0-11 0 0,1 0 1 0 0,0 0-1 0 0,-1-1 0 0 0,1 0 0 0 0,-1 0 0 0 0,0 0 0 0 0,5-5 1 0 0,-5 4 27 0 0,-1 1 0 0 0,0-1 1 0 0,0 0-1 0 0,-1-1 0 0 0,1 1 1 0 0,-1 0-1 0 0,0-1 0 0 0,0 1 1 0 0,0-1-1 0 0,-1 0 0 0 0,0 0 1 0 0,2-6-1 0 0,-3 8 19 0 0,0 1 0 0 0,0-1 0 0 0,0 1 0 0 0,0-1 0 0 0,0 1-1 0 0,0-1 1 0 0,0 1 0 0 0,-1-1 0 0 0,0 1 0 0 0,1 0 0 0 0,-1-1 0 0 0,0 1 0 0 0,0 0 0 0 0,0-1 0 0 0,0 1-1 0 0,-1 0 1 0 0,1 0 0 0 0,-1 0 0 0 0,1 0 0 0 0,-1 0 0 0 0,0 0 0 0 0,1 1 0 0 0,-1-1 0 0 0,0 1-1 0 0,0-1 1 0 0,-3-1 0 0 0,2 2 0 0 0,-1 0 0 0 0,0 0-1 0 0,0 0 1 0 0,0 1 0 0 0,1-1-1 0 0,-1 1 1 0 0,0 0 0 0 0,0 0 0 0 0,0 0-1 0 0,0 0 1 0 0,0 1 0 0 0,0 0-1 0 0,0 0 1 0 0,1 0 0 0 0,-1 0-1 0 0,0 0 1 0 0,1 1 0 0 0,-1 0-1 0 0,1 0 1 0 0,-1 0 0 0 0,1 0 0 0 0,0 0-1 0 0,-5 5 1 0 0,2-2-9 0 0,4-4-9 0 0,1 1 0 0 0,-1 0 0 0 0,0-1 0 0 0,0 1 0 0 0,1 0 0 0 0,-1 0 0 0 0,1 0 0 0 0,-1 0 0 0 0,1 0 0 0 0,0 0 0 0 0,0 0 0 0 0,0 1 0 0 0,0-1 0 0 0,1 0-1 0 0,-1 1 1 0 0,0-1 0 0 0,0 5 0 0 0,1-5-8 0 0,0 0 0 0 0,0 0 0 0 0,0 0 0 0 0,0 0 1 0 0,1 0-1 0 0,-1 0 0 0 0,0 0 0 0 0,1-1 0 0 0,0 1 0 0 0,-1 0 0 0 0,1 0 0 0 0,0 0 0 0 0,0 0 0 0 0,0 0 0 0 0,0-1 0 0 0,0 1 0 0 0,0-1 0 0 0,1 1 0 0 0,-1 0 0 0 0,0-1 0 0 0,1 0 0 0 0,-1 1 0 0 0,1-1 0 0 0,0 0 0 0 0,-1 0 0 0 0,4 2 0 0 0,-2-2-8 0 0,0 0-1 0 0,0 0 0 0 0,0 0 0 0 0,0 0 1 0 0,-1-1-1 0 0,1 1 0 0 0,0-1 0 0 0,0 0 1 0 0,0 0-1 0 0,1 0 0 0 0,-1 0 0 0 0,0-1 1 0 0,-1 1-1 0 0,1-1 0 0 0,0 1 0 0 0,0-1 0 0 0,0 0 1 0 0,4-2-1 0 0,-5 2 6 0 0,1 0 5 0 0,-1 0 0 0 0,0 0 1 0 0,0 0-1 0 0,0 0 0 0 0,0 0 0 0 0,-1 0 0 0 0,1 0 1 0 0,0-1-1 0 0,0 1 0 0 0,-1-1 0 0 0,1 1 0 0 0,-1-1 1 0 0,1 0-1 0 0,-1 0 0 0 0,0 1 0 0 0,1-1 0 0 0,-1 0 1 0 0,0 0-1 0 0,0 0 0 0 0,1-3 0 0 0,-2 2 18 0 0,0 0 0 0 0,1 1 0 0 0,-1-1 0 0 0,0 0-1 0 0,0 0 1 0 0,-1 1 0 0 0,1-1 0 0 0,-1 0 0 0 0,1 1 0 0 0,-1-1-1 0 0,0 1 1 0 0,0-1 0 0 0,0 1 0 0 0,0-1 0 0 0,0 1 0 0 0,0-1-1 0 0,-1 1 1 0 0,1 0 0 0 0,-1 0 0 0 0,0 0 0 0 0,0 0 0 0 0,0 0-1 0 0,0 0 1 0 0,0 0 0 0 0,0 1 0 0 0,0-1 0 0 0,0 1-1 0 0,-1-1 1 0 0,1 1 0 0 0,-1 0 0 0 0,1 0 0 0 0,-1 0 0 0 0,1 0-1 0 0,-1 1 1 0 0,0-1 0 0 0,-3 0 0 0 0,5 1-11 0 0,-1 0 1 0 0,1 0-1 0 0,0 0 0 0 0,-1 0 1 0 0,1 0-1 0 0,-1 1 0 0 0,1-1 1 0 0,0 0-1 0 0,-1 1 0 0 0,1-1 1 0 0,0 1-1 0 0,0-1 0 0 0,-1 1 1 0 0,1 0-1 0 0,0-1 0 0 0,0 1 1 0 0,0 0-1 0 0,0 0 0 0 0,0 0 0 0 0,0 0 1 0 0,0 0-1 0 0,0 0 0 0 0,0 0 1 0 0,0 0-1 0 0,1 0 0 0 0,-1 0 1 0 0,0 1-1 0 0,0 0 0 0 0,0 2-12 0 0,0-1-1 0 0,0 1 1 0 0,0 0-1 0 0,0-1 0 0 0,1 1 1 0 0,-1 0-1 0 0,1 4 1 0 0,0-7 2 0 0,0 0 0 0 0,0 0 0 0 0,0 0 0 0 0,0 0 1 0 0,0 0-1 0 0,0 0 0 0 0,1 0 0 0 0,-1 0 0 0 0,0 0 0 0 0,1 0 1 0 0,-1 0-1 0 0,0 0 0 0 0,1-1 0 0 0,-1 1 0 0 0,1 0 1 0 0,0 0-1 0 0,-1 0 0 0 0,1-1 0 0 0,0 1 0 0 0,-1 0 0 0 0,1 0 1 0 0,0-1-1 0 0,0 1 0 0 0,-1-1 0 0 0,1 1 0 0 0,0-1 0 0 0,0 1 1 0 0,0-1-1 0 0,0 1 0 0 0,0-1 0 0 0,0 0 0 0 0,0 0 1 0 0,0 1-1 0 0,0-1 0 0 0,0 0 0 0 0,0 0 0 0 0,0 0 0 0 0,0 0 1 0 0,0 0-1 0 0,0 0 0 0 0,0 0 0 0 0,1-1 0 0 0,1 1-17 0 0,0-1 1 0 0,0 1-1 0 0,0-1 0 0 0,1 0 0 0 0,-1 0 0 0 0,0 0 0 0 0,0 0 0 0 0,-1-1 0 0 0,6-2 0 0 0,-6 1 24 0 0,1 0 1 0 0,0 0-1 0 0,-1 0 0 0 0,0-1 0 0 0,0 1 0 0 0,0 0 1 0 0,0-1-1 0 0,0 0 0 0 0,-1 1 0 0 0,1-1 1 0 0,-1 0-1 0 0,0 0 0 0 0,-1 0 0 0 0,1 0 0 0 0,0 0 1 0 0,-1 0-1 0 0,0 0 0 0 0,0 0 0 0 0,0 0 0 0 0,-2-7 1 0 0,2 10 12 0 0,0-1 1 0 0,-1 0-1 0 0,1 0 1 0 0,-1 1-1 0 0,1-1 1 0 0,-1 0-1 0 0,0 1 1 0 0,0-1-1 0 0,1 1 1 0 0,-1-1-1 0 0,0 1 1 0 0,-1-1-1 0 0,1 1 1 0 0,0 0-1 0 0,0-1 1 0 0,0 1 0 0 0,-1 0-1 0 0,1 0 1 0 0,-1 0-1 0 0,1 0 1 0 0,-1 0-1 0 0,1 0 1 0 0,-1 1-1 0 0,0-1 1 0 0,1 0-1 0 0,-1 1 1 0 0,0-1-1 0 0,1 1 1 0 0,-1 0-1 0 0,0-1 1 0 0,0 1-1 0 0,1 0 1 0 0,-1 0-1 0 0,0 0 1 0 0,0 0-1 0 0,1 1 1 0 0,-1-1 0 0 0,-3 1-1 0 0,2 0-4 0 0,0 0-1 0 0,0 0 1 0 0,-1 0 0 0 0,1 1-1 0 0,0-1 1 0 0,1 1 0 0 0,-1 0-1 0 0,0 0 1 0 0,0 0 0 0 0,1 0-1 0 0,-1 0 1 0 0,1 1 0 0 0,0-1-1 0 0,-1 1 1 0 0,1 0 0 0 0,0-1-1 0 0,1 1 1 0 0,-3 5 0 0 0,2-3-18 0 0,0 0 1 0 0,1 1 0 0 0,0-1 0 0 0,0 0 0 0 0,1 1 0 0 0,-1-1-1 0 0,1 0 1 0 0,0 1 0 0 0,1-1 0 0 0,1 7 0 0 0,-2-9-6 0 0,0-1 1 0 0,1 1-1 0 0,0-1 1 0 0,0 0 0 0 0,0 1-1 0 0,0-1 1 0 0,0 0-1 0 0,0 0 1 0 0,0 0-1 0 0,1 0 1 0 0,-1 0-1 0 0,1 0 1 0 0,-1 0 0 0 0,1-1-1 0 0,0 1 1 0 0,0 0-1 0 0,-1-1 1 0 0,1 1-1 0 0,1-1 1 0 0,-1 0 0 0 0,0 0-1 0 0,0 0 1 0 0,5 2-1 0 0,-4-3-1 0 0,-1 0-1 0 0,1 1 0 0 0,0-2 1 0 0,-1 1-1 0 0,1 0 0 0 0,0 0 1 0 0,0-1-1 0 0,-1 0 0 0 0,1 1 1 0 0,0-1-1 0 0,-1 0 1 0 0,1 0-1 0 0,-1 0 0 0 0,0-1 1 0 0,1 1-1 0 0,-1-1 0 0 0,0 1 1 0 0,0-1-1 0 0,4-3 0 0 0,0 0-9 0 0,-1 0-1 0 0,0-1 0 0 0,0 1 0 0 0,-1-1 0 0 0,8-12 0 0 0,-10 13 41 0 0,0 1-1 0 0,0-1 1 0 0,-1 1-1 0 0,1-1 1 0 0,-1 1 0 0 0,-1-1-1 0 0,1 0 1 0 0,0 1-1 0 0,-1-1 1 0 0,0 0-1 0 0,0 0 1 0 0,-1 0 0 0 0,1 1-1 0 0,-1-1 1 0 0,0 0-1 0 0,0 1 1 0 0,-1-1-1 0 0,1 1 1 0 0,-1-1 0 0 0,0 1-1 0 0,0 0 1 0 0,-1-1-1 0 0,1 1 1 0 0,-6-6-1 0 0,6 7 4 0 0,-1 0-1 0 0,1 1 0 0 0,0 0 0 0 0,-1 0 0 0 0,0 0 1 0 0,1 0-1 0 0,-1 0 0 0 0,0 0 0 0 0,0 0 0 0 0,0 1 1 0 0,0 0-1 0 0,0 0 0 0 0,-1 0 0 0 0,1 0 0 0 0,0 0 0 0 0,0 0 1 0 0,-1 1-1 0 0,1 0 0 0 0,0-1 0 0 0,-1 1 0 0 0,1 0 1 0 0,-1 1-1 0 0,1-1 0 0 0,0 1 0 0 0,-1-1 0 0 0,1 1 1 0 0,0 0-1 0 0,0 0 0 0 0,0 1 0 0 0,0-1 0 0 0,0 1 1 0 0,0-1-1 0 0,0 1 0 0 0,0 0 0 0 0,-3 3 0 0 0,2-1-12 0 0,0-1-1 0 0,0 1 0 0 0,0 0 1 0 0,1 1-1 0 0,0-1 1 0 0,0 1-1 0 0,0-1 0 0 0,0 1 1 0 0,1 0-1 0 0,0 0 1 0 0,0 0-1 0 0,0 0 0 0 0,1 1 1 0 0,-1-1-1 0 0,1 0 0 0 0,0 1 1 0 0,1-1-1 0 0,0 0 1 0 0,-1 1-1 0 0,2-1 0 0 0,-1 1 1 0 0,1-1-1 0 0,-1 1 0 0 0,4 8 1 0 0,-3-9-17 0 0,0-1 0 0 0,1 1 1 0 0,-1-1-1 0 0,1 1 0 0 0,0-1 1 0 0,0 0-1 0 0,0 0 0 0 0,1 0 0 0 0,-1 0 1 0 0,1 0-1 0 0,0-1 0 0 0,0 1 1 0 0,1-1-1 0 0,-1 0 0 0 0,0 0 1 0 0,1 0-1 0 0,0 0 0 0 0,0-1 0 0 0,0 1 1 0 0,0-1-1 0 0,0 0 0 0 0,1 0 1 0 0,-1-1-1 0 0,0 1 0 0 0,1-1 0 0 0,-1 0 1 0 0,1 0-1 0 0,8 0 0 0 0,-5-1-13 0 0,-1-1 0 0 0,0 0 0 0 0,1 0 0 0 0,-1-1 0 0 0,0 1 0 0 0,0-2 0 0 0,0 1 0 0 0,-1-1 0 0 0,1 0 0 0 0,0 0 0 0 0,-1-1 0 0 0,0 0 0 0 0,0 0 0 0 0,0 0 0 0 0,0-1 0 0 0,-1 0 0 0 0,0 0 0 0 0,0-1 0 0 0,0 1 0 0 0,-1-1 0 0 0,5-8 0 0 0,-7 12 34 0 0,-1 0 1 0 0,0 0 0 0 0,0-1 0 0 0,0 1 0 0 0,-1-1 0 0 0,1 1 0 0 0,-1-1 0 0 0,1 1 0 0 0,-1-1-1 0 0,0 1 1 0 0,0-1 0 0 0,0 0 0 0 0,0 1 0 0 0,0-1 0 0 0,-1 1 0 0 0,1-1 0 0 0,-1 1 0 0 0,1-1-1 0 0,-1 1 1 0 0,0-1 0 0 0,0 1 0 0 0,0 0 0 0 0,-1-1 0 0 0,1 1 0 0 0,-3-4 0 0 0,0 2 21 0 0,1 0 0 0 0,0 0 1 0 0,-1 1-1 0 0,1-1 0 0 0,-1 1 1 0 0,0 0-1 0 0,-1 0 1 0 0,1 0-1 0 0,0 0 0 0 0,-1 1 1 0 0,-8-4-1 0 0,7 4-4 0 0,0 1 0 0 0,-1-1-1 0 0,1 1 1 0 0,-1 1 0 0 0,1-1 0 0 0,-1 1 0 0 0,1 0-1 0 0,-1 0 1 0 0,1 1 0 0 0,-1 0 0 0 0,1 0 0 0 0,-11 4-1 0 0,15-4-27 0 0,0-1 0 0 0,0 1 0 0 0,0 1 0 0 0,0-1 0 0 0,0 0 0 0 0,0 0 0 0 0,0 1 0 0 0,0-1 0 0 0,0 1 0 0 0,1 0 0 0 0,-1-1 0 0 0,1 1 0 0 0,-1 0 0 0 0,1 0 0 0 0,-2 4 0 0 0,2-4-22 0 0,0 1 1 0 0,0 0-1 0 0,0 0 0 0 0,1-1 0 0 0,0 1 1 0 0,-1 0-1 0 0,1 0 0 0 0,0 0 0 0 0,0 0 1 0 0,1-1-1 0 0,-1 1 0 0 0,1 0 0 0 0,-1 0 1 0 0,1 0-1 0 0,0-1 0 0 0,1 4 0 0 0,18 35-1348 0 0,0-16-4718 0 0,-7-10-386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4.77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189 9 4784 0 0,'-1'-2'10194'0'0,"-6"-3"-8230"0"0,3 4 2119 0 0,-1 0-3399 0 0,0 2 0 0 0,-1-1 0 0 0,1 1 0 0 0,0 0-1 0 0,0 0 1 0 0,0 0 0 0 0,0 0 0 0 0,0 1 0 0 0,0 0-1 0 0,0 0 1 0 0,1 1 0 0 0,-7 3 0 0 0,6-3-576 0 0,1 1 0 0 0,-1-1 1 0 0,1 1-1 0 0,-1 0 0 0 0,1 0 0 0 0,0 1 0 0 0,1-1 0 0 0,-1 1 1 0 0,1 0-1 0 0,0 0 0 0 0,0 0 0 0 0,0 0 0 0 0,1 0 1 0 0,0 1-1 0 0,0-1 0 0 0,0 1 0 0 0,-2 11 0 0 0,4-15-106 0 0,0 0 0 0 0,0 0-1 0 0,-1 0 1 0 0,1 0 0 0 0,1 0 0 0 0,-1-1-1 0 0,0 1 1 0 0,0 0 0 0 0,1 0-1 0 0,-1 0 1 0 0,1 0 0 0 0,-1 0-1 0 0,1-1 1 0 0,0 1 0 0 0,2 3 0 0 0,-3-4-10 0 0,1 0 0 0 0,0 0 0 0 0,0-1 0 0 0,0 1 0 0 0,0 0 1 0 0,0-1-1 0 0,0 1 0 0 0,0 0 0 0 0,0-1 0 0 0,0 1 0 0 0,0-1 1 0 0,0 0-1 0 0,1 1 0 0 0,-1-1 0 0 0,0 0 0 0 0,0 0 0 0 0,0 0 1 0 0,0 1-1 0 0,2-1 0 0 0,1-1-14 0 0,0 1 0 0 0,-1-1-1 0 0,1 0 1 0 0,0 0 0 0 0,-1 0 0 0 0,1 0-1 0 0,-1-1 1 0 0,1 0 0 0 0,-1 1 0 0 0,0-1-1 0 0,0 0 1 0 0,0-1 0 0 0,0 1 0 0 0,5-5 0 0 0,-6 5 41 0 0,1-1 0 0 0,-1 0 1 0 0,0-1-1 0 0,0 1 0 0 0,0 0 1 0 0,0 0-1 0 0,-1-1 1 0 0,1 1-1 0 0,-1-1 0 0 0,0 0 1 0 0,0 1-1 0 0,0-1 0 0 0,-1 0 1 0 0,1 1-1 0 0,-1-1 1 0 0,0 0-1 0 0,0 0 0 0 0,0 1 1 0 0,0-1-1 0 0,-1 0 0 0 0,0 0 1 0 0,1 1-1 0 0,-1-1 1 0 0,-1 0-1 0 0,1 1 0 0 0,0-1 1 0 0,-1 1-1 0 0,0 0 0 0 0,0-1 1 0 0,0 1-1 0 0,0 0 1 0 0,-4-4-1 0 0,5 6-3 0 0,-1-1 0 0 0,1 1 0 0 0,-1 0 0 0 0,0 0 0 0 0,0 0 0 0 0,1 0 0 0 0,-1 0 0 0 0,0 0 0 0 0,0 1 0 0 0,0-1 1 0 0,0 0-1 0 0,0 1 0 0 0,0 0 0 0 0,0-1 0 0 0,0 1 0 0 0,0 0 0 0 0,0 0 0 0 0,0 0 0 0 0,0 0 0 0 0,0 1 0 0 0,0-1 0 0 0,0 0 0 0 0,0 1 0 0 0,-4 1 0 0 0,0 0 9 0 0,0 0 0 0 0,0 1 0 0 0,0 0-1 0 0,0 0 1 0 0,1 0 0 0 0,-9 7 0 0 0,12-8-24 0 0,-1 1 1 0 0,1-1-1 0 0,-1 1 1 0 0,1 0-1 0 0,0-1 0 0 0,0 1 1 0 0,1 0-1 0 0,-1 0 1 0 0,0 0-1 0 0,1 1 1 0 0,0-1-1 0 0,0 0 1 0 0,0 0-1 0 0,0 1 1 0 0,0-1-1 0 0,1 1 1 0 0,-1-1-1 0 0,1 0 1 0 0,0 1-1 0 0,0-1 0 0 0,0 1 1 0 0,1-1-1 0 0,1 7 1 0 0,-1-6-15 0 0,0 0 0 0 0,0 0-1 0 0,0 0 1 0 0,1-1 0 0 0,0 1 0 0 0,0 0 0 0 0,0-1 0 0 0,0 1 0 0 0,1-1 0 0 0,-1 0-1 0 0,1 0 1 0 0,0 0 0 0 0,0 0 0 0 0,0 0 0 0 0,0 0 0 0 0,0-1 0 0 0,1 0 0 0 0,-1 0-1 0 0,6 3 1 0 0,-6-4 2 0 0,-1-1-1 0 0,0 0 0 0 0,1 1 0 0 0,-1-1 1 0 0,0 0-1 0 0,1 0 0 0 0,-1 0 0 0 0,0 0 1 0 0,1-1-1 0 0,-1 1 0 0 0,0-1 0 0 0,1 1 1 0 0,-1-1-1 0 0,0 0 0 0 0,0 0 0 0 0,0 0 1 0 0,0 0-1 0 0,0 0 0 0 0,0-1 0 0 0,0 1 1 0 0,0 0-1 0 0,3-4 0 0 0,-4 4 18 0 0,1-1 1 0 0,-1 0-1 0 0,1 0 0 0 0,-1 0 0 0 0,0 0 0 0 0,0 0 0 0 0,0 0 0 0 0,0 0 1 0 0,0 0-1 0 0,0-1 0 0 0,-1 1 0 0 0,1 0 0 0 0,-1 0 0 0 0,1-1 0 0 0,-1 1 0 0 0,0 0 1 0 0,0-1-1 0 0,0 1 0 0 0,0 0 0 0 0,-1-1 0 0 0,1 1 0 0 0,0 0 0 0 0,-1 0 1 0 0,0-1-1 0 0,1 1 0 0 0,-1 0 0 0 0,0 0 0 0 0,-2-4 0 0 0,1 5 3 0 0,1-1 0 0 0,0 1-1 0 0,0-1 1 0 0,-1 1-1 0 0,1-1 1 0 0,0 1 0 0 0,-1 0-1 0 0,0 0 1 0 0,1 0 0 0 0,-1 0-1 0 0,0 0 1 0 0,1 0 0 0 0,-1 0-1 0 0,0 1 1 0 0,0-1-1 0 0,0 1 1 0 0,0-1 0 0 0,1 1-1 0 0,-1-1 1 0 0,0 1 0 0 0,0 0-1 0 0,0 0 1 0 0,0 0 0 0 0,0 0-1 0 0,0 1 1 0 0,-3 0-1 0 0,4-1-10 0 0,-1 0 0 0 0,1 1 0 0 0,-1-1-1 0 0,1 1 1 0 0,-1 0 0 0 0,1-1-1 0 0,-1 1 1 0 0,1 0 0 0 0,0 0 0 0 0,-1 0-1 0 0,1 0 1 0 0,0 0 0 0 0,0 0-1 0 0,0 0 1 0 0,0 0 0 0 0,0 1 0 0 0,0-1-1 0 0,0 0 1 0 0,0 1 0 0 0,0-1-1 0 0,0 1 1 0 0,1-1 0 0 0,-1 1 0 0 0,1-1-1 0 0,-1 1 1 0 0,1-1 0 0 0,0 1-1 0 0,-1-1 1 0 0,1 1 0 0 0,0 0 0 0 0,0-1-1 0 0,0 1 1 0 0,1 2 0 0 0,-1-2-9 0 0,0-1 0 0 0,0 0 1 0 0,1 1-1 0 0,-1-1 0 0 0,1 0 0 0 0,-1 0 1 0 0,1 1-1 0 0,-1-1 0 0 0,1 0 1 0 0,0 0-1 0 0,0 0 0 0 0,0 0 0 0 0,-1 0 1 0 0,1 0-1 0 0,0 0 0 0 0,0 0 1 0 0,0 0-1 0 0,1 0 0 0 0,-1 0 0 0 0,0-1 1 0 0,0 1-1 0 0,0 0 0 0 0,0-1 1 0 0,1 1-1 0 0,-1-1 0 0 0,0 0 1 0 0,1 1-1 0 0,-1-1 0 0 0,0 0 0 0 0,1 0 1 0 0,-1 1-1 0 0,0-1 0 0 0,1 0 1 0 0,-1-1-1 0 0,0 1 0 0 0,1 0 0 0 0,-1 0 1 0 0,2-1-1 0 0,0 1-8 0 0,1-1 1 0 0,-1 0-1 0 0,1 0 1 0 0,-1 0-1 0 0,0 0 1 0 0,0-1-1 0 0,0 1 1 0 0,1-1-1 0 0,-1 1 1 0 0,-1-1-1 0 0,1 0 1 0 0,0-1-1 0 0,0 1 1 0 0,-1 0-1 0 0,4-5 1 0 0,-4 5 26 0 0,-1 0 0 0 0,0 0 0 0 0,0 0 0 0 0,0 0 0 0 0,0-1 0 0 0,0 1 0 0 0,0 0 1 0 0,-1-1-1 0 0,1 1 0 0 0,-1 0 0 0 0,0-1 0 0 0,1 1 0 0 0,-1-1 0 0 0,-1-2 0 0 0,1 3-3 0 0,0 1-1 0 0,0-1 1 0 0,-1 1 0 0 0,1 0-1 0 0,-1-1 1 0 0,1 1-1 0 0,-1 0 1 0 0,1-1-1 0 0,-1 1 1 0 0,0 0 0 0 0,0 0-1 0 0,1 0 1 0 0,-1-1-1 0 0,0 1 1 0 0,0 0-1 0 0,0 0 1 0 0,0 0 0 0 0,-1 1-1 0 0,1-1 1 0 0,0 0-1 0 0,0 0 1 0 0,0 1-1 0 0,-1-1 1 0 0,-1 0 0 0 0,1 0-25 0 0,-13 2-616 0 0,15-1 474 0 0,-9 11-464 0 0,8-3-6305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5.23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141 13 7441 0 0,'-3'-2'6748'0'0,"-33"-7"2556"0"0,30 9-8333 0 0,-1-1 1 0 0,0 1-1 0 0,0 0 1 0 0,-10 2 0 0 0,15-2-877 0 0,-1 0 0 0 0,1 0 1 0 0,-1 1-1 0 0,0-1 0 0 0,1 1 1 0 0,0 0-1 0 0,-1 0 0 0 0,1 0 1 0 0,-1 0-1 0 0,1 0 0 0 0,0 1 1 0 0,0-1-1 0 0,0 1 0 0 0,0-1 1 0 0,0 1-1 0 0,0 0 0 0 0,0-1 1 0 0,0 1-1 0 0,1 0 0 0 0,-1 0 1 0 0,1 1-1 0 0,-1-1 1 0 0,1 0-1 0 0,0 0 0 0 0,0 1 1 0 0,0-1-1 0 0,0 1 0 0 0,0-1 1 0 0,1 1-1 0 0,-1-1 0 0 0,0 4 1 0 0,1-2-94 0 0,0 1 0 0 0,0 0 0 0 0,0-1 0 0 0,0 1 1 0 0,1-1-1 0 0,0 1 0 0 0,0 0 0 0 0,0-1 1 0 0,0 0-1 0 0,1 1 0 0 0,0-1 0 0 0,2 5 1 0 0,-2-6-23 0 0,0-1 0 0 0,0 1 0 0 0,0-1 1 0 0,0 1-1 0 0,1-1 0 0 0,-1 0 1 0 0,1 0-1 0 0,-1 0 0 0 0,1 0 0 0 0,0-1 1 0 0,-1 1-1 0 0,1-1 0 0 0,0 0 0 0 0,0 1 1 0 0,0-1-1 0 0,0-1 0 0 0,0 1 1 0 0,1 0-1 0 0,5 0 0 0 0,-6-1-3 0 0,1 0 0 0 0,-1 0-1 0 0,1 0 1 0 0,-1-1 0 0 0,1 1-1 0 0,-1-1 1 0 0,0 0 0 0 0,1 0 0 0 0,-1 0-1 0 0,0 0 1 0 0,1-1 0 0 0,2-1-1 0 0,-4 2 37 0 0,0 0-1 0 0,-1-1 0 0 0,1 1 0 0 0,0 0 1 0 0,-1-1-1 0 0,1 1 0 0 0,-1-1 1 0 0,1 1-1 0 0,-1-1 0 0 0,0 0 0 0 0,0 0 1 0 0,0 0-1 0 0,0 1 0 0 0,0-1 0 0 0,0 0 1 0 0,0 0-1 0 0,0 0 0 0 0,-1-1 0 0 0,1 1 1 0 0,-1 0-1 0 0,0 0 0 0 0,1-3 1 0 0,-2 3 21 0 0,1 0 1 0 0,0-1 0 0 0,-1 1 0 0 0,1 0 0 0 0,-1 0 0 0 0,1 0 0 0 0,-1 0-1 0 0,0 0 1 0 0,0 0 0 0 0,0 0 0 0 0,0 0 0 0 0,0 0 0 0 0,-1 1 0 0 0,1-1-1 0 0,0 0 1 0 0,-1 1 0 0 0,0-1 0 0 0,1 1 0 0 0,-1-1 0 0 0,-3-1 0 0 0,-1-1 44 0 0,0 1 0 0 0,-1-1 0 0 0,1 2 0 0 0,-1-1 0 0 0,-7-2 0 0 0,13 5-73 0 0,0 0 0 0 0,0 0 1 0 0,0-1-1 0 0,0 1 0 0 0,-1 0 0 0 0,1 0 1 0 0,0 0-1 0 0,0 0 0 0 0,0 0 1 0 0,0 0-1 0 0,0 0 0 0 0,-1 1 1 0 0,1-1-1 0 0,0 0 0 0 0,0 1 1 0 0,0-1-1 0 0,0 0 0 0 0,0 1 0 0 0,0 0 1 0 0,0-1-1 0 0,0 1 0 0 0,0-1 1 0 0,0 1-1 0 0,1 0 0 0 0,-1 0 1 0 0,0 0-1 0 0,0-1 0 0 0,0 1 0 0 0,0 2 1 0 0,0-1-21 0 0,-1 0 0 0 0,1 0 0 0 0,0 0 0 0 0,0 1 0 0 0,1-1 0 0 0,-1 0 0 0 0,0 1 0 0 0,1-1 0 0 0,-1 1 1 0 0,1 2-1 0 0,0-3-54 0 0,8 24-370 0 0,-3-23 148 0 0,-1-9 1037 0 0,-2 0-2722 0 0,2 0-3813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7.11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92 83 8685 0 0,'0'-1'9223'0'0,"-9"-6"-3064"0"0,6 7-5739 0 0,0 0 0 0 0,0 0 0 0 0,0 0 1 0 0,0 0-1 0 0,0 0 0 0 0,0 1 0 0 0,1 0 0 0 0,-1-1 0 0 0,0 1 1 0 0,0 0-1 0 0,-3 2 0 0 0,4-2-327 0 0,0 0-1 0 0,-1 1 1 0 0,1-1 0 0 0,0 1 0 0 0,0-1-1 0 0,0 1 1 0 0,0 0 0 0 0,1 0 0 0 0,-1 0-1 0 0,0 0 1 0 0,1 0 0 0 0,0 0 0 0 0,-1 0-1 0 0,1 1 1 0 0,0-1 0 0 0,0 0 0 0 0,0 1 0 0 0,0-1-1 0 0,1 1 1 0 0,-1-1 0 0 0,0 4 0 0 0,1-5-92 0 0,0-1 0 0 0,0 1 0 0 0,-1 0 0 0 0,1 0 0 0 0,0 0 0 0 0,0 0 0 0 0,0 0 0 0 0,0-1 1 0 0,1 1-1 0 0,-1 0 0 0 0,0 0 0 0 0,0 0 0 0 0,0 0 0 0 0,1-1 0 0 0,-1 1 0 0 0,0 0 1 0 0,1 0-1 0 0,-1-1 0 0 0,1 1 0 0 0,-1 0 0 0 0,1 0 0 0 0,-1-1 0 0 0,1 1 0 0 0,-1 0 1 0 0,1-1-1 0 0,0 1 0 0 0,-1-1 0 0 0,1 1 0 0 0,0-1 0 0 0,0 1 0 0 0,-1-1 0 0 0,1 0 1 0 0,0 1-1 0 0,0-1 0 0 0,0 0 0 0 0,-1 0 0 0 0,1 1 0 0 0,0-1 0 0 0,0 0 0 0 0,0 0 0 0 0,0 0 1 0 0,1 0-1 0 0,1 0-16 0 0,1 0 0 0 0,-1-1 1 0 0,0 1-1 0 0,1-1 0 0 0,-1 0 1 0 0,0 0-1 0 0,4-1 0 0 0,-4 0 20 0 0,1 1-1 0 0,-1-1 0 0 0,0 0 0 0 0,0 0 1 0 0,0 0-1 0 0,0-1 0 0 0,-1 1 1 0 0,1 0-1 0 0,-1-1 0 0 0,1 0 1 0 0,-1 0-1 0 0,0 0 0 0 0,0 0 1 0 0,0 0-1 0 0,0 0 0 0 0,-1 0 1 0 0,1 0-1 0 0,-1-1 0 0 0,0 1 1 0 0,0-1-1 0 0,0 1 0 0 0,0-1 1 0 0,-1 1-1 0 0,1-7 0 0 0,-1 6 30 0 0,0 1 1 0 0,-1 0-1 0 0,1 0 0 0 0,-1 0 0 0 0,0 0 1 0 0,0 0-1 0 0,0 0 0 0 0,0 0 0 0 0,0 0 0 0 0,-1 0 1 0 0,1 1-1 0 0,-1-1 0 0 0,0 0 0 0 0,0 1 1 0 0,0-1-1 0 0,0 1 0 0 0,0 0 0 0 0,-1 0 0 0 0,1 0 1 0 0,-1 0-1 0 0,1 0 0 0 0,-1 0 0 0 0,0 1 1 0 0,1-1-1 0 0,-1 1 0 0 0,-4-2 0 0 0,5 2-28 0 0,0 1-1 0 0,0-1 1 0 0,0 1 0 0 0,0-1-1 0 0,0 1 1 0 0,0 0 0 0 0,0 0-1 0 0,0-1 1 0 0,0 2-1 0 0,1-1 1 0 0,-1 0 0 0 0,0 0-1 0 0,0 0 1 0 0,0 1-1 0 0,0-1 1 0 0,0 1 0 0 0,0 0-1 0 0,0-1 1 0 0,1 1-1 0 0,-1 0 1 0 0,0 0 0 0 0,0 0-1 0 0,1 0 1 0 0,-1 1 0 0 0,1-1-1 0 0,-1 0 1 0 0,1 1-1 0 0,0-1 1 0 0,-1 1 0 0 0,1-1-1 0 0,0 1 1 0 0,0 0-1 0 0,0-1 1 0 0,0 1 0 0 0,0 0-1 0 0,1 0 1 0 0,-1-1-1 0 0,0 1 1 0 0,1 0 0 0 0,0 0-1 0 0,-1 0 1 0 0,1 0 0 0 0,0 0-1 0 0,0 0 1 0 0,0 0-1 0 0,0 0 1 0 0,1 3 0 0 0,-1-2-21 0 0,1-1 0 0 0,-1 1-1 0 0,1-1 1 0 0,0 1 0 0 0,0-1 0 0 0,0 1 0 0 0,0-1 0 0 0,1 0 0 0 0,-1 1 0 0 0,1-1 0 0 0,-1 0 0 0 0,1 0 0 0 0,0 0 0 0 0,0 0 0 0 0,0 0 0 0 0,0-1 0 0 0,0 1 0 0 0,0-1 0 0 0,0 1 0 0 0,1-1 0 0 0,-1 0 0 0 0,3 2-1 0 0,-2-2-10 0 0,1 0-1 0 0,-1 1 0 0 0,0-1 0 0 0,1 0 0 0 0,-1-1 0 0 0,1 1 0 0 0,-1 0 0 0 0,1-1 1 0 0,-1 0-1 0 0,1 0 0 0 0,-1 0 0 0 0,1 0 0 0 0,-1-1 0 0 0,7-1 0 0 0,-6 0 18 0 0,0 0-1 0 0,1 0 1 0 0,-1 0-1 0 0,0-1 0 0 0,0 1 1 0 0,-1-1-1 0 0,1 0 1 0 0,6-7-1 0 0,-9 9 21 0 0,-1 0-1 0 0,1-1 1 0 0,-1 1-1 0 0,0 0 1 0 0,1 0-1 0 0,-1 0 1 0 0,0-1 0 0 0,0 1-1 0 0,0 0 1 0 0,1-1-1 0 0,-1 1 1 0 0,-1 0-1 0 0,1 0 1 0 0,0-1-1 0 0,0 1 1 0 0,0 0-1 0 0,-1 0 1 0 0,1-1-1 0 0,-1-1 1 0 0,-13-23 238 0 0,12 24-224 0 0,0 0-1 0 0,0 0 1 0 0,1 1-1 0 0,-1-1 1 0 0,0 0-1 0 0,-1 1 1 0 0,1-1-1 0 0,0 1 1 0 0,0 0-1 0 0,-1 0 1 0 0,1 0-1 0 0,0 0 0 0 0,-4-1 1 0 0,4 2 8 0 0,-1-1 1 0 0,3 1-33 0 0,-1 0 0 0 0,0-1 0 0 0,1 1 0 0 0,-1 0 1 0 0,0 0-1 0 0,1 0 0 0 0,-1 0 0 0 0,0 0 0 0 0,1 0 1 0 0,-1 0-1 0 0,0 0 0 0 0,0 0 0 0 0,1 0 0 0 0,-1 0 0 0 0,0 0 1 0 0,1 0-1 0 0,-2 1 0 0 0,2-1-4 0 0,-1 1 0 0 0,1-1 0 0 0,-1 1 1 0 0,1-1-1 0 0,-1 1 0 0 0,1 0 0 0 0,-1-1 0 0 0,1 1 1 0 0,0-1-1 0 0,-1 1 0 0 0,1 0 0 0 0,0-1 0 0 0,0 1 0 0 0,-1 0 1 0 0,1-1-1 0 0,0 1 0 0 0,0 0 0 0 0,0 0 0 0 0,0-1 0 0 0,0 1 1 0 0,0 0-1 0 0,0-1 0 0 0,0 1 0 0 0,0 0 0 0 0,0 0 1 0 0,0-1-1 0 0,1 1 0 0 0,-1 0 0 0 0,0-1 0 0 0,0 1 0 0 0,1 0 1 0 0,-1-1-1 0 0,0 1 0 0 0,1-1 0 0 0,-1 1 0 0 0,1 0 0 0 0,2 2-9 0 0,-1-1-1 0 0,0 0 1 0 0,1 0-1 0 0,0-1 0 0 0,-1 1 1 0 0,1 0-1 0 0,5 1 1 0 0,-7-2-6 0 0,0-1 2 0 0,-1 0-1 0 0,1 0 1 0 0,0 1-1 0 0,-1-1 0 0 0,1 0 1 0 0,0 0-1 0 0,-1 0 1 0 0,1 0-1 0 0,0 0 1 0 0,-1 0-1 0 0,1 0 0 0 0,0 0 1 0 0,-1 0-1 0 0,1 0 1 0 0,0-1-1 0 0,-1 1 0 0 0,1 0 1 0 0,-1 0-1 0 0,1-1 1 0 0,0 1-1 0 0,-1 0 1 0 0,1-1-1 0 0,-1 1 0 0 0,1-1 1 0 0,-1 1-1 0 0,1 0 1 0 0,-1-1-1 0 0,1 1 1 0 0,-1-1-1 0 0,0 1 0 0 0,1-1 1 0 0,-1 0-1 0 0,1 1 1 0 0,-1-1-1 0 0,0 0 1 0 0,0-9-150 0 0,-1 8-40 0 0,-1 0-373 0 0,-7-2-477 0 0,-3 0-5286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7.63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88 32 4496 0 0,'-2'-1'8131'0'0,"-14"-8"407"0"0,-2 6-3916 0 0,15 2-4434 0 0,1 1 0 0 0,-1 0 0 0 0,1 0 0 0 0,0 1 1 0 0,-1-1-1 0 0,1 0 0 0 0,0 1 0 0 0,-1 0 0 0 0,1-1 0 0 0,0 1 0 0 0,0 0 1 0 0,0 0-1 0 0,-1 0 0 0 0,1 0 0 0 0,0 1 0 0 0,0-1 0 0 0,1 0 0 0 0,-1 1 1 0 0,0 0-1 0 0,0-1 0 0 0,1 1 0 0 0,-2 2 0 0 0,2-3-55 0 0,2 2-48 0 0,-1 0-70 0 0,0-1-24 0 0,0 0 0 0 0,0 0 0 0 0,0-1-1 0 0,1 1 1 0 0,-1 0 0 0 0,0 0 0 0 0,1 0-1 0 0,0-1 1 0 0,-1 1 0 0 0,1 0 0 0 0,0-1-1 0 0,0 1 1 0 0,0-1 0 0 0,0 1 0 0 0,0-1-1 0 0,0 1 1 0 0,0-1 0 0 0,1 1 0 0 0,-1-1-1 0 0,0 0 1 0 0,1 0 0 0 0,-1 0 0 0 0,1 0-1 0 0,-1 0 1 0 0,1 0 0 0 0,0 0 0 0 0,-1 0-1 0 0,1-1 1 0 0,0 1 0 0 0,0-1 0 0 0,3 1-1 0 0,-3-1 4 0 0,1 0-1 0 0,0 0 0 0 0,-1-1 0 0 0,1 1 1 0 0,-1-1-1 0 0,1 0 0 0 0,-1 0 1 0 0,0 1-1 0 0,1-2 0 0 0,-1 1 0 0 0,0 0 1 0 0,0 0-1 0 0,0-1 0 0 0,0 1 0 0 0,0-1 1 0 0,0 0-1 0 0,0 0 0 0 0,0 1 1 0 0,0-1-1 0 0,2-4 0 0 0,-3 5 49 0 0,0-1-1 0 0,-1 1 1 0 0,1-1 0 0 0,0 1 0 0 0,0-1-1 0 0,-1 1 1 0 0,1-1 0 0 0,-1 0-1 0 0,1 1 1 0 0,-1-1 0 0 0,1 0-1 0 0,-1 1 1 0 0,0-1 0 0 0,0 0-1 0 0,0 1 1 0 0,0-1 0 0 0,0 0-1 0 0,-1 0 1 0 0,1 1 0 0 0,0-1 0 0 0,-1 0-1 0 0,1 1 1 0 0,-1-1 0 0 0,0 1-1 0 0,1-1 1 0 0,-1 0 0 0 0,0 1-1 0 0,0 0 1 0 0,0-1 0 0 0,0 1-1 0 0,-2-3 1 0 0,2 3-28 0 0,0 1 0 0 0,1-1 0 0 0,-1 0 0 0 0,1 0 0 0 0,-1 1 0 0 0,0-1 0 0 0,0 0 0 0 0,0 1 0 0 0,1-1 0 0 0,-1 1 0 0 0,0-1 1 0 0,0 1-1 0 0,0-1 0 0 0,0 1 0 0 0,0 0 0 0 0,0-1 0 0 0,0 1 0 0 0,0 0 0 0 0,0 0 0 0 0,0 0 0 0 0,0 0 0 0 0,0 0 0 0 0,0 0 0 0 0,0 0 0 0 0,0 0 0 0 0,0 0 0 0 0,0 0 0 0 0,0 0 0 0 0,0 1 0 0 0,0-1 0 0 0,1 0 0 0 0,-1 1 0 0 0,0-1 0 0 0,0 1 0 0 0,0-1 0 0 0,0 1 0 0 0,0-1 0 0 0,1 1 0 0 0,-1 0 0 0 0,0-1 0 0 0,0 1 0 0 0,1 0 0 0 0,-1-1 0 0 0,0 1 0 0 0,1 0 0 0 0,-1 0 0 0 0,1 0 0 0 0,-1 0 1 0 0,0 1-1 0 0,1 1-51 0 0,6 3-37 0 0,2 4-19 0 0,38 26-400 0 0,-46-35 433 0 0,9-30-986 0 0,-9 26 932 0 0,0 2 54 0 0,0-1 0 0 0,-1 0 0 0 0,1 0 0 0 0,0 0 0 0 0,0 1 0 0 0,-1-1 0 0 0,1 0 0 0 0,-1 0 0 0 0,0 1 0 0 0,1-1 0 0 0,-1 0 0 0 0,0 1 0 0 0,0-1 0 0 0,0 1 0 0 0,0-1 0 0 0,0 1 0 0 0,0-1 0 0 0,-1 1 0 0 0,1 0 0 0 0,0 0 0 0 0,-1 0 0 0 0,1-1 0 0 0,-2 0 0 0 0,1 2-341 0 0,-1 2-3004 0 0,-8 5-1059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7.97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130 34 3980 0 0,'-3'0'8880'0'0,"-26"-3"1652"0"0,-1 5-5991 0 0,28-1-4438 0 0,-1-1-1 0 0,1 1 1 0 0,0 0 0 0 0,-1-1-1 0 0,1 1 1 0 0,0 1 0 0 0,0-1-1 0 0,0 0 1 0 0,0 0 0 0 0,0 1-1 0 0,0-1 1 0 0,0 1 0 0 0,0-1-1 0 0,0 1 1 0 0,1 0 0 0 0,-1 0-1 0 0,1 0 1 0 0,-1 0 0 0 0,1 0-1 0 0,0 0 1 0 0,0 0-1 0 0,-2 4 1 0 0,3-5-128 0 0,1 1-25 0 0,0-1 43 0 0,0 0 0 0 0,-1 0 0 0 0,1 0 0 0 0,0 0 0 0 0,0 0 0 0 0,-1 0 0 0 0,1-1 0 0 0,0 1 0 0 0,0 0 0 0 0,0-1 1 0 0,0 1-1 0 0,0-1 0 0 0,0 1 0 0 0,0-1 0 0 0,0 1 0 0 0,0-1 0 0 0,0 0 0 0 0,0 1 0 0 0,1-1 0 0 0,-1 0 0 0 0,0 0 0 0 0,0 0 0 0 0,0 0 0 0 0,0 0 1 0 0,0 0-1 0 0,0 0 0 0 0,1 0 0 0 0,-1 0 0 0 0,0-1 0 0 0,0 1 0 0 0,0 0 0 0 0,1-1 0 0 0,3-2 67 0 0,0 1 0 0 0,-1-1-1 0 0,1 0 1 0 0,7-6 0 0 0,-11 8 7 0 0,1-1 0 0 0,-1 1 0 0 0,0-1 1 0 0,1 1-1 0 0,-1-1 0 0 0,0 1 0 0 0,0-1 0 0 0,0 0 1 0 0,0 0-1 0 0,0 1 0 0 0,0-1 0 0 0,-1 0 0 0 0,1 0 0 0 0,-1 0 1 0 0,1 0-1 0 0,-1 0 0 0 0,1-2 0 0 0,-2 3-41 0 0,1 0-1 0 0,0 0 0 0 0,-1-1 1 0 0,1 1-1 0 0,-1 0 0 0 0,1 0 1 0 0,-1 0-1 0 0,1 0 1 0 0,-1 0-1 0 0,0 0 0 0 0,1 0 1 0 0,-1 1-1 0 0,0-1 0 0 0,0 0 1 0 0,0 0-1 0 0,0 1 1 0 0,0-1-1 0 0,0 0 0 0 0,0 1 1 0 0,0-1-1 0 0,-1 0 0 0 0,-21-8 157 0 0,21 9-217 0 0,-1-1 0 0 0,0 1 0 0 0,1 0 1 0 0,-1 0-1 0 0,0 0 0 0 0,0 0 1 0 0,1 1-1 0 0,-1-1 0 0 0,0 1 0 0 0,1 0 1 0 0,-1-1-1 0 0,1 1 0 0 0,-1 0 1 0 0,1 1-1 0 0,-1-1 0 0 0,1 0 0 0 0,0 1 1 0 0,-4 2-1 0 0,-9 13-6325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9.06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88 14 8457 0 0,'-1'-1'1601'0'0,"0"0"0"0"0,-1-1 0 0 0,1 1 0 0 0,-1 0 0 0 0,1 0 0 0 0,-1 0 0 0 0,1 0 0 0 0,-1 0 0 0 0,-3-1 0 0 0,-3 1-162 0 0,6 1-366 0 0,-20 15 1533 0 0,19-11-2489 0 0,0-1 0 0 0,1 1 0 0 0,-1 0 0 0 0,1 0-1 0 0,0 0 1 0 0,0 0 0 0 0,1 0 0 0 0,-1 1-1 0 0,1-1 1 0 0,0 1 0 0 0,-1 4 0 0 0,-5 18 196 0 0,6-24-305 0 0,1 0-1 0 0,0 1 1 0 0,0-1 0 0 0,0 0-1 0 0,0 0 1 0 0,0 0-1 0 0,1 0 1 0 0,-1 1-1 0 0,1-1 1 0 0,0 0 0 0 0,0 0-1 0 0,0 0 1 0 0,0 0-1 0 0,1-1 1 0 0,2 5 0 0 0,-4-6-13 0 0,0-1 0 0 0,1 0 1 0 0,-1 1-1 0 0,1-1 0 0 0,-1 0 1 0 0,1 1-1 0 0,-1-1 1 0 0,1 0-1 0 0,-1 0 0 0 0,1 0 1 0 0,-1 1-1 0 0,1-1 1 0 0,-1 0-1 0 0,1 0 0 0 0,0 0 1 0 0,-1 0-1 0 0,1 0 1 0 0,-1 0-1 0 0,1 0 0 0 0,-1 0 1 0 0,1 0-1 0 0,-1 0 1 0 0,1 0-1 0 0,0 0 0 0 0,-1-1 1 0 0,1 1-1 0 0,-1 0 0 0 0,1 0 1 0 0,-1 0-1 0 0,1-1 1 0 0,-1 1-1 0 0,1-1 0 0 0,16-11-58 0 0,-13 8 104 0 0,-1 0 0 0 0,0-1 0 0 0,0 1 0 0 0,0-1 1 0 0,0 0-1 0 0,-1 0 0 0 0,0 0 0 0 0,0 0 1 0 0,0 0-1 0 0,0-1 0 0 0,-1 1 0 0 0,0 0 1 0 0,0-12-1 0 0,-1 15-5 0 0,-1-1 1 0 0,1 0-1 0 0,-1 0 1 0 0,0 1-1 0 0,-1-1 0 0 0,1 0 1 0 0,0 1-1 0 0,-1-1 1 0 0,1 1-1 0 0,-1 0 0 0 0,0-1 1 0 0,1 1-1 0 0,-1 0 1 0 0,-4-3-1 0 0,5 4-28 0 0,0 1 0 0 0,0 0-1 0 0,1 0 1 0 0,-1-1 0 0 0,0 1 0 0 0,0 0 0 0 0,0 0 0 0 0,0 0 0 0 0,1 0-1 0 0,-1 0 1 0 0,0 0 0 0 0,0 0 0 0 0,0 0 0 0 0,0 0 0 0 0,0 0-1 0 0,1 0 1 0 0,-1 1 0 0 0,0-1 0 0 0,0 0 0 0 0,0 1 0 0 0,1-1-1 0 0,-1 0 1 0 0,-1 1 0 0 0,-15 13 45 0 0,14-10-51 0 0,0 1 0 0 0,1-1 0 0 0,-1 1-1 0 0,1 0 1 0 0,0 0 0 0 0,1 0 0 0 0,-1 0 0 0 0,1 0 0 0 0,0 0 0 0 0,-1 8 0 0 0,2-10-13 0 0,-1 1 0 0 0,1 0-1 0 0,0 0 1 0 0,0 0 0 0 0,1 0 0 0 0,-1 0-1 0 0,1 0 1 0 0,-1 0 0 0 0,1 0 0 0 0,1-1-1 0 0,-1 1 1 0 0,0 0 0 0 0,1-1 0 0 0,2 5-1 0 0,-4-8 7 0 0,1 1 0 0 0,-1 0-1 0 0,1-1 1 0 0,0 1 0 0 0,-1 0-1 0 0,1-1 1 0 0,-1 1 0 0 0,1-1-1 0 0,0 0 1 0 0,-1 1 0 0 0,1-1-1 0 0,0 1 1 0 0,0-1 0 0 0,-1 0-1 0 0,1 1 1 0 0,0-1 0 0 0,0 0 0 0 0,0 0-1 0 0,-1 0 1 0 0,1 0 0 0 0,0 0-1 0 0,0 0 1 0 0,0 0 0 0 0,1 0-1 0 0,0 0 0 0 0,-1-1 0 0 0,1 1-1 0 0,-1-1 1 0 0,1 0-1 0 0,-1 0 1 0 0,1 1 0 0 0,-1-1-1 0 0,1 0 1 0 0,-1 0 0 0 0,0 0-1 0 0,1-1 1 0 0,0 0-1 0 0,0-1 9 0 0,0 1 0 0 0,0-1 0 0 0,0 1 0 0 0,0-1-1 0 0,-1 0 1 0 0,1 1 0 0 0,-1-1 0 0 0,1 0 0 0 0,-1 0-1 0 0,0 0 1 0 0,0-1 0 0 0,-1 1 0 0 0,1 0-1 0 0,-1 0 1 0 0,1-4 0 0 0,-2 2 17 0 0,1 0 1 0 0,-1 0-1 0 0,-1 0 0 0 0,1 0 1 0 0,-1 0-1 0 0,-3-8 0 0 0,3 10-16 0 0,1 1 0 0 0,0 0 0 0 0,0 0 0 0 0,-1 0 0 0 0,0-1 0 0 0,1 2 0 0 0,-1-1 0 0 0,0 0 0 0 0,0 0 0 0 0,0 1 0 0 0,0-1 0 0 0,0 1 0 0 0,0-1 0 0 0,0 1 0 0 0,0 0 0 0 0,-1 0 0 0 0,-3-2 0 0 0,5 4-15 0 0,0-1 0 0 0,0 0-1 0 0,1 1 1 0 0,-1-1 0 0 0,0 1-1 0 0,0-1 1 0 0,1 1 0 0 0,-1-1-1 0 0,0 1 1 0 0,1-1 0 0 0,-1 1-1 0 0,1 0 1 0 0,-1-1 0 0 0,1 1-1 0 0,-1 0 1 0 0,1 0-1 0 0,-1-1 1 0 0,1 1 0 0 0,0 0-1 0 0,-1 0 1 0 0,1-1 0 0 0,0 1-1 0 0,0 0 1 0 0,-1 2 0 0 0,0 26-769 0 0,0-12-29 0 0,0-3 313 0 0,-2 17-6654 0 0,3-16 800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9.54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59 32 5613 0 0,'-5'-12'17229'0'0,"0"10"-14866"0"0,3 2-526 0 0,0 2-1099 0 0,-2 3-516 0 0,0-1-1 0 0,1 1 1 0 0,-1-1 0 0 0,1 1 0 0 0,0 0-1 0 0,1 0 1 0 0,-1 0 0 0 0,1 1 0 0 0,0-1-1 0 0,0 1 1 0 0,0-1 0 0 0,1 1 0 0 0,0-1-1 0 0,-1 11 1 0 0,2-14-183 0 0,5 6-35 0 0,-5-7-8 0 0,0 0 0 0 0,0-1-1 0 0,0 1 1 0 0,0-1 0 0 0,1 1 0 0 0,-1-1-1 0 0,0 1 1 0 0,0-1 0 0 0,1 1 0 0 0,-1 0-1 0 0,0-1 1 0 0,1 1 0 0 0,-1-1-1 0 0,0 0 1 0 0,1 1 0 0 0,-1-1 0 0 0,1 1-1 0 0,-1-1 1 0 0,1 0 0 0 0,-1 1 0 0 0,1-1-1 0 0,-1 0 1 0 0,1 1 0 0 0,-1-1-1 0 0,1 0 1 0 0,0 0 0 0 0,-1 0 0 0 0,1 1-1 0 0,-1-1 1 0 0,1 0 0 0 0,-1 0 0 0 0,1 0-1 0 0,0 0 1 0 0,-1 0 0 0 0,1 0-1 0 0,-1 0 1 0 0,1 0 0 0 0,0-1 0 0 0,-1 1-1 0 0,1 0 1 0 0,-1 0 0 0 0,1 0 0 0 0,0-1-1 0 0,-1 1 1 0 0,1 0 0 0 0,-1 0-1 0 0,1-1 1 0 0,4-2 24 0 0,0 0-1 0 0,0 1 1 0 0,0-2-1 0 0,-1 1 1 0 0,0 0-1 0 0,0-1 1 0 0,0 0 0 0 0,0 0-1 0 0,0 0 1 0 0,-1-1-1 0 0,1 1 1 0 0,-1-1-1 0 0,0 0 1 0 0,-1 0-1 0 0,1 0 1 0 0,-1 0-1 0 0,0 0 1 0 0,0 0 0 0 0,-1-1-1 0 0,0 1 1 0 0,1-7-1 0 0,-1 11-1 0 0,-1 1 1 0 0,0-1-1 0 0,0 0 0 0 0,1 0 0 0 0,-1 0 1 0 0,0 1-1 0 0,0-1 0 0 0,0 0 0 0 0,0 0 0 0 0,0 0 1 0 0,0 1-1 0 0,0-1 0 0 0,0 0 0 0 0,-1 0 1 0 0,1 0-1 0 0,0 1 0 0 0,0-1 0 0 0,-1 0 1 0 0,1 0-1 0 0,0 1 0 0 0,-1-1 0 0 0,1 0 0 0 0,-1 1 1 0 0,1-1-1 0 0,-1 0 0 0 0,1 1 0 0 0,-1-1 1 0 0,1 1-1 0 0,-1-1 0 0 0,0 1 0 0 0,1-1 1 0 0,-1 1-1 0 0,0-1 0 0 0,1 1 0 0 0,-1 0 0 0 0,0-1 1 0 0,0 1-1 0 0,1 0 0 0 0,-1 0 0 0 0,0 0 1 0 0,0-1-1 0 0,0 1 0 0 0,1 0 0 0 0,-2 0 0 0 0,-1 0 7 0 0,0 1 0 0 0,0-1 0 0 0,0 0 0 0 0,0 1 0 0 0,1 0 0 0 0,-1 0 0 0 0,0-1 0 0 0,0 2 0 0 0,1-1 0 0 0,-4 2 0 0 0,-4 3 28 0 0,7-5-45 0 0,0 1-1 0 0,0-1 0 0 0,0 1 1 0 0,0 0-1 0 0,1 0 0 0 0,-1 1 0 0 0,0-1 1 0 0,1 0-1 0 0,0 1 0 0 0,-1 0 1 0 0,1-1-1 0 0,0 1 0 0 0,0 0 0 0 0,1 0 1 0 0,-1 0-1 0 0,1 0 0 0 0,-2 5 1 0 0,2-7-16 0 0,1 1 1 0 0,0-1-1 0 0,0 0 0 0 0,0 0 1 0 0,0 1-1 0 0,0-1 1 0 0,0 0-1 0 0,0 0 1 0 0,0 0-1 0 0,0 1 0 0 0,1-1 1 0 0,-1 0-1 0 0,0 0 1 0 0,1 0-1 0 0,-1 0 1 0 0,1 1-1 0 0,-1-1 0 0 0,1 0 1 0 0,0 0-1 0 0,-1 0 1 0 0,1 0-1 0 0,0 0 1 0 0,0 0-1 0 0,0-1 0 0 0,0 1 1 0 0,0 0-1 0 0,-1 0 1 0 0,2-1-1 0 0,-1 1 0 0 0,0 0 1 0 0,0-1-1 0 0,0 1 1 0 0,0-1-1 0 0,0 1 1 0 0,0-1-1 0 0,1 0 0 0 0,-1 0 1 0 0,0 1-1 0 0,0-1 1 0 0,0 0-1 0 0,3 0 1 0 0,-2 0-46 0 0,2-2 2 0 0,-1 0 32 0 0,1 0 0 0 0,-1 0 1 0 0,0 0-1 0 0,0-1 1 0 0,1 1-1 0 0,-2-1 0 0 0,1 0 1 0 0,0 0-1 0 0,0 0 1 0 0,-1 0-1 0 0,0-1 0 0 0,0 1 1 0 0,0-1-1 0 0,0 1 1 0 0,0-1-1 0 0,-1 0 1 0 0,2-4-1 0 0,-3 6-22 0 0,-6-10-122 0 0,6 12 110 0 0,0-1-1 0 0,-1 1 1 0 0,1-1 0 0 0,0 1 0 0 0,-1 0-1 0 0,1-1 1 0 0,-1 1 0 0 0,1 0-1 0 0,0-1 1 0 0,-1 1 0 0 0,1 0-1 0 0,-1-1 1 0 0,1 1 0 0 0,-1 0 0 0 0,1 0-1 0 0,-1-1 1 0 0,1 1 0 0 0,-1 0-1 0 0,0 0 1 0 0,1 0 0 0 0,-1 0 0 0 0,1 0-1 0 0,-1 0 1 0 0,1 0 0 0 0,-1 0-1 0 0,1 0 1 0 0,-1 0 0 0 0,-1 0-1 0 0,-1 1-587 0 0,-11 5 859 0 0,5 4-6976 0 0,4-1 394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50:39.88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106 33 7721 0 0,'1'-1'1095'0'0,"-1"-1"0"0"0,1 0 1 0 0,-1 1-1 0 0,0-1 1 0 0,0 1-1 0 0,0-1 0 0 0,0 1 1 0 0,0-1-1 0 0,0 0 1 0 0,0 1-1 0 0,0-1 0 0 0,0 1 1 0 0,-1-1-1 0 0,0-1 1 0 0,-8-5 3594 0 0,-6 11-3443 0 0,13-2-1181 0 0,0 0-1 0 0,1 0 0 0 0,-1 0 1 0 0,0 0-1 0 0,1 0 0 0 0,-1 0 1 0 0,1 0-1 0 0,0 0 0 0 0,-1 1 1 0 0,1-1-1 0 0,0 0 0 0 0,0 1 1 0 0,-2 1-1 0 0,-1 3 117 0 0,1-3-127 0 0,0 0 0 0 0,0 0 0 0 0,1 1 0 0 0,-1-1 0 0 0,1 1 0 0 0,0 0 0 0 0,0-1 0 0 0,0 1-1 0 0,1 0 1 0 0,-1 0 0 0 0,1 0 0 0 0,0 1 0 0 0,0-1 0 0 0,0 0 0 0 0,0 6 0 0 0,1-9-55 0 0,0 1 1 0 0,1 0-1 0 0,-1-1 1 0 0,0 1-1 0 0,1 0 1 0 0,-1-1-1 0 0,1 1 1 0 0,-1-1-1 0 0,1 1 1 0 0,0-1-1 0 0,-1 1 1 0 0,1-1-1 0 0,2 3 1 0 0,-3-4-2 0 0,1 1 0 0 0,0-1 0 0 0,-1 1 0 0 0,1-1 0 0 0,0 0 0 0 0,-1 1 0 0 0,1-1 0 0 0,0 0 0 0 0,-1 1 0 0 0,1-1 0 0 0,0 0 0 0 0,0 0 0 0 0,-1 0 0 0 0,1 1 0 0 0,0-1 0 0 0,0 0 0 0 0,-1 0 0 0 0,1 0 0 0 0,1-1 0 0 0,2 0-4 0 0,-1 0 1 0 0,0 0-1 0 0,1 0 1 0 0,-1-1 0 0 0,0 1-1 0 0,0-1 1 0 0,5-4-1 0 0,-6 5 7 0 0,0 0 8 0 0,-1-1-1 0 0,1 1 0 0 0,-1-1 1 0 0,1 1-1 0 0,-1-1 0 0 0,1 0 1 0 0,-1 0-1 0 0,0 1 1 0 0,0-1-1 0 0,0 0 0 0 0,0 0 1 0 0,0 0-1 0 0,-1 0 0 0 0,1 0 1 0 0,-1-1-1 0 0,1 1 0 0 0,-1 0 1 0 0,0 0-1 0 0,1-4 1 0 0,-1 4-7 0 0,0 1 1 0 0,0-1 0 0 0,0 1 0 0 0,-1-1 0 0 0,1 0 0 0 0,0 1 0 0 0,-1-1 0 0 0,1 1 0 0 0,-1-1 0 0 0,1 1-1 0 0,-1-1 1 0 0,0 1 0 0 0,1-1 0 0 0,-1 1 0 0 0,0 0 0 0 0,0-1 0 0 0,0 1 0 0 0,0 0 0 0 0,0 0 0 0 0,-1 0-1 0 0,1 0 1 0 0,0 0 0 0 0,0 0 0 0 0,-1 0 0 0 0,-2-1 0 0 0,2 1-67 0 0,-1 0 0 0 0,1 0 0 0 0,-1 1 0 0 0,1-1-1 0 0,-1 1 1 0 0,0 0 0 0 0,1 0 0 0 0,-1 0 0 0 0,0 0 0 0 0,1 0 0 0 0,-1 1 0 0 0,0-1 0 0 0,1 1 0 0 0,-1-1 0 0 0,1 1-1 0 0,-1 0 1 0 0,1 0 0 0 0,-1 0 0 0 0,1 0 0 0 0,-3 2 0 0 0,-13 15-5855 0 0,11-7-588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0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148 187 2308 0 0,'26'-46'13334'0'0,"-19"33"-11949"0"0,-1-1 0 0 0,0 1 0 0 0,-1-1 0 0 0,-1 0 0 0 0,0 0-1 0 0,3-18 1 0 0,-7 31-1303 0 0,0 0-1 0 0,0 0 1 0 0,0 0 0 0 0,0 0-1 0 0,0 0 1 0 0,-1 0-1 0 0,1 0 1 0 0,0 0-1 0 0,0 0 1 0 0,0 0-1 0 0,-1 0 1 0 0,1 0-1 0 0,-1 0 1 0 0,1 1 0 0 0,-1-1-1 0 0,1 0 1 0 0,-1 0-1 0 0,1 0 1 0 0,-1 1-1 0 0,0-1 1 0 0,1 0-1 0 0,-1 1 1 0 0,0-1-1 0 0,1 0 1 0 0,-1 1 0 0 0,0-1-1 0 0,0 1 1 0 0,0 0-1 0 0,0-1 1 0 0,1 1-1 0 0,-1-1 1 0 0,0 1-1 0 0,0 0 1 0 0,0 0 0 0 0,0 0-1 0 0,0-1 1 0 0,-1 1-1 0 0,-1 0 35 0 0,0 0-1 0 0,1 0 1 0 0,-1 0-1 0 0,0 0 0 0 0,0 0 1 0 0,0 0-1 0 0,1 1 1 0 0,-1 0-1 0 0,0-1 1 0 0,1 1-1 0 0,-6 2 1 0 0,-5 5 54 0 0,0 1-1 0 0,0 0 1 0 0,0 0 0 0 0,1 1 0 0 0,1 1 0 0 0,0 0 0 0 0,-18 24-1 0 0,24-29-152 0 0,1 1-1 0 0,0 0 0 0 0,0 0 0 0 0,0 0 0 0 0,1 0 1 0 0,0 1-1 0 0,1-1 0 0 0,0 1 0 0 0,0 0 0 0 0,0 0 1 0 0,1 0-1 0 0,0 0 0 0 0,1 0 0 0 0,-1 0 0 0 0,2 0 0 0 0,-1-1 1 0 0,3 11-1 0 0,3 8-41 0 0,2 0 0 0 0,0-1 0 0 0,21 42 0 0 0,46 65-75 0 0,-46-83 141 0 0,42 93 0 0 0,-70-139-36 0 0,11 27 115 0 0,13 52 1 0 0,-23-74-92 0 0,0-1 0 0 0,-1 1 0 0 0,0 0 1 0 0,0-1-1 0 0,-1 1 0 0 0,0 0 0 0 0,0-1 1 0 0,-1 1-1 0 0,0 0 0 0 0,0-1 0 0 0,-1 1 1 0 0,-5 14-1 0 0,6-21-24 0 0,0 1 0 0 0,0 0 0 0 0,0-1 1 0 0,-1 1-1 0 0,1-1 0 0 0,-1 1 0 0 0,1-1 0 0 0,-1 0 1 0 0,1 1-1 0 0,-1-1 0 0 0,1 0 0 0 0,-1 0 0 0 0,0 0 1 0 0,0 0-1 0 0,0-1 0 0 0,0 1 0 0 0,1 0 0 0 0,-1-1 0 0 0,0 1 1 0 0,0-1-1 0 0,0 0 0 0 0,0 0 0 0 0,0 0 0 0 0,0 0 1 0 0,0 0-1 0 0,0 0 0 0 0,0 0 0 0 0,0 0 0 0 0,0-1 1 0 0,0 1-1 0 0,-3-2 0 0 0,-3-1-9 0 0,1 1 0 0 0,-1-1 0 0 0,1 0 0 0 0,0-1 0 0 0,0 0 0 0 0,-11-8 0 0 0,8 5-146 0 0,1-1 0 0 0,0 0 0 0 0,1 0 0 0 0,0-1 0 0 0,0 0 0 0 0,1-1 0 0 0,0 1 0 0 0,1-1 0 0 0,0-1 0 0 0,0 1 0 0 0,1-1 0 0 0,-6-18 0 0 0,10 16-761 0 0,8 0-12204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0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30 8361 0 0,'-11'-16'12322'0'0,"-4"3"-4256"0"0,15 14-7956 0 0,0 1-1 0 0,0 0 0 0 0,-1 0 0 0 0,1 0 0 0 0,-1-1 1 0 0,1 1-1 0 0,-1 0 0 0 0,1-1 0 0 0,-3 4 1 0 0,2-3-57 0 0,0 1 1 0 0,0-1-1 0 0,0 0 1 0 0,0 0 0 0 0,0 1-1 0 0,1-1 1 0 0,-1 1-1 0 0,0 2 1 0 0,0 53 314 0 0,2 0 1 0 0,3 0-1 0 0,19 98 0 0 0,-19-137-490 0 0,12 34 1 0 0,-14-47-97 0 0,0 0 1 0 0,1-1-1 0 0,-1 1 1 0 0,1-1-1 0 0,1 0 0 0 0,-1 0 1 0 0,1 0-1 0 0,0 0 1 0 0,7 6-1 0 0,-11-11-84 0 0,1 1 1 0 0,-1-1-1 0 0,1 0 1 0 0,0 0-1 0 0,-1 0 1 0 0,1 0-1 0 0,-1 1 0 0 0,1-1 1 0 0,-1 0-1 0 0,1 0 1 0 0,0 0-1 0 0,-1 0 0 0 0,1 0 1 0 0,-1-1-1 0 0,1 1 1 0 0,0 0-1 0 0,-1 0 1 0 0,1 0-1 0 0,-1 0 0 0 0,1-1 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0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69 9997 0 0,'-3'-69'15859'0'0,"4"76"-12396"0"0,9 94-1394 0 0,4-31-1738 0 0,29 165 3 0 0,-42-225-745 0 0,0 0 0 0 0,0 0 0 0 0,-2 11 0 0 0,1-18-1318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1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28 231 6997 0 0,'-5'-4'4237'0'0,"-5"-3"2059"0"0,-2-6 204 0 0,15 11-5938 0 0,5-3-354 0 0,2 0 0 0 0,-1 1 1 0 0,0 0-1 0 0,1 1 1 0 0,17-4-1 0 0,18-6-177 0 0,56-31-188 0 0,6-2 125 0 0,-101 44 178 0 0,0 0 0 0 0,0 0-1 0 0,0-1 1 0 0,0 0 0 0 0,-1 0-1 0 0,1-1 1 0 0,-1 1 0 0 0,0-1-1 0 0,0 0 1 0 0,0 0 0 0 0,0-1-1 0 0,-1 0 1 0 0,0 0 0 0 0,0 0-1 0 0,0 0 1 0 0,5-9 2215 0 0,-15 15-2087 0 0,3 1-223 0 0,-1-1 0 0 0,0 1-1 0 0,1 0 1 0 0,-1 0 0 0 0,1 0 0 0 0,0 0 0 0 0,0 1-1 0 0,-1-1 1 0 0,2 1 0 0 0,-1 0 0 0 0,0 0-1 0 0,0 0 1 0 0,1 0 0 0 0,0 0 0 0 0,0 1 0 0 0,0-1-1 0 0,0 1 1 0 0,-3 6 0 0 0,-1 4-5 0 0,1 0 0 0 0,0 1 0 0 0,1-1 0 0 0,1 1 0 0 0,0 0 0 0 0,1 0 1 0 0,1 0-1 0 0,0 0 0 0 0,1 1 0 0 0,2 16 0 0 0,-1-23-54 0 0,0-1-1 0 0,1 1 1 0 0,0-1 0 0 0,1 0-1 0 0,-1 0 1 0 0,1 0-1 0 0,1-1 1 0 0,0 1 0 0 0,0-1-1 0 0,0 1 1 0 0,1-1 0 0 0,0-1-1 0 0,1 1 1 0 0,-1-1 0 0 0,1 0-1 0 0,0 0 1 0 0,1-1 0 0 0,0 1-1 0 0,11 6 1 0 0,-11-7-22 0 0,1-1 0 0 0,0 0-1 0 0,0 0 1 0 0,0-1 0 0 0,0 0 0 0 0,1-1 0 0 0,-1 1 0 0 0,1-2-1 0 0,0 1 1 0 0,0-1 0 0 0,-1 0 0 0 0,1-1 0 0 0,0 0 0 0 0,0 0 0 0 0,0-1-1 0 0,9-2 1 0 0,-17 2 17 0 0,1 1 0 0 0,0-1 0 0 0,0 1 0 0 0,-1-1 0 0 0,1 0-1 0 0,-1 0 1 0 0,1 0 0 0 0,-1 0 0 0 0,1 0 0 0 0,-1 0 0 0 0,1 0 0 0 0,-1-1-1 0 0,0 1 1 0 0,0 0 0 0 0,0-1 0 0 0,1 1 0 0 0,-1-1 0 0 0,-1 1 0 0 0,1-1-1 0 0,0 1 1 0 0,0-1 0 0 0,-1 0 0 0 0,1 1 0 0 0,-1-1 0 0 0,1 0 0 0 0,-1 0-1 0 0,1 1 1 0 0,-1-1 0 0 0,0 0 0 0 0,0 0 0 0 0,0 0 0 0 0,0 1 0 0 0,-1-1-1 0 0,1 0 1 0 0,0 0 0 0 0,-1-2 0 0 0,-2-7-26 0 0,0-1-1 0 0,-1 0 1 0 0,0 1 0 0 0,-7-13-1 0 0,9 20 29 0 0,-9-20-321 0 0,-1 0 0 0 0,-2 1-1 0 0,0 1 1 0 0,-1 0 0 0 0,-1 1 0 0 0,-25-25 0 0 0,37 41-1027 0 0,2 3 30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1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2 4756 0 0,'6'-2'23296'0'0,"-17"20"-22882"0"0,2 0 0 0 0,0 1-1 0 0,1 0 1 0 0,1 0 0 0 0,0 1 0 0 0,2 0 0 0 0,0 0-1 0 0,-2 28 1 0 0,7-40-400 0 0,-1 0 0 0 0,2-1 0 0 0,-1 1 0 0 0,1 0 0 0 0,0 0 0 0 0,0 0 0 0 0,1-1 0 0 0,0 1-1 0 0,1-1 1 0 0,4 12 0 0 0,-4-15-25 0 0,-1 0-1 0 0,1 0 0 0 0,0 0 0 0 0,0 0 1 0 0,0 0-1 0 0,0 0 0 0 0,1-1 1 0 0,0 0-1 0 0,-1 0 0 0 0,1 0 1 0 0,0 0-1 0 0,1 0 0 0 0,-1-1 0 0 0,0 0 1 0 0,1 1-1 0 0,-1-2 0 0 0,1 1 1 0 0,5 1-1 0 0,7 1-26 0 0,1-1 0 0 0,0-1 1 0 0,-1 0-1 0 0,34-2 0 0 0,-41-1 20 0 0,0 0 0 0 0,0 0 0 0 0,0-1 0 0 0,0 0 0 0 0,0-1 0 0 0,-1 0 0 0 0,1-1 0 0 0,-1 1 0 0 0,0-2 0 0 0,9-5 0 0 0,-15 8 20 0 0,0 0 0 0 0,0-1 0 0 0,0 1 0 0 0,-1-1 0 0 0,1 1-1 0 0,-1-1 1 0 0,1 0 0 0 0,-1 0 0 0 0,0 0 0 0 0,0-1 0 0 0,0 1 0 0 0,-1 0 0 0 0,1-1 0 0 0,-1 1-1 0 0,1-1 1 0 0,-1 0 0 0 0,-1 1 0 0 0,1-1 0 0 0,0 0 0 0 0,-1 1 0 0 0,0-1 0 0 0,0 0 0 0 0,0 0-1 0 0,0 0 1 0 0,0 1 0 0 0,-1-1 0 0 0,0 0 0 0 0,0 1 0 0 0,0-1 0 0 0,0 0 0 0 0,-2-3-1 0 0,-1-1 30 0 0,0 0 0 0 0,0 0-1 0 0,0 0 1 0 0,-1 1-1 0 0,0-1 1 0 0,-1 1-1 0 0,0 1 1 0 0,0-1-1 0 0,0 1 1 0 0,-1 0-1 0 0,0 0 1 0 0,-8-5 0 0 0,3 5 20 0 0,0 0 0 0 0,0 1 0 0 0,0 0 0 0 0,-1 1 0 0 0,1 0 0 0 0,-1 1 0 0 0,-23-2 0 0 0,10 2-1252 0 0,0 2 1 0 0,-48 5-1 0 0,70-4-3207 0 0,-2 3-2050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1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8997 0 0,'0'0'12009'0'0,"0"-3"-10166"0"0,-1 1-1710 0 0,1 1-1 0 0,1-1 1 0 0,-1 1 0 0 0,0-1 0 0 0,0 1-1 0 0,0 0 1 0 0,1-1 0 0 0,-1 1 0 0 0,1 0-1 0 0,-1-1 1 0 0,1 1 0 0 0,0 0 0 0 0,-1 0-1 0 0,1-1 1 0 0,0 1 0 0 0,0 0 0 0 0,0 0-1 0 0,1-2 1 0 0,28-16 1282 0 0,3 3-1299 0 0,0 2 0 0 0,0 1 0 0 0,2 2 0 0 0,-1 1 0 0 0,68-10 1 0 0,-64 13-708 0 0,-19 3-1177 0 0,0 1-3435 0 0,-6 1-757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2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7021 0 0,'0'0'9794'0'0,"-2"2"-8778"0"0,1 0 1 0 0,0-1-1 0 0,-1 1 1 0 0,1 0 0 0 0,0 0-1 0 0,0 0 1 0 0,0 0-1 0 0,-1 3 1 0 0,4 19 765 0 0,7 42 0 0 0,1 3-895 0 0,10 94 282 0 0,-5-58-1164 0 0,-12-87-528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2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93 8381 0 0,'9'-16'6585'0'0,"5"-12"896"0"0,-12 25-6962 0 0,-1 0 1 0 0,0 0 0 0 0,0 1 0 0 0,0-1 0 0 0,0 0-1 0 0,-1 0 1 0 0,1 0 0 0 0,-1 0 0 0 0,0 0 0 0 0,1-1-1 0 0,-1 1 1 0 0,-1-3 0 0 0,1 6-468 0 0,0-1 0 0 0,-1 1 0 0 0,1-1 0 0 0,0 1 0 0 0,0 0 0 0 0,-1-1 0 0 0,1 1 0 0 0,0 0 0 0 0,-1-1 0 0 0,1 1 0 0 0,0 0 0 0 0,-1 0 0 0 0,1-1 1 0 0,-1 1-1 0 0,1 0 0 0 0,0 0 0 0 0,-1-1 0 0 0,1 1 0 0 0,-1 0 0 0 0,1 0 0 0 0,-1 0 0 0 0,1 0 0 0 0,0 0 0 0 0,-1 0 0 0 0,1 0 0 0 0,-1 0 0 0 0,1 0 0 0 0,-1 0 0 0 0,1 0 0 0 0,-1 0 0 0 0,1 0 0 0 0,-1 0 0 0 0,1 0 0 0 0,0 0 0 0 0,-1 1 0 0 0,1-1 0 0 0,-1 0 0 0 0,1 0 0 0 0,-1 1 1 0 0,-11 4 39 0 0,0 1 1 0 0,1 1 0 0 0,0 0 0 0 0,0 0-1 0 0,1 1 1 0 0,0 0 0 0 0,0 1 0 0 0,0 0 0 0 0,2 1-1 0 0,-1 0 1 0 0,1 0 0 0 0,-10 16 0 0 0,16-21-93 0 0,0-1 1 0 0,1 1-1 0 0,-1 0 1 0 0,1 0-1 0 0,-1-1 1 0 0,2 1-1 0 0,-1 0 1 0 0,0 0-1 0 0,1 0 1 0 0,0 0-1 0 0,0 0 1 0 0,1 0-1 0 0,-1 0 1 0 0,1 0-1 0 0,0 0 1 0 0,0 0-1 0 0,1-1 1 0 0,1 6-1 0 0,1-1-4 0 0,0 0 0 0 0,0-1-1 0 0,0 0 1 0 0,1 0 0 0 0,1 0 0 0 0,-1 0 0 0 0,1-1-1 0 0,0 0 1 0 0,9 7 0 0 0,17 12 19 0 0,1-2 1 0 0,42 22-1 0 0,-13-8 100 0 0,-61-37-107 0 0,1-1 0 0 0,-1 1 0 0 0,1 0-1 0 0,-1 0 1 0 0,1 0 0 0 0,-1 0-1 0 0,1 0 1 0 0,-1 0 0 0 0,0 1 0 0 0,1-1-1 0 0,-1 0 1 0 0,0 1 0 0 0,0-1-1 0 0,0 1 1 0 0,0-1 0 0 0,0 1-1 0 0,0 1 1 0 0,-1-2-8 0 0,0 0 1 0 0,0 0-1 0 0,0 0 0 0 0,0 0 1 0 0,-1 0-1 0 0,1 0 0 0 0,0 0 1 0 0,-1 0-1 0 0,1 0 0 0 0,-1 0 0 0 0,1 0 1 0 0,-1 0-1 0 0,1 0 0 0 0,-1-1 1 0 0,0 1-1 0 0,1 0 0 0 0,-1 0 1 0 0,0-1-1 0 0,0 1 0 0 0,1 0 1 0 0,-1-1-1 0 0,0 1 0 0 0,0-1 1 0 0,0 1-1 0 0,-1 0 0 0 0,-2 0 0 0 0,-18 13 0 0 0,0-2 0 0 0,-1 0 0 0 0,-30 10-1 0 0,18-8-5 0 0,-165 61-567 0 0,66-34-5416 0 0,85-29-515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1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65 4228 0 0,'-2'-33'14630'0'0,"-7"2"-3604"0"0,15 99-9787 0 0,-1-27-952 0 0,21 388 643 0 0,-21-328-824 0 0,-3-30-54 0 0,10 112 52 0 0,-4-86-53 0 0,6 46-6 0 0,-14-142-52 0 0,0-7-30 0 0,-8-97-50 0 0,-28-129 0 0 0,25 169 61 0 0,-18-92-47 0 0,-29-213-63 0 0,50 305 246 0 0,7 60-22 0 0,1 11-68 0 0,-2 37-3 0 0,2 0 0 0 0,2 0 0 0 0,2 0 0 0 0,2 0 0 0 0,2-1 0 0 0,2 0 0 0 0,19 53 0 0 0,-25-88-26 0 0,-1 1-1 0 0,1-1 1 0 0,1-1-1 0 0,0 1 1 0 0,0 0 0 0 0,1-1-1 0 0,0 0 1 0 0,0-1 0 0 0,13 14-1 0 0,-15-19 6 0 0,-1 1-1 0 0,1-1 1 0 0,-1 1-1 0 0,1-1 1 0 0,0 0 0 0 0,0 0-1 0 0,0-1 1 0 0,0 1-1 0 0,0-1 1 0 0,0 0-1 0 0,0 0 1 0 0,1 0 0 0 0,-1 0-1 0 0,0-1 1 0 0,1 0-1 0 0,-1 0 1 0 0,0 0-1 0 0,1 0 1 0 0,-1-1-1 0 0,0 0 1 0 0,0 0 0 0 0,0 0-1 0 0,1 0 1 0 0,4-3-1 0 0,-1 0-9 0 0,0 0 0 0 0,-1-1 1 0 0,0 0-1 0 0,0 0 0 0 0,0 0 0 0 0,-1-1 0 0 0,1 0 0 0 0,-1 0 0 0 0,-1-1 0 0 0,1 0 0 0 0,-1 0 0 0 0,6-12 0 0 0,-2 3-6 0 0,-1 0 0 0 0,-1 0 0 0 0,0-1 0 0 0,-2 0-1 0 0,5-20 1 0 0,0-22 143 0 0,-3-1 0 0 0,-1-106-1 0 0,-6 164 61 0 0,0 10-144 0 0,0 53 3 0 0,11 76 1 0 0,48 312-43 0 0,-54-418 0 0 0,44 234 0 0 0,-39-230 0 0 0,10 44 0 0 0,-20-71-11 0 0,0-7-53 0 0,1-7-312 0 0,0-37-683 0 0,-2 9-3864 0 0,0 9-1577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7269 0 0,'2'1'16675'0'0,"0"14"-9138"0"0,0 39-7790 0 0,0-17-1573 0 0,-1-18 3946 0 0,1 1-2040 0 0,1 0 0 0 0,0 0 0 0 0,2-1 0 0 0,0 0 0 0 0,2 0 1 0 0,0 0-1 0 0,1-1 0 0 0,11 20 0 0 0,-15-30-69 0 0,1-1-1 0 0,0 1 0 0 0,0-1 1 0 0,0 0-1 0 0,1-1 1 0 0,0 1-1 0 0,1-1 1 0 0,-1 0-1 0 0,1-1 1 0 0,1 1-1 0 0,-1-1 1 0 0,0-1-1 0 0,1 0 1 0 0,0 0-1 0 0,0 0 1 0 0,1-1-1 0 0,-1 0 1 0 0,0-1-1 0 0,1 1 1 0 0,11 0-1 0 0,-14-3-9 0 0,-1 1 1 0 0,1-1-1 0 0,0-1 1 0 0,-1 1-1 0 0,1-1 1 0 0,-1 0-1 0 0,1 0 1 0 0,-1-1-1 0 0,1 1 0 0 0,-1-1 1 0 0,0 0-1 0 0,0-1 1 0 0,0 0-1 0 0,0 1 1 0 0,0-1-1 0 0,0-1 1 0 0,-1 1-1 0 0,1-1 1 0 0,-1 0-1 0 0,0 0 0 0 0,-1 0 1 0 0,1 0-1 0 0,-1-1 1 0 0,6-7-1 0 0,-4 2 0 0 0,-1 1 1 0 0,0-1-1 0 0,0 1 0 0 0,-1-1 0 0 0,0 0 0 0 0,0 0 1 0 0,-1-1-1 0 0,-1 1 0 0 0,0 0 0 0 0,0-1 1 0 0,-1 1-1 0 0,-1-17 0 0 0,-5-18 0 0 0,-2 1 1 0 0,-2 0-1 0 0,-16-42 1 0 0,7 53-407 0 0,18 31 193 0 0,-2 5-1101 0 0,-4 8 421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13 7357 0 0,'-1'-12'21906'0'0,"-10"49"-20099"0"0,5 25-1273 0 0,4 0 0 0 0,9 105 0 0 0,-5-148-514 0 0,1-1 1 0 0,6 22-1 0 0,-7-33-17 0 0,0-1 1 0 0,0 1-1 0 0,1 0 0 0 0,0-1 1 0 0,0 0-1 0 0,1 0 1 0 0,-1 0-1 0 0,1 0 1 0 0,6 6-1 0 0,-7-9-3 0 0,13 8 0 0 0,-13-10 0 0 0,1 0 0 0 0,0-1 0 0 0,-1 0 0 0 0,1 0 0 0 0,0 0 0 0 0,0 0 0 0 0,5-1 0 0 0,12-3 0 0 0,38-11 0 0 0,9-3-1 0 0,-66 17-9 0 0,4 1 626 0 0,-29-8-15342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2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27 152 3372 0 0,'-26'-20'23816'0'0,"28"17"-23165"0"0,3-3-528 0 0,0 1 0 0 0,0-1 0 0 0,0 1 1 0 0,1 1-1 0 0,0-1 0 0 0,0 1 0 0 0,0 0 0 0 0,11-6 0 0 0,58-24-623 0 0,18 3-1330 0 0,-52 21-4806 0 0,-27 6 672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7333 0 0,'0'0'15988'0'0,"-5"3"-14692"0"0,2-2-1168 0 0,2 0 63 0 0,-1-1 0 0 0,0 1-1 0 0,1 0 1 0 0,-1 0 0 0 0,0 0-1 0 0,1 0 1 0 0,-1 0 0 0 0,1 0-1 0 0,0 1 1 0 0,-1-1 0 0 0,1 0-1 0 0,0 1 1 0 0,0-1 0 0 0,0 1-1 0 0,0-1 1 0 0,0 1 0 0 0,0-1-1 0 0,0 1 1 0 0,0 0 0 0 0,1 0-1 0 0,-2 2 1 0 0,0 15 364 0 0,0-1 0 0 0,1 0 0 0 0,3 36 0 0 0,12 59 130 0 0,-12-100-611 0 0,34 175 127 0 0,-36-185-297 0 0,1 0-1 0 0,0 0 1 0 0,0 0 0 0 0,0 0-1 0 0,0 0 1 0 0,0 0-1 0 0,0 0 1 0 0,1-1-1 0 0,3 6 1 0 0,7 0-6330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 3648 0 0,'-4'-2'23106'0'0,"0"14"-19333"0"0,0 13-7144 0 0,4-9 5688 0 0,7 80-896 0 0,10 86-206 0 0,-3-19-752 0 0,-16-133-642 0 0,-7-52-14308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4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21 361 9721 0 0,'-2'0'6151'0'0,"-12"0"1839"0"0,13 0-7890 0 0,1 0 0 0 0,0-1 0 0 0,-1 1 0 0 0,1 0 0 0 0,0 0 1 0 0,0 0-1 0 0,-1-1 0 0 0,1 1 0 0 0,0 0 0 0 0,0 0 0 0 0,-1-1 1 0 0,1 1-1 0 0,0 0 0 0 0,0-1 0 0 0,0 1 0 0 0,0 0 1 0 0,0 0-1 0 0,-1-1 0 0 0,1 1 0 0 0,0 0 0 0 0,0-1 0 0 0,0 1 1 0 0,0 0-1 0 0,0-1 0 0 0,0 1 0 0 0,0 0 0 0 0,0-1 1 0 0,0 1-1 0 0,0 0 0 0 0,0-1 0 0 0,0 1 0 0 0,0 0 0 0 0,0-1 1 0 0,1 1-1 0 0,-1 0 0 0 0,0-1 0 0 0,11-17 980 0 0,22-17-465 0 0,136-96 34 0 0,-126 100-990 0 0,2 1 0 0 0,92-44 0 0 0,-89 50-743 0 0,-29 17-1679 0 0,-24 20 1377 0 0,1-5 2004 0 0,-19 33 754 0 0,18-34-1122 0 0,0 0-1 0 0,1 0 0 0 0,0 1 1 0 0,1-1-1 0 0,-1 1 0 0 0,2 0 1 0 0,-1 0-1 0 0,-2 13 1 0 0,3 1 100 0 0,1 0 0 0 0,1 1 1 0 0,4 31-1 0 0,15 68 395 0 0,-4-37-352 0 0,12 228 605 0 0,-16-136-712 0 0,-8-94-259 0 0,-4-58-844 0 0,2 1-1 0 0,1-1 0 0 0,7 36 1 0 0,-7-56-3602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4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9433 0 0,'0'-5'18386'0'0,"4"62"-17201"0"0,10 89 510 0 0,-10-107-1388 0 0,-2 43 1 0 0,0-12-106 0 0,-1-42-174 0 0,3 37-125 0 0,-3-60-15 0 0,0 1 1 0 0,0 0-1 0 0,1-1 1 0 0,-1 1-1 0 0,1-1 0 0 0,0 0 1 0 0,1 0-1 0 0,5 9 1 0 0,-7-13 29 0 0,-1 1 1 0 0,1-1 0 0 0,0 0-1 0 0,0 0 1 0 0,1 0-1 0 0,-1 0 1 0 0,0 0-1 0 0,0 0 1 0 0,0 0 0 0 0,1 0-1 0 0,-1 0 1 0 0,1 0-1 0 0,-1-1 1 0 0,3 2-1 0 0,11-4-6377 0 0,6-9 115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4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61 8325 0 0,'-2'-27'10912'0'0,"-1"2"-4488"0"0,0 17-4746 0 0,2 8-1628 0 0,1 0 0 0 0,0 0 0 0 0,0 0-1 0 0,0 0 1 0 0,0 0 0 0 0,0-1 0 0 0,0 1 0 0 0,0 0 0 0 0,0 0 0 0 0,0 0 0 0 0,0 0-1 0 0,-1 0 1 0 0,1 0 0 0 0,0 0 0 0 0,0 0 0 0 0,0 0 0 0 0,0 0 0 0 0,0 0 0 0 0,0 0-1 0 0,0 0 1 0 0,0 0 0 0 0,0 0 0 0 0,-1 0 0 0 0,1 1 0 0 0,0-1 0 0 0,0 0 0 0 0,0 0-1 0 0,0 0 1 0 0,0 0 0 0 0,0 0 0 0 0,0 0 0 0 0,0 0 0 0 0,0 0 0 0 0,0 0-1 0 0,0 0 1 0 0,0 0 0 0 0,-1 0 0 0 0,1 0 0 0 0,0 0 0 0 0,0 1 0 0 0,0-1 0 0 0,0 0-1 0 0,0 0 1 0 0,0 0 0 0 0,0 0 0 0 0,0 0 0 0 0,0 0 0 0 0,0 0 0 0 0,0 0 0 0 0,0 0-1 0 0,0 0 1 0 0,0 1 0 0 0,0-1 0 0 0,0 0 0 0 0,0 0 0 0 0,0 0 0 0 0,0 0 0 0 0,0 0-1 0 0,0 0 1 0 0,0 0 0 0 0,0 0 0 0 0,0 0 0 0 0,0 1 0 0 0,0-1 0 0 0,0 0 0 0 0,1 0-1 0 0,-1 0 1 0 0,0 0 0 0 0,1 16 100 0 0,0 20 218 0 0,9 45 0 0 0,8-5-171 0 0,-5-26-313 0 0,-3 0 1 0 0,-1 0-1 0 0,2 65 1 0 0,-16-104-404 0 0,-21-33-13109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4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45 7985 0 0,'-16'1'18842'0'0,"16"-1"-18743"0"0,0 0-1 0 0,0 0 1 0 0,0 0-1 0 0,0 0 1 0 0,0 0-1 0 0,1 0 1 0 0,-1 0-1 0 0,0 0 0 0 0,0 0 1 0 0,0 0-1 0 0,0 0 1 0 0,0 0-1 0 0,0 0 1 0 0,0 0-1 0 0,0 0 1 0 0,0 0-1 0 0,1 0 1 0 0,-1 0-1 0 0,2 1 10 0 0,1 0-1 0 0,-1 0 1 0 0,0 0-1 0 0,1-1 1 0 0,-1 1-1 0 0,1 0 1 0 0,0-1-1 0 0,-1 0 1 0 0,1 0-1 0 0,4 0 1 0 0,3-1-368 0 0,0-1 0 0 0,0 0-1 0 0,0-1 1 0 0,18-7 0 0 0,13-12-6568 0 0,-20 11 601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6449 0 0,'0'0'9084'0'0,"1"-4"-6469"0"0,-1 4-2790 0 0,1-5 579 0 0,5-6 8001 0 0,-1 8-7192 0 0,-4 2 98 0 0,0 6-778 0 0,5 22 118 0 0,-1 1-1 0 0,1 44 1 0 0,0-4-283 0 0,0-7-176 0 0,-2-11-77 0 0,3 0 1 0 0,15 59-1 0 0,-15-87-113 0 0,5 20-165 0 0,-9-47-4901 0 0,0-12 2280 0 0,-5-3-3702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5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53 208 6097 0 0,'-4'-2'8008'0'0,"-15"-10"-350"0"0,-1-22-2105 0 0,19 32-5123 0 0,-3-9 909 0 0,3 10-1227 0 0,0-1 0 0 0,1 1 1 0 0,-1-1-1 0 0,1 1 0 0 0,0 0 0 0 0,-1-1 1 0 0,1 1-1 0 0,0-1 0 0 0,0 1 1 0 0,0-1-1 0 0,0 1 0 0 0,0-1 0 0 0,0 1 1 0 0,0-1-1 0 0,1 1 0 0 0,-1-1 1 0 0,0 1-1 0 0,1-1 0 0 0,0 1 0 0 0,-1-1 1 0 0,1 1-1 0 0,1-2 0 0 0,6-17-128 0 0,-5 13-5 0 0,0-1 0 0 0,1 1 0 0 0,0 0 1 0 0,0 1-1 0 0,0-1 0 0 0,7-8 0 0 0,-8 12-4 0 0,0 0-1 0 0,0 0 1 0 0,0 0 0 0 0,1 0-1 0 0,-1 0 1 0 0,1 1 0 0 0,0-1-1 0 0,-1 1 1 0 0,1 0 0 0 0,0 0-1 0 0,0 1 1 0 0,8-3 0 0 0,-11 4 18 0 0,0 0 1 0 0,1 0 0 0 0,-1 0 0 0 0,0 0-1 0 0,1 0 1 0 0,-1 0 0 0 0,0 1 0 0 0,1-1-1 0 0,-1 0 1 0 0,0 1 0 0 0,0-1 0 0 0,1 1-1 0 0,-1 0 1 0 0,0-1 0 0 0,0 1 0 0 0,0 0 0 0 0,0 0-1 0 0,0-1 1 0 0,0 1 0 0 0,0 0 0 0 0,0 0-1 0 0,0 0 1 0 0,0 0 0 0 0,0 0 0 0 0,-1 1-1 0 0,1-1 1 0 0,0 1 0 0 0,2 3-3 0 0,-1 0 0 0 0,0-1 0 0 0,0 1 0 0 0,0 0 0 0 0,1 7 0 0 0,1 10 28 0 0,-2 0 0 0 0,0 0 0 0 0,-1 0 0 0 0,-5 44 0 0 0,-22 85 276 0 0,5-31 100 0 0,20-120-390 0 0,1 1 0 0 0,0 0 0 0 0,-1 0 0 0 0,1-1 0 0 0,0 1 0 0 0,0 0 1 0 0,0 0-1 0 0,0 0 0 0 0,0 0 0 0 0,0-1 0 0 0,0 1 0 0 0,0 0 0 0 0,0 0 1 0 0,0 0-1 0 0,0 0 0 0 0,1-1 0 0 0,-1 1 0 0 0,0 0 0 0 0,0 0 1 0 0,1-1-1 0 0,-1 1 0 0 0,1 0 0 0 0,-1 0 0 0 0,1-1 0 0 0,0 2 0 0 0,0-2-1 0 0,1 0 1 0 0,-1 0-1 0 0,0 0 0 0 0,1 0 0 0 0,-1-1 0 0 0,0 1 0 0 0,1 0 0 0 0,-1-1 0 0 0,0 1 0 0 0,1-1 0 0 0,-1 1 0 0 0,2-2 1 0 0,1 1 1 0 0,1-1 0 0 0,0 0 1 0 0,0 1-1 0 0,0 0 1 0 0,-1 0-1 0 0,10 0 1 0 0,-10 1 0 0 0,0 0 1 0 0,0 0 0 0 0,0 1-1 0 0,0 0 1 0 0,0 0 0 0 0,0 0-1 0 0,0 0 1 0 0,-1 1 0 0 0,1 0-1 0 0,0-1 1 0 0,-1 1 0 0 0,1 1-1 0 0,-1-1 1 0 0,6 5 0 0 0,0 2 9 0 0,1 1 1 0 0,-1 0 0 0 0,8 13-1 0 0,15 17-204 0 0,-30-38-20 0 0,1 0 0 0 0,-1 0 0 0 0,0-1 1 0 0,0 1-1 0 0,1 0 0 0 0,-1-1 0 0 0,1 1 0 0 0,-1-1 0 0 0,1 0 0 0 0,0 0 0 0 0,0 0 0 0 0,-1 0 0 0 0,1-1 0 0 0,0 1 0 0 0,5 0 0 0 0,-4-3-4194 0 0,9-7-2063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5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7781 0 0,'0'0'8590'0'0,"10"-16"5511"0"0,-5 30-13873 0 0,-2 1 0 0 0,0 0 0 0 0,0 0 0 0 0,0 20 0 0 0,-2 71 194 0 0,0-22-209 0 0,-1-42-84 0 0,3 0 0 0 0,2 0 0 0 0,19 81 1 0 0,-13-96-127 0 0,-11-26-3 0 0,1 0 0 0 0,-1 0 0 0 0,0 0 0 0 0,1 0 0 0 0,-1 0 0 0 0,0 0 0 0 0,1 0 0 0 0,-1-1 0 0 0,1 1 0 0 0,0 0 0 0 0,-1 0 0 0 0,1 0 0 0 0,0-1 0 0 0,-1 1 0 0 0,1 0 0 0 0,0-1 0 0 0,0 1 0 0 0,1 0 0 0 0,9 6 0 0 0,0-2 0 0 0,3-5 0 0 0,-6-1-10 0 0,-1 0 1 0 0,1-1-1 0 0,-1 0 0 0 0,0-1 1 0 0,0 0-1 0 0,0 0 0 0 0,0 0 1 0 0,0-1-1 0 0,10-7 0 0 0,6-3-33 0 0,-20 13-143 0 0,1 0 1 0 0,-1 0-1 0 0,0 0 1 0 0,0 1-1 0 0,1-1 1 0 0,-1 1-1 0 0,0 0 0 0 0,6 1 1 0 0,-6-1-149 0 0,0 0-1377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52 175 4428 0 0,'-26'-17'12251'0'0,"7"-3"-6370"0"0,18 18-5767 0 0,0 0 0 0 0,0 0 0 0 0,0 0 0 0 0,0 0 0 0 0,1 0 0 0 0,-1 0 0 0 0,1 0 0 0 0,0 0 0 0 0,-1 0 0 0 0,1 0 0 0 0,0 0 0 0 0,0 0 0 0 0,0-1 0 0 0,1 1 0 0 0,-1 0 0 0 0,0 0 0 0 0,1 0 1 0 0,0 0-1 0 0,-1 0 0 0 0,1 0 0 0 0,0 0 0 0 0,0 1 0 0 0,0-1 0 0 0,0 0 0 0 0,0 0 0 0 0,0 0 0 0 0,2-1 0 0 0,11-14-442 0 0,0 1 1 0 0,28-24-1 0 0,-38 33-1124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6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14 189 6669 0 0,'-5'-7'7484'0'0,"-2"-8"-5416"0"0,5 5 701 0 0,2-10-1797 0 0,7 8-280 0 0,0 0-236 0 0,-1-2-268 0 0,4 1-184 0 0,5-4-204 0 0,2 1-252 0 0,0 1-300 0 0,4 0-768 0 0,1 2-2581 0 0,-1 4-775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6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 9193 0 0,'-9'-2'14360'0'0,"2"10"-11031"0"0,0 15-2754 0 0,4 9 190 0 0,2 1 0 0 0,1-1 0 0 0,7 52 0 0 0,-5-63-567 0 0,5 52 273 0 0,21 166 507 0 0,-26-221-975 0 0,1 34 0 0 0,-3-53-9 0 0,0-1 0 0 0,-1 1 0 0 0,1 0 0 0 0,0-1-1 0 0,-1 1 1 0 0,1-1 0 0 0,-1 1 0 0 0,1 0 0 0 0,-1 0 0 0 0,0-1-1 0 0,0 0 1 0 0,-4-7-11 0 0,-44-278-414 0 0,45 243 378 0 0,1-82 0 0 0,4 112 79 0 0,1-1-1 0 0,5-25 1 0 0,-6 35-8 0 0,1 0 1 0 0,-1 1-1 0 0,1-1 0 0 0,0 0 0 0 0,0 0 1 0 0,1 1-1 0 0,0-1 0 0 0,-1 1 1 0 0,2 0-1 0 0,6-8 0 0 0,-9 11-7 0 0,0 1-1 0 0,0-1 0 0 0,0 0 0 0 0,1 0 1 0 0,-1 0-1 0 0,0 1 0 0 0,1-1 0 0 0,-1 1 1 0 0,1-1-1 0 0,-1 1 0 0 0,0-1 0 0 0,1 1 1 0 0,-1 0-1 0 0,1 0 0 0 0,-1 0 0 0 0,1 0 1 0 0,-1 0-1 0 0,1 0 0 0 0,-1 0 0 0 0,1 0 1 0 0,-1 1-1 0 0,1-1 0 0 0,-1 0 0 0 0,0 1 1 0 0,1-1-1 0 0,-1 1 0 0 0,0 0 0 0 0,1-1 1 0 0,-1 1-1 0 0,0 0 0 0 0,0 0 0 0 0,2 1 1 0 0,4 4 19 0 0,-1-1 0 0 0,0 1 1 0 0,0 1-1 0 0,6 7 0 0 0,-11-12-22 0 0,9 11 25 0 0,-1 1 0 0 0,-1 0 1 0 0,0 1-1 0 0,11 28 1 0 0,17 69 63 0 0,-17-49-73 0 0,-14-48-144 0 0,0 0 1 0 0,-2 0-1 0 0,0 1 1 0 0,1 17-1 0 0,-4-32-233 0 0,-3 6-537 0 0,2 0-301 0 0,-3-4-3258 0 0,-7-2-2054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6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25 118 7677 0 0,'-9'1'12657'0'0,"-7"-3"-6713"0"0,42-15-5364 0 0,-5 7-176 0 0,9-4-175 0 0,3 0-157 0 0,-10 4-208 0 0,-1-3-309 0 0,0 3-451 0 0,0 1-708 0 0,-3 0-3096 0 0,-5-1-1433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7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9837 0 0,'3'-6'18454'0'0,"6"40"-17440"0"0,-2 0 1 0 0,4 67 0 0 0,7 36-442 0 0,19 14-1168 0 0,-36-143 469 0 0,-1-6-1203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7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44 412 3452 0 0,'-12'-48'5548'0'0,"1"2"27"0"0,-7-51 0 0 0,17 84-4944 0 0,0 1 1 0 0,0-1 0 0 0,1 0-1 0 0,1 0 1 0 0,0 1 0 0 0,1-1-1 0 0,0 0 1 0 0,1 1 0 0 0,5-13-1 0 0,-6 20-496 0 0,0 0 0 0 0,0 0-1 0 0,1 0 1 0 0,0 0 0 0 0,0 0-1 0 0,0 1 1 0 0,1-1-1 0 0,0 1 1 0 0,0 0 0 0 0,0 0-1 0 0,0 0 1 0 0,0 1 0 0 0,1-1-1 0 0,-1 1 1 0 0,1 0 0 0 0,0 1-1 0 0,10-5 1 0 0,-11 6-82 0 0,0 0 1 0 0,1 0 0 0 0,-1 0-1 0 0,0 0 1 0 0,0 1 0 0 0,1 0-1 0 0,-1 0 1 0 0,0 0 0 0 0,1 1-1 0 0,-1-1 1 0 0,0 1 0 0 0,0 0-1 0 0,1 0 1 0 0,-1 1 0 0 0,0-1-1 0 0,0 1 1 0 0,0 0 0 0 0,-1 0-1 0 0,1 0 1 0 0,0 0-1 0 0,-1 1 1 0 0,1 0 0 0 0,4 4-1 0 0,1 2 44 0 0,-1 1 0 0 0,0 0 0 0 0,0 1 0 0 0,-1 0 0 0 0,-1 0 0 0 0,0 0-1 0 0,0 1 1 0 0,-1 0 0 0 0,5 16 0 0 0,-3-3 49 0 0,-1 0-1 0 0,-1 0 1 0 0,4 45 0 0 0,-7-38-29 0 0,-2 0 1 0 0,-1 1-1 0 0,-7 46 0 0 0,7-70-132 0 0,-1 0 0 0 0,0 1 0 0 0,0-1 0 0 0,-1 0 0 0 0,0-1 0 0 0,-1 1-1 0 0,0 0 1 0 0,-1-1 0 0 0,1 0 0 0 0,-1 0 0 0 0,-1 0 0 0 0,0-1 0 0 0,0 0 0 0 0,0 0 0 0 0,-1 0 0 0 0,-11 8 0 0 0,14-13-108 0 0,1 0 0 0 0,-1 0 0 0 0,0 0 1 0 0,1-1-1 0 0,-1 1 0 0 0,0-1 0 0 0,0 0 1 0 0,0 0-1 0 0,0-1 0 0 0,0 1 1 0 0,0-1-1 0 0,-8 0 0 0 0,-12-6-5835 0 0,14 2-512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7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3372 0 0,'5'-2'25103'0'0,"-8"66"-23986"0"0,4-1 0 0 0,7 66 0 0 0,9 20-1279 0 0,-17-139-294 0 0,2 6-154 0 0,6-8-5926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08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 6929 0 0,'-20'-2'10815'0'0,"2"7"-4125"0"0,14-3-6081 0 0,0 0 0 0 0,0 1 0 0 0,0 0 0 0 0,0-1-1 0 0,1 1 1 0 0,-1 1 0 0 0,-3 3 0 0 0,-2 5-387 0 0,0 0 0 0 0,0 1 0 0 0,-10 21 0 0 0,7-10 44 0 0,1 0 1 0 0,2 1 0 0 0,-14 50 0 0 0,20-59-221 0 0,0 0 0 0 0,1 0 0 0 0,0 0 1 0 0,2 1-1 0 0,0-1 0 0 0,0 1 0 0 0,6 26 1 0 0,-5-39-61 0 0,0 1 1 0 0,0-1-1 0 0,1 1 0 0 0,-1-1 1 0 0,1 1-1 0 0,0-1 1 0 0,1 0-1 0 0,-1 0 1 0 0,1 0-1 0 0,-1 0 1 0 0,1 0-1 0 0,1-1 1 0 0,-1 1-1 0 0,0-1 1 0 0,1 0-1 0 0,-1 0 1 0 0,1 0-1 0 0,0-1 1 0 0,0 1-1 0 0,0-1 1 0 0,1 0-1 0 0,-1 0 1 0 0,0 0-1 0 0,1-1 0 0 0,-1 1 1 0 0,1-1-1 0 0,0 0 1 0 0,-1 0-1 0 0,8-1 1 0 0,-1 1-24 0 0,0-1 1 0 0,0-1-1 0 0,-1 1 1 0 0,1-2-1 0 0,0 0 0 0 0,0 0 1 0 0,-1-1-1 0 0,1 0 1 0 0,-1-1-1 0 0,0 0 0 0 0,18-10 1 0 0,-23 10 36 0 0,0 0 0 0 0,-1 0 0 0 0,1 0 0 0 0,-1-1 0 0 0,0 0 0 0 0,0 1 0 0 0,0-1 0 0 0,-1-1 0 0 0,0 1 0 0 0,0 0 0 0 0,0-1 0 0 0,-1 0 0 0 0,1 0 0 0 0,-1 1 0 0 0,-1-1 0 0 0,1 0 0 0 0,-1-1 0 0 0,0 1 0 0 0,0-10 0 0 0,0 10 30 0 0,-1 1-1 0 0,0 0 1 0 0,0 0-1 0 0,-1 0 1 0 0,1-1-1 0 0,-1 1 1 0 0,0 0-1 0 0,-1 0 1 0 0,1 0-1 0 0,-1 0 1 0 0,0 0-1 0 0,0 1 1 0 0,0-1-1 0 0,-1 1 0 0 0,0-1 1 0 0,0 1-1 0 0,0 0 1 0 0,0 0-1 0 0,-1 0 1 0 0,1 0-1 0 0,-1 1 1 0 0,0-1-1 0 0,-7-4 1 0 0,7 6-19 0 0,-1-1 1 0 0,0 1-1 0 0,0 0 1 0 0,0 0 0 0 0,-1 0-1 0 0,-4 0 1 0 0,7 2-94 0 0,1 1-277 0 0,2-1 343 0 0,0 0 0 0 0,0 0 0 0 0,0 0 0 0 0,0 0-1 0 0,-1 0 1 0 0,1 0 0 0 0,0 0 0 0 0,0 0 0 0 0,0 0 0 0 0,0 0 0 0 0,0 0-1 0 0,-1 0 1 0 0,1 0 0 0 0,0 0 0 0 0,0 0 0 0 0,0 0 0 0 0,0 0-1 0 0,0 0 1 0 0,-1 0 0 0 0,1 0 0 0 0,0 0 0 0 0,0 0 0 0 0,0 0 0 0 0,0 0-1 0 0,0 0 1 0 0,0 0 0 0 0,-1 1 0 0 0,1-1 0 0 0,0 0 0 0 0,0 0-1 0 0,0 0 1 0 0,0 0 0 0 0,0 0 0 0 0,0 0 0 0 0,0 1 0 0 0,0-1 0 0 0,0 0-1 0 0,0 0 1 0 0,0 0 0 0 0,0 0 0 0 0,-1 0 0 0 0,1 1 0 0 0,0-1-1 0 0,0 0 1 0 0,0 0 0 0 0,0 0 0 0 0,0 0 0 0 0,0 0 0 0 0,0 1 0 0 0,1-1-1 0 0,-1 0 1 0 0,0 0 0 0 0,0 0 0 0 0,0 0 0 0 0,0 0 0 0 0,0 1-1 0 0,0-1 1 0 0,0 0 0 0 0,0 0 0 0 0,0 0 0 0 0,0 0 0 0 0,0 0 0 0 0,1 1-1 0 0,5 0-33 0 0,0 0 0 0 0,0-1 0 0 0,0 1 0 0 0,0-1-1 0 0,0 0 1 0 0,1-1 0 0 0,-1 0 0 0 0,0 0 0 0 0,0 0-1 0 0,0 0 1 0 0,0-1 0 0 0,8-4 0 0 0,-13 6 83 0 0,-1 0 0 0 0,0 0 0 0 0,1-1 0 0 0,-1 1 1 0 0,0 0-1 0 0,1 0 0 0 0,-1 0 0 0 0,0 0 0 0 0,1-1 1 0 0,-1 1-1 0 0,0 0 0 0 0,1 0 0 0 0,-1 0 0 0 0,0 0 1 0 0,1 0-1 0 0,-1 0 0 0 0,0 0 0 0 0,1 0 0 0 0,-1 0 0 0 0,0 0 1 0 0,1 0-1 0 0,-1 0 0 0 0,0 1 0 0 0,1-1 0 0 0,-1 0 1 0 0,0 0-1 0 0,1 0 0 0 0,-1 0 0 0 0,0 1 0 0 0,1-1 1 0 0,-1 0-1 0 0,0 0 0 0 0,1 0 0 0 0,-1 1 0 0 0,0-1 0 0 0,0 0 1 0 0,0 0-1 0 0,1 1 0 0 0,-1-1 0 0 0,0 0 0 0 0,0 1 1 0 0,0-1-1 0 0,1 1 0 0 0,2 23 577 0 0,-9 27-197 0 0,5-51-384 0 0,-13 154 581 0 0,9-72-467 0 0,2 95-96 0 0,3-66-39 0 0,1-6-635 0 0,-1-103-676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5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78 5965 0 0,'0'0'16763'0'0,"-2"7"-15467"0"0,-4 9-672 0 0,2 0-1 0 0,0 1 1 0 0,1-1 0 0 0,1 1-1 0 0,0 19 1 0 0,3 95 1121 0 0,1-89-1361 0 0,-2-28-226 0 0,1-1 0 0 0,1 1 0 0 0,0-1 0 0 0,0 1 0 0 0,9 23 0 0 0,-10-35-172 0 0,2-27-580 0 0,-2 22 567 0 0,-1-1 0 0 0,1 0-1 0 0,-1 1 1 0 0,1-1 0 0 0,-1 0 0 0 0,0 1 0 0 0,-1-5-1 0 0,-23-227-896 0 0,23 232 995 0 0,1 0 1 0 0,0-1-1 0 0,0 1 1 0 0,0 0-1 0 0,0-1 1 0 0,0 1-1 0 0,1 0 1 0 0,-1-1-1 0 0,1 1 1 0 0,0 0-1 0 0,0-1 1 0 0,0 1-1 0 0,1 0 1 0 0,-1 0-1 0 0,1 0 1 0 0,0 0-1 0 0,-1 0 1 0 0,1 1-1 0 0,1-1 1 0 0,1-2-1 0 0,-3 4-59 0 0,-1 1 0 0 0,1 0 1 0 0,0 0-1 0 0,-1-1 0 0 0,1 1 0 0 0,-1 0 0 0 0,1 0 0 0 0,-1 0 0 0 0,1-1 0 0 0,0 1 0 0 0,-1 0 1 0 0,1 0-1 0 0,-1 0 0 0 0,1 0 0 0 0,0 0 0 0 0,-1 0 0 0 0,1 1 0 0 0,-1-1 0 0 0,1 0 1 0 0,0 0-1 0 0,-1 0 0 0 0,1 0 0 0 0,-1 1 0 0 0,1-1 0 0 0,0 1 0 0 0,15 8 107 0 0,-15-8-105 0 0,14 12 53 0 0,0 1 0 0 0,-1 1 0 0 0,0 0 0 0 0,19 28 0 0 0,17 18 6 0 0,79 68 249 0 0,-128-129-320 0 0,18 14 233 0 0,-18-14-229 0 0,-1 0-1 0 0,1 1 1 0 0,-1-1-1 0 0,1 0 1 0 0,-1 0-1 0 0,1 0 1 0 0,-1 0-1 0 0,1 0 1 0 0,-1 0-1 0 0,1 0 0 0 0,-1 0 1 0 0,1 0-1 0 0,-1 0 1 0 0,1 0-1 0 0,0 0 1 0 0,-1-1-1 0 0,0 1 1 0 0,1 0-1 0 0,-1 0 1 0 0,1 0-1 0 0,-1-1 1 0 0,1 1-1 0 0,-1 0 1 0 0,1-1-1 0 0,-1 1 1 0 0,0 0-1 0 0,1-1 1 0 0,-1 1-1 0 0,0 0 1 0 0,1-1-1 0 0,-1 1 1 0 0,0-1-1 0 0,1 1 1 0 0,-1-1-1 0 0,0 1 1 0 0,0-1-1 0 0,0 1 1 0 0,1-1-1 0 0,-1 1 1 0 0,0-1-1 0 0,0 1 1 0 0,0-1-1 0 0,0 1 1 0 0,0-1-1 0 0,0 1 1 0 0,0-1-1 0 0,0 1 1 0 0,0-2-1 0 0,1-32 43 0 0,-1-1 1 0 0,-2 0-1 0 0,-1 1 0 0 0,-10-44 0 0 0,1 0-46 0 0,3 28-13 0 0,5 34-523 0 0,1 0-1 0 0,-2-27 0 0 0,5 40-1116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7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8441 0 0,'0'0'16465'0'0,"0"10"-15099"0"0,-1 44 272 0 0,9 71 0 0 0,17 64-474 0 0,-14-109-821 0 0,30 174 340 0 0,-11-77-377 0 0,-6-9-197 0 0,-12-75-898 0 0,-11-89 1152 0 0,0-1-2052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3532 0 0,'0'0'21967'0'0,"0"8"-20752"0"0,8 126 2192 0 0,0 5-2094 0 0,-5-65-971 0 0,-2-53-372 0 0,0 1 1 0 0,-1 0-1 0 0,-1-1 0 0 0,-7 43 1 0 0,8-64-31 0 0,0 1 0 0 0,0-1 0 0 0,0 1 0 0 0,0 0 1 0 0,-1-1-1 0 0,1 1 0 0 0,0-1 0 0 0,0 1 0 0 0,0-1 1 0 0,-1 1-1 0 0,1-1 0 0 0,0 1 0 0 0,-1-1 0 0 0,1 1 1 0 0,0-1-1 0 0,-1 1 0 0 0,1-1 0 0 0,-1 1 0 0 0,1-1 1 0 0,-1 0-1 0 0,1 1 0 0 0,-1-1 0 0 0,1 0 0 0 0,-1 1 1 0 0,0-1-1 0 0,0 0-304 0 0,0 0 0 0 0,0 0-1 0 0,0 0 1 0 0,0-1 0 0 0,0 1 0 0 0,1 0 0 0 0,-1-1 0 0 0,0 1 0 0 0,0-1-1 0 0,0 1 1 0 0,1-1 0 0 0,-1 1 0 0 0,0-1 0 0 0,1 0 0 0 0,-1 1-1 0 0,0-1 1 0 0,0-1 0 0 0,-5-8-6040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8941 0 0,'7'-48'10902'0'0,"-7"40"-9468"0"0,1 0 0 0 0,0 0 1 0 0,0 1-1 0 0,1-1 0 0 0,3-8 0 0 0,-4 15-1381 0 0,-1 1 1 0 0,1 0-1 0 0,-1-1 0 0 0,1 1 1 0 0,-1 0-1 0 0,1-1 1 0 0,-1 1-1 0 0,1 0 0 0 0,-1 0 1 0 0,1 0-1 0 0,-1 0 0 0 0,1 0 1 0 0,0 0-1 0 0,-1-1 1 0 0,1 1-1 0 0,-1 0 0 0 0,1 1 1 0 0,0-1-1 0 0,-1 0 1 0 0,1 0-1 0 0,-1 0 0 0 0,1 0 1 0 0,-1 0-1 0 0,1 1 0 0 0,0-1 1 0 0,-1 0-1 0 0,1 0 1 0 0,-1 1-1 0 0,1-1 0 0 0,-1 0 1 0 0,1 1-1 0 0,-1-1 0 0 0,1 1 1 0 0,14 9 246 0 0,-3 0-143 0 0,-1 1 1 0 0,-1 0 0 0 0,1 0 0 0 0,-2 1-1 0 0,15 22 1 0 0,14 16 59 0 0,-31-41-181 0 0,66 68 217 0 0,-65-70-228 0 0,-1 0 0 0 0,1-1 1 0 0,0 0-1 0 0,1-1 0 0 0,-1 0 0 0 0,1 0 0 0 0,0-1 0 0 0,13 5 1 0 0,-21-9-24 0 0,0 1 1 0 0,-1-1-1 0 0,1 0 0 0 0,0 1 1 0 0,-1-1-1 0 0,1 0 1 0 0,0 0-1 0 0,-1 1 1 0 0,1-1-1 0 0,0 0 1 0 0,-1 0-1 0 0,1 0 1 0 0,0 0-1 0 0,0 0 1 0 0,-1 0-1 0 0,1 0 0 0 0,0 0 1 0 0,-1 0-1 0 0,1-1 1 0 0,0 1-1 0 0,0 0 1 0 0,-1 0-1 0 0,1-1 1 0 0,0 1-1 0 0,-1 0 1 0 0,1-1-1 0 0,-1 1 1 0 0,1 0-1 0 0,0-1 0 0 0,-1 1 1 0 0,1-1-1 0 0,-1 1 1 0 0,1-1-1 0 0,-1 0 1 0 0,1 1-1 0 0,-1-1 1 0 0,0 1-1 0 0,1-1 1 0 0,-1 0-1 0 0,0 1 1 0 0,1-1-1 0 0,-1 0 0 0 0,0 1 1 0 0,0-1-1 0 0,0 0 1 0 0,0 1-1 0 0,1-1 1 0 0,-1 0-1 0 0,0 0 1 0 0,0 1-1 0 0,0-1 1 0 0,-1 0-1 0 0,1 0 1 0 0,0 0-1 0 0,-1-7 2 0 0,-1 1-1 0 0,0 0 1 0 0,0-1 0 0 0,-4-8 0 0 0,3 8 2 0 0,-1-4-8 0 0,-3-10-33 0 0,-1 1 0 0 0,0 0 1 0 0,-2 1-1 0 0,0 0 1 0 0,-18-25-1 0 0,12 20-868 0 0,13 15-6263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32 10985 0 0,'-1'-2'1018'0'0,"-11"-21"7484"0"0,12 22-8357 0 0,-1 1 1 0 0,1-1-1 0 0,0 1 0 0 0,-1 0 0 0 0,1-1 0 0 0,-1 1 1 0 0,1-1-1 0 0,0 1 0 0 0,-1 0 0 0 0,1-1 1 0 0,-1 1-1 0 0,1 0 0 0 0,-1 0 0 0 0,1-1 0 0 0,-1 1 1 0 0,0 0-1 0 0,1 0 0 0 0,-1 0 0 0 0,1 0 0 0 0,-1 0 1 0 0,1-1-1 0 0,-1 1 0 0 0,1 0 0 0 0,-1 0 1 0 0,0 0-1 0 0,1 1 0 0 0,-1-1 0 0 0,1 0 0 0 0,-1 0 1 0 0,1 0-1 0 0,-1 0 0 0 0,1 0 0 0 0,-1 1 0 0 0,1-1 1 0 0,-1 0-1 0 0,1 0 0 0 0,-1 1 0 0 0,1-1 1 0 0,-1 1-1 0 0,1-1 0 0 0,-1 0 0 0 0,1 1 0 0 0,0-1 1 0 0,-1 1-1 0 0,-6 8 139 0 0,1-1 0 0 0,1 1 0 0 0,0 0 0 0 0,0 0 0 0 0,1 1 0 0 0,0 0-1 0 0,0-1 1 0 0,1 1 0 0 0,0 0 0 0 0,-1 13 0 0 0,-11 107 565 0 0,14-118-751 0 0,-3 55 137 0 0,4 0 0 0 0,2 0 0 0 0,3-1-1 0 0,24 114 1 0 0,-25-163-220 0 0,0 0-1 0 0,2-1 0 0 0,0 1 0 0 0,1-1 1 0 0,1 0-1 0 0,0-1 0 0 0,1 0 1 0 0,18 24-1 0 0,-22-34-18 0 0,0 1-1 0 0,0-1 1 0 0,0 0-1 0 0,1 0 1 0 0,-1 0-1 0 0,1-1 1 0 0,1 0 0 0 0,-1 0-1 0 0,0-1 1 0 0,1 1-1 0 0,0-1 1 0 0,0-1 0 0 0,0 1-1 0 0,0-1 1 0 0,0-1-1 0 0,0 1 1 0 0,0-1-1 0 0,1 0 1 0 0,-1-1 0 0 0,0 0-1 0 0,1 0 1 0 0,-1 0-1 0 0,10-3 1 0 0,-10 1-3 0 0,0 0 0 0 0,0-1 0 0 0,-1 0 0 0 0,1 0 0 0 0,-1 0 0 0 0,0-1-1 0 0,0 0 1 0 0,0 0 0 0 0,-1 0 0 0 0,1-1 0 0 0,-1 0 0 0 0,0 0 0 0 0,0-1 0 0 0,-1 1 0 0 0,0-1 0 0 0,0 0 0 0 0,0 0 0 0 0,-1 0 0 0 0,5-12-1 0 0,-1 3-2 0 0,-1 0 0 0 0,-1-1 0 0 0,0 0 0 0 0,-2 0 0 0 0,1-1 0 0 0,-2 1 0 0 0,1-29 0 0 0,-5 0 15 0 0,-3 0 0 0 0,-1 0 0 0 0,-2 0 0 0 0,-3 1 1 0 0,-1 0-1 0 0,-2 1 0 0 0,-2 1 0 0 0,-1 0 0 0 0,-3 1 0 0 0,-1 1 0 0 0,-2 1 0 0 0,-43-55 1 0 0,62 88-3 0 0,-1 1 0 0 0,0-1 1 0 0,0 1-1 0 0,-1 0 0 0 0,1 1 1 0 0,-1-1-1 0 0,0 1 0 0 0,0 0 0 0 0,-1 1 1 0 0,-11-6-1 0 0,15 9-7 0 0,0-1 0 0 0,1 0 1 0 0,-1 1-1 0 0,0-1 0 0 0,0 1 0 0 0,0 0 0 0 0,0 0 0 0 0,1 0 1 0 0,-1 0-1 0 0,0 1 0 0 0,0-1 0 0 0,0 1 0 0 0,0-1 0 0 0,1 1 1 0 0,-1 0-1 0 0,0 0 0 0 0,1 1 0 0 0,-1-1 0 0 0,1 0 0 0 0,-1 1 1 0 0,1 0-1 0 0,0-1 0 0 0,0 1 0 0 0,-1 0 0 0 0,1 0 0 0 0,0 0 1 0 0,1 0-1 0 0,-4 5 0 0 0,-2 4-70 0 0,0 0-1 0 0,1 1 1 0 0,1 0-1 0 0,-1 0 1 0 0,2 0 0 0 0,0 1-1 0 0,0 0 1 0 0,-2 19-1 0 0,2-1-2049 0 0,1 0-1 0 0,1 44 0 0 0,5-23-4378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8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16 9137 0 0,'-1'-1'2871'0'0,"-10"-10"6635"0"0,11 11-9331 0 0,0-1 0 0 0,-1 1 0 0 0,1 0 0 0 0,0 0 0 0 0,0-1 0 0 0,-1 1 0 0 0,1 0 0 0 0,0 0 0 0 0,-1-1 0 0 0,1 1 0 0 0,0 0 0 0 0,-1 0 0 0 0,1 0 0 0 0,0 0 0 0 0,-1 0 0 0 0,1 0 0 0 0,0-1 0 0 0,-1 1 0 0 0,1 0 0 0 0,0 0 0 0 0,-1 0 0 0 0,1 0 0 0 0,-1 0 0 0 0,1 0 0 0 0,0 0 0 0 0,-1 1 0 0 0,1-1 0 0 0,0 0 0 0 0,-1 0-1 0 0,1 0 1 0 0,0 0 0 0 0,-1 0 0 0 0,1 0 0 0 0,0 1 0 0 0,-1-1 0 0 0,1 0 0 0 0,-1 1 0 0 0,-3 7 76 0 0,-1 0 0 0 0,1 0-1 0 0,1 1 1 0 0,0-1 0 0 0,0 1 0 0 0,1 0-1 0 0,0 0 1 0 0,0 0 0 0 0,1 1 0 0 0,-1 11-1 0 0,5 104 503 0 0,-3-117-681 0 0,2 34 9 0 0,1 0 1 0 0,3 0-1 0 0,1-1 0 0 0,20 67 0 0 0,-25-104-165 0 0,0 0 0 0 0,0 0 0 0 0,0-1-1 0 0,1 1 1 0 0,-1 0 0 0 0,1-1 0 0 0,0 0-1 0 0,3 4 1 0 0,-5-6-357 0 0,2-5-2049 0 0,10-11-1927 0 0,-7 3-2031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17 245 4124 0 0,'-2'-5'3658'0'0,"-4"-16"4492"0"0,1 2-3394 0 0,4 13-4097 0 0,0 0 1 0 0,0 0-1 0 0,0-1 1 0 0,1 1-1 0 0,0 0 1 0 0,1 0-1 0 0,-1 0 1 0 0,3-7-1 0 0,-1 1-135 0 0,2 1 0 0 0,-1 0-1 0 0,1-1 1 0 0,10-17 0 0 0,-11 23-702 0 0,0 1 1 0 0,1-1-1 0 0,0 0 1 0 0,0 1-1 0 0,1 0 0 0 0,0 0 1 0 0,-1 0-1 0 0,2 1 0 0 0,7-7 1 0 0,-2 7-6280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9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6809 0 0,'-13'39'10428'0'0,"12"-37"-9899"0"0,0 1 0 0 0,0 0 0 0 0,1 0 0 0 0,0 0 0 0 0,-1 0 0 0 0,1 0 0 0 0,0 0 0 0 0,1 0-1 0 0,-1 0 1 0 0,0 0 0 0 0,2 3 0 0 0,-1-5-441 0 0,-1 0 0 0 0,1 0 0 0 0,-1 0 0 0 0,1 0 0 0 0,0 0 0 0 0,0 0 0 0 0,-1 0 0 0 0,1-1 0 0 0,0 1 0 0 0,0 0 0 0 0,0 0 0 0 0,0-1 0 0 0,0 1 0 0 0,0-1 0 0 0,0 1 0 0 0,0-1 0 0 0,0 1 0 0 0,0-1 0 0 0,0 0 0 0 0,0 1 0 0 0,0-1 0 0 0,0 0 0 0 0,1 0 0 0 0,-1 0 0 0 0,0 0 0 0 0,0 0 0 0 0,0 0 0 0 0,0 0 0 0 0,2-1 0 0 0,34-8 366 0 0,-35 8-420 0 0,76-28-430 0 0,-28 4-6745 0 0,-31 16 1311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 2956 0 0,'-10'-5'12650'0'0,"3"7"-5113"0"0,6-1-7139 0 0,1 0 1 0 0,-1 0-1 0 0,0 0 0 0 0,0 0 0 0 0,1 0 0 0 0,-1 0 0 0 0,1 0 0 0 0,-1 0 0 0 0,1 0 0 0 0,-1 0 1 0 0,1 0-1 0 0,0 1 0 0 0,-1-1 0 0 0,1 1 0 0 0,-1 10-1053 0 0,0 0 1 0 0,1 19-1 0 0,1-18 2586 0 0,1 41-1341 0 0,2 0 1 0 0,13 58-1 0 0,-12-88-720 0 0,13 36 0 0 0,-5-26-7701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9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33 271 7357 0 0,'-21'-65'12991'0'0,"17"50"-10997"0"0,1 0 0 0 0,-1-28 0 0 0,3 37-1872 0 0,1-1 0 0 0,0 1 0 0 0,1 0 0 0 0,-1-1 0 0 0,1 1 0 0 0,0 0 0 0 0,1 0 1 0 0,-1-1-1 0 0,1 1 0 0 0,1 0 0 0 0,-1 1 0 0 0,1-1 0 0 0,0 0 0 0 0,0 1 0 0 0,0-1 0 0 0,1 1 0 0 0,0 0 0 0 0,0 0 0 0 0,0 1 0 0 0,6-5 0 0 0,-9 8-204 0 0,0 0 1 0 0,0 0-1 0 0,1 0 0 0 0,-1 1 0 0 0,0-1 0 0 0,1 1 0 0 0,-1-1 0 0 0,0 1 0 0 0,1-1 0 0 0,-1 1 0 0 0,1-1 1 0 0,1 1-1 0 0,-1 0-332 0 0,-1 0 1 0 0,1 0 0 0 0,-1 1 0 0 0,0-1 0 0 0,1 0-1 0 0,-1 1 1 0 0,0-1 0 0 0,1 1 0 0 0,-1-1-1 0 0,0 1 1 0 0,0 0 0 0 0,1-1 0 0 0,-1 1-1 0 0,0 0 1 0 0,0 0 0 0 0,0 0 0 0 0,2 2 0 0 0,6 8-5617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19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6765 0 0,'-8'23'4291'0'0,"5"-13"-2814"0"0,0-1 0 0 0,0 1 0 0 0,0 0 0 0 0,1 0 1 0 0,1-1-1 0 0,0 1 0 0 0,0 12 0 0 0,1-20-1362 0 0,1-1 1 0 0,-1 0-1 0 0,0 0 1 0 0,1 1-1 0 0,-1-1 1 0 0,1 0-1 0 0,-1 0 0 0 0,1 0 1 0 0,0 0-1 0 0,0 0 1 0 0,-1 0-1 0 0,1 0 1 0 0,0 0-1 0 0,0 0 1 0 0,0 0-1 0 0,0 0 1 0 0,0 0-1 0 0,0 0 1 0 0,0-1-1 0 0,0 1 1 0 0,1-1-1 0 0,-1 1 0 0 0,0-1 1 0 0,0 1-1 0 0,0-1 1 0 0,1 1-1 0 0,-1-1 1 0 0,0 0-1 0 0,0 0 1 0 0,1 0-1 0 0,-1 0 1 0 0,0 0-1 0 0,1 0 1 0 0,-1 0-1 0 0,0 0 1 0 0,1 0-1 0 0,-1 0 0 0 0,0-1 1 0 0,2 0-1 0 0,7-2-112 0 0,1 0 0 0 0,-2 0 0 0 0,18-9 0 0 0,-22 10 70 0 0,9-6-1114 0 0,0 0 0 0 0,22-18 0 0 0,-13 10-3907 0 0,-3 1-932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4:23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111 633 32103 0 0,'-34'5'9'0'0,"26"-4"-34"0"0,0 0 0 0 0,0 0 0 0 0,0 0 0 0 0,1 1 0 0 0,-1 1 0 0 0,0-1 0 0 0,-13 7 0 0 0,20-8-29 0 0,82 5-30 0 0,615-69-201 0 0,-3-52 61 0 0,-126 19 137 0 0,1090-114 167 0 0,9 70-818 0 0,-1583 135 296 0 0,74-6-630 0 0,-49-4-4336 0 0,-68 5-1008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34:23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0 326 4756,'40'-7'6941,"22"-8"-3885,10-4-1231,40-15-425,9 2-224,3-4-196,9 4-148,0-4-208,-10 7-368,-3 2-584,-8 3-1240,-32 9-2737,32-5-919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2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9069 0 0,'14'-12'18372'0'0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4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4052 0 0,'0'0'26361'0'0,"1"5"-26216"0"0,34 418 949 0 0,-33-354-977 0 0,10 139 376 0 0,-12-207-490 0 0,0-1 0 0 0,0 1 0 0 0,0-1 0 0 0,0 1-1 0 0,0-1 1 0 0,0 1 0 0 0,0-1 0 0 0,0 1 0 0 0,0-1 0 0 0,0 0 0 0 0,0 1-1 0 0,1-1 1 0 0,-1 1 0 0 0,0-1 0 0 0,0 1 0 0 0,0-1 0 0 0,1 1-1 0 0,-1-1 1 0 0,0 0 0 0 0,0 1 0 0 0,1-1 0 0 0,-1 0 0 0 0,0 1-1 0 0,1-1 1 0 0,-1 0 0 0 0,0 1 0 0 0,1-1 0 0 0,-1 0 0 0 0,1 0 0 0 0,-1 1-1 0 0,0-1 1 0 0,1 0 0 0 0,-1 0 0 0 0,1 0 0 0 0,-1 0 0 0 0,1 1-1 0 0,-1-1 1 0 0,1 0 0 0 0,-1 0 0 0 0,1 0 0 0 0,-1 0 0 0 0,0 0-1 0 0,1 0 1 0 0,-1 0 0 0 0,1 0 0 0 0,-1-1 0 0 0,1 1 0 0 0,-1 0 0 0 0,1 0-1 0 0,-1 0 1 0 0,1 0 0 0 0,-1-1 0 0 0,0 1 0 0 0,1 0 0 0 0,-1 0-1 0 0,1-1 1 0 0,-1 1 0 0 0,0 0 0 0 0,1-1 0 0 0,-1 1 0 0 0,0 0-1 0 0,1-1 1 0 0,25-27 99 0 0,-21 22-74 0 0,2 0-26 0 0,-1 0 0 0 0,1 1 1 0 0,0 0-1 0 0,1 0 0 0 0,-1 1 0 0 0,1 0 0 0 0,12-4 1 0 0,-15 6-28 0 0,1-1 1 0 0,0 2-1 0 0,0-1 1 0 0,0 1 0 0 0,0 0-1 0 0,1 0 1 0 0,-1 1-1 0 0,0 0 1 0 0,0 0 0 0 0,10 1-1 0 0,1 6 267 0 0,-6-3-2561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4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16 270 9049 0 0,'-2'-3'804'0'0,"0"0"0"0"0,0 0 0 0 0,0 0 0 0 0,1 0 0 0 0,0 0 0 0 0,-1 0 0 0 0,1 0 0 0 0,0-1 1 0 0,1 1-1 0 0,-1 0 0 0 0,1-1 0 0 0,-1-5 0 0 0,1 3-120 0 0,1-1 1 0 0,-1 0-1 0 0,1 0 1 0 0,1 1-1 0 0,3-13 1 0 0,1 2-51 0 0,1 1 0 0 0,1 0-1 0 0,19-29 1 0 0,28-30 357 0 0,-54 73-1364 0 0,-32 22-13284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4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0 259 8305 0 0,'1'-10'2023'0'0,"1"0"1"0"0,0 0-1 0 0,1 1 0 0 0,4-14 1 0 0,-1 9-635 0 0,0 1 0 0 0,13-19 1 0 0,-9 16-826 0 0,2 1 0 0 0,-1 0-1 0 0,2 0 1 0 0,25-21 0 0 0,-31 30-337 0 0,0 1 0 0 0,0 0 0 0 0,0 0 0 0 0,1 0 0 0 0,12-5 0 0 0,-18 9-340 0 0,0 0-1 0 0,0 1 1 0 0,0-1 0 0 0,0 1 0 0 0,0-1-1 0 0,0 1 1 0 0,0 0 0 0 0,0-1 0 0 0,0 1-1 0 0,0 0 1 0 0,0 0 0 0 0,0 0-1 0 0,0 1 1 0 0,0-1 0 0 0,0 0 0 0 0,0 1-1 0 0,0 0 1 0 0,0-1 0 0 0,-1 1 0 0 0,1 0-1 0 0,0 0 1 0 0,0 0 0 0 0,0 0-1 0 0,-1 0 1 0 0,1 0 0 0 0,-1 0 0 0 0,1 1-1 0 0,-1-1 1 0 0,3 3 0 0 0,5 9-4271 0 0,0 0-1408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6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0 156 10237 0 0,'0'-2'11880'0'0,"5"-5"-4411"0"0,33 75-6056 0 0,-26-43-1016 0 0,26 37-1 0 0,-29-50-304 0 0,1 0 0 0 0,14 14 1 0 0,-21-22-84 0 0,1-1 0 0 0,0 0 0 0 0,0 0 0 0 0,0-1 0 0 0,0 1 0 0 0,0-1 0 0 0,1 0 0 0 0,-1 0 0 0 0,1 0 0 0 0,-1-1 1 0 0,7 2-1 0 0,-10-3-13 0 0,0 1 0 0 0,1-1 0 0 0,-1 0 0 0 0,0 0 0 0 0,0-1 0 0 0,0 1 0 0 0,1 0 0 0 0,-1 0 0 0 0,0 0 0 0 0,0-1 0 0 0,0 1 0 0 0,0-1 0 0 0,0 1 0 0 0,0-1 0 0 0,0 1 0 0 0,0-1 0 0 0,0 1 0 0 0,0-1 0 0 0,0 0 0 0 0,0 0 0 0 0,0 1 0 0 0,0-1 0 0 0,-1 0 0 0 0,1 0 0 0 0,0 0 0 0 0,0 0 0 0 0,-1 0 0 0 0,1 0 0 0 0,-1 0 1 0 0,1 0-1 0 0,-1 0 0 0 0,0 0 0 0 0,1-1 0 0 0,-1 1 0 0 0,0 0 0 0 0,1-2 0 0 0,0-4-25 0 0,0 0 0 0 0,0-1 0 0 0,-1 1 0 0 0,0-9 0 0 0,0 14 19 0 0,-14-145-578 0 0,5 77-123 0 0,9 64 547 0 0,-1 3 43 0 0,0 0-1 0 0,1 1 0 0 0,0-1 1 0 0,0 0-1 0 0,0 0 0 0 0,0 1 1 0 0,0-1-1 0 0,0 0 1 0 0,1 1-1 0 0,-1-1 0 0 0,1 0 1 0 0,1-2-1 0 0,-1 3-166 0 0,0 9-949 0 0,2 8 1061 0 0,0 0 0 0 0,1 0-1 0 0,0 0 1 0 0,2 0 0 0 0,12 25 0 0 0,-11-30 50 0 0,-1 0 1 0 0,2 0-1 0 0,-1-1 1 0 0,1 0 0 0 0,1-1-1 0 0,-1 0 1 0 0,2 0-1 0 0,-1-1 1 0 0,1 0-1 0 0,0 0 1 0 0,0-1-1 0 0,1-1 1 0 0,0 0 0 0 0,0 0-1 0 0,0-1 1 0 0,0 0-1 0 0,1-1 1 0 0,-1 0-1 0 0,16 1 1 0 0,-22-4-21 0 0,0 0 0 0 0,-1 0 0 0 0,1 0 0 0 0,0 0 0 0 0,0-1 0 0 0,-1 0 0 0 0,1 0 0 0 0,0 0 0 0 0,-1 0 0 0 0,1-1 0 0 0,-1 0 0 0 0,0 0 0 0 0,1 0 0 0 0,-1 0 0 0 0,0-1 1 0 0,0 0-1 0 0,0 0 0 0 0,-1 0 0 0 0,1 0 0 0 0,-1 0 0 0 0,0-1 0 0 0,1 1 0 0 0,-1-1 0 0 0,-1 0 0 0 0,1 0 0 0 0,2-5 0 0 0,-3 4 438 0 0,0 0 0 0 0,0 0 0 0 0,-1 0 0 0 0,1 0 0 0 0,-1-1 0 0 0,0 1 0 0 0,-1-1 0 0 0,1 1 1 0 0,-1-1-1 0 0,0 1 0 0 0,-1 0 0 0 0,1-1 0 0 0,-1 1 0 0 0,-2-10 0 0 0,1 9 85 0 0,0-1 1 0 0,0 1 0 0 0,-1 0-1 0 0,0 0 1 0 0,0 0-1 0 0,0 0 1 0 0,0 0-1 0 0,-1 1 1 0 0,0 0 0 0 0,-1-1-1 0 0,1 1 1 0 0,-8-6-1 0 0,11 10-338 0 0,1 0-1 0 0,-1 1 0 0 0,0-1 1 0 0,0 0-1 0 0,1 1 0 0 0,-1-1 1 0 0,0 1-1 0 0,0-1 0 0 0,0 0 1 0 0,0 1-1 0 0,0 0 0 0 0,0-1 1 0 0,0 1-1 0 0,1 0 0 0 0,-1-1 1 0 0,0 1-1 0 0,0 0 0 0 0,0 0 1 0 0,0 0-1 0 0,0 0 0 0 0,-1 0 1 0 0,1 0-1 0 0,0 0 0 0 0,0 0 1 0 0,0 0-1 0 0,0 1 0 0 0,1-1 1 0 0,-1 0-1 0 0,0 0 0 0 0,0 1 1 0 0,0-1-1 0 0,0 1 0 0 0,0-1 1 0 0,0 1-1 0 0,0-1 0 0 0,1 1 1 0 0,-1 0-1 0 0,0-1 0 0 0,0 1 1 0 0,1 0-1 0 0,-1 0 0 0 0,0 0 1 0 0,1-1-1 0 0,-1 1 0 0 0,1 0 1 0 0,-1 0-1 0 0,1 0 0 0 0,0 0 1 0 0,-1 0-1 0 0,1 0 0 0 0,-1 2 1 0 0,0 2 13 0 0,-1 0-1 0 0,1 1 1 0 0,0-1 0 0 0,1 1 0 0 0,-1-1 0 0 0,1 1 0 0 0,1 10 0 0 0,0-7-44 0 0,2 1 0 0 0,-1-1 0 0 0,1 0 0 0 0,0 0 1 0 0,1-1-1 0 0,0 1 0 0 0,0-1 0 0 0,1 1 0 0 0,0-1 1 0 0,1-1-1 0 0,0 1 0 0 0,0-1 0 0 0,0 0 0 0 0,1 0 1 0 0,0-1-1 0 0,1 0 0 0 0,-1 0 0 0 0,1 0 0 0 0,13 6 1 0 0,-13-8-49 0 0,0 0 0 0 0,0-1-1 0 0,1 0 1 0 0,-1 0 0 0 0,1-1 0 0 0,0 0 0 0 0,-1-1 0 0 0,1 0 0 0 0,0 0 0 0 0,0 0 0 0 0,0-2 0 0 0,0 1 0 0 0,0-1 0 0 0,0 0 0 0 0,0-1 0 0 0,-1 0-1 0 0,1 0 1 0 0,0-1 0 0 0,-1 0 0 0 0,15-8 0 0 0,-19 8 0 0 0,0 0-1 0 0,0 0 1 0 0,-1 0 0 0 0,1 0-1 0 0,-1-1 1 0 0,0 0 0 0 0,0 0-1 0 0,0 0 1 0 0,-1 0-1 0 0,1 0 1 0 0,-1 0 0 0 0,0-1-1 0 0,0 1 1 0 0,-1-1-1 0 0,1 1 1 0 0,-1-1 0 0 0,0 0-1 0 0,0 0 1 0 0,0 1 0 0 0,-1-1-1 0 0,0 0 1 0 0,0-7-1 0 0,-1 0 50 0 0,1 1-1 0 0,-2-1 0 0 0,0 1 0 0 0,0-1 0 0 0,-1 1 0 0 0,0 0 0 0 0,-1 0 1 0 0,-7-16-1 0 0,8 20 56 0 0,0 1 1 0 0,-1 0-1 0 0,1 0 1 0 0,-1 0 0 0 0,0 0-1 0 0,-1 1 1 0 0,1-1-1 0 0,-1 1 1 0 0,0 0-1 0 0,-1 1 1 0 0,-6-6-1 0 0,11 9-67 0 0,0 1 0 0 0,1 0 0 0 0,-1 0-1 0 0,1 0 1 0 0,-1 0 0 0 0,1 0-1 0 0,-1 0 1 0 0,0 0 0 0 0,1-1-1 0 0,-1 2 1 0 0,1-1 0 0 0,-1 0-1 0 0,1 0 1 0 0,-1 0 0 0 0,0 0-1 0 0,1 0 1 0 0,-1 0 0 0 0,1 1-1 0 0,-1-1 1 0 0,1 0 0 0 0,-1 0-1 0 0,1 1 1 0 0,-1-1 0 0 0,1 0-1 0 0,-1 1 1 0 0,1-1 0 0 0,-1 1 0 0 0,1-1-1 0 0,0 0 1 0 0,-1 1 0 0 0,1-1-1 0 0,0 1 1 0 0,-1-1 0 0 0,1 1-1 0 0,0-1 1 0 0,0 1 0 0 0,-1 0-1 0 0,1-1 1 0 0,0 1 0 0 0,0-1-1 0 0,0 1 1 0 0,0-1 0 0 0,0 1-1 0 0,0 0 1 0 0,0-1 0 0 0,0 1-1 0 0,0-1 1 0 0,0 1 0 0 0,0-1-1 0 0,0 2 1 0 0,4 6-60 0 0,1 0 0 0 0,-1-1-1 0 0,1 0 1 0 0,1 1 0 0 0,0-2 0 0 0,0 1 0 0 0,0-1-1 0 0,0 1 1 0 0,1-2 0 0 0,0 1 0 0 0,1-1-1 0 0,-1 0 1 0 0,9 4 0 0 0,-9-6 15 0 0,-1 0-1 0 0,1 0 1 0 0,-1 0 0 0 0,1-1-1 0 0,0 0 1 0 0,0 0 0 0 0,0-1-1 0 0,0 0 1 0 0,1 0 0 0 0,-1-1 0 0 0,0 1-1 0 0,0-2 1 0 0,0 1 0 0 0,0-1-1 0 0,1 0 1 0 0,-1-1 0 0 0,10-2-1 0 0,-15 3 61 0 0,0 0 0 0 0,0 0-1 0 0,0 0 1 0 0,0-1 0 0 0,0 1 0 0 0,-1 0-1 0 0,1-1 1 0 0,0 1 0 0 0,-1-1-1 0 0,1 0 1 0 0,-1 1 0 0 0,1-1 0 0 0,-1 0-1 0 0,0 0 1 0 0,0 0 0 0 0,0 0-1 0 0,0 0 1 0 0,0 0 0 0 0,0 0-1 0 0,-1 0 1 0 0,1 0 0 0 0,-1-1 0 0 0,1 1-1 0 0,-1 0 1 0 0,0-4 0 0 0,0 0 198 0 0,0 0 0 0 0,0 0 0 0 0,-1 1 0 0 0,0-1 0 0 0,0 0 0 0 0,-1 1 0 0 0,1-1 0 0 0,-5-7-1 0 0,6 13-195 0 0,0 0-1 0 0,0 0 0 0 0,0-1 0 0 0,1 1 0 0 0,-1 0 0 0 0,0 0 1 0 0,0 0-1 0 0,0 0 0 0 0,0-1 0 0 0,-1 1 0 0 0,1 0 0 0 0,0 0 0 0 0,0 0 1 0 0,0 0-1 0 0,0-1 0 0 0,0 1 0 0 0,0 0 0 0 0,0 0 0 0 0,0 0 1 0 0,0 0-1 0 0,0-1 0 0 0,0 1 0 0 0,0 0 0 0 0,-1 0 0 0 0,1 0 0 0 0,0 0 1 0 0,0 0-1 0 0,0 0 0 0 0,0-1 0 0 0,0 1 0 0 0,-1 0 0 0 0,1 0 1 0 0,0 0-1 0 0,0 0 0 0 0,0 0 0 0 0,0 0 0 0 0,-1 0 0 0 0,1 0 0 0 0,0 0 1 0 0,0 0-1 0 0,0 0 0 0 0,0 0 0 0 0,-1 0 0 0 0,1 0 0 0 0,0 0 0 0 0,0 0 1 0 0,0 0-1 0 0,-1 0 0 0 0,1 0 0 0 0,0 0 0 0 0,0 0 0 0 0,0 0 1 0 0,0 0-1 0 0,-1 0 0 0 0,1 0 0 0 0,0 0 0 0 0,0 1 0 0 0,0-1 0 0 0,0 0 1 0 0,0 0-1 0 0,-1 0 0 0 0,1 0 0 0 0,0 0 0 0 0,0 0 0 0 0,0 1 1 0 0,0-1-1 0 0,0 0 0 0 0,0 0 0 0 0,-3 9 5 0 0,1 0 0 0 0,0 1-1 0 0,1-1 1 0 0,0 0 0 0 0,1 0 0 0 0,0 1 0 0 0,0-1 0 0 0,1 0 0 0 0,0 1-1 0 0,4 13 1 0 0,-3-13-30 0 0,0-1-1 0 0,1 1 0 0 0,1-1 0 0 0,-1 1 0 0 0,2-1 0 0 0,-1-1 1 0 0,1 1-1 0 0,0 0 0 0 0,1-1 0 0 0,9 10 0 0 0,-7-10-32 0 0,1-1 0 0 0,0 0 0 0 0,0 0 0 0 0,1-1 0 0 0,0 0 0 0 0,0 0 0 0 0,1-1 0 0 0,19 6 0 0 0,-22-8-27 0 0,0-1 1 0 0,1 0-1 0 0,-1-1 0 0 0,0 0 0 0 0,0 0 0 0 0,1 0 0 0 0,-1-1 1 0 0,0-1-1 0 0,1 0 0 0 0,-1 0 0 0 0,0 0 0 0 0,16-5 0 0 0,-20 4 19 0 0,0 0 0 0 0,0 0 0 0 0,-1-1 0 0 0,1 0-1 0 0,0 1 1 0 0,-1-1 0 0 0,1 0 0 0 0,-1-1-1 0 0,0 1 1 0 0,0-1 0 0 0,0 1 0 0 0,-1-1 0 0 0,1 0-1 0 0,-1 0 1 0 0,0 0 0 0 0,0 0 0 0 0,0 0-1 0 0,-1 0 1 0 0,0-1 0 0 0,1 1 0 0 0,-1-1-1 0 0,-1 1 1 0 0,1-7 0 0 0,0 4 133 0 0,0 0-1 0 0,-1 0 1 0 0,0 0-1 0 0,0 0 1 0 0,-1 0-1 0 0,0 0 1 0 0,0 0 0 0 0,-1 0-1 0 0,0 0 1 0 0,0 1-1 0 0,-1-1 1 0 0,1 1-1 0 0,-1-1 1 0 0,-6-7-1 0 0,8 12-24 0 0,0 1 0 0 0,-1-1-1 0 0,1 1 1 0 0,-1-1 0 0 0,1 1 0 0 0,-1 0-1 0 0,1-1 1 0 0,-1 1 0 0 0,0 0-1 0 0,0 0 1 0 0,0 0 0 0 0,-3-1-1 0 0,4 2-44 0 0,0 0 1 0 0,0 0-1 0 0,0 0 0 0 0,0 0 0 0 0,0 0 0 0 0,1 1 1 0 0,-1-1-1 0 0,0 0 0 0 0,0 1 0 0 0,0-1 0 0 0,0 0 1 0 0,1 1-1 0 0,-1-1 0 0 0,0 1 0 0 0,0-1 0 0 0,1 1 1 0 0,-1-1-1 0 0,1 1 0 0 0,-1 0 0 0 0,0-1 0 0 0,1 1 1 0 0,-1 0-1 0 0,1 0 0 0 0,-1 0 0 0 0,0 1-2 0 0,1 0-1 0 0,-1 0 1 0 0,1 0-1 0 0,-1 0 1 0 0,1 0-1 0 0,0-1 1 0 0,0 1-1 0 0,0 0 1 0 0,0 0-1 0 0,1 3 1 0 0,0 5-22 0 0,2-1-1 0 0,-1 0 1 0 0,6 13-1 0 0,-7-20 11 0 0,2 5-31 0 0,0 0 1 0 0,1-1-1 0 0,-1 0 1 0 0,1 1 0 0 0,0-1-1 0 0,1-1 1 0 0,-1 1-1 0 0,1-1 1 0 0,0 0-1 0 0,1 0 1 0 0,-1 0 0 0 0,1 0-1 0 0,0-1 1 0 0,11 5-1 0 0,-13-7-6 0 0,0 0 0 0 0,0 0-1 0 0,1-1 1 0 0,-1 1 0 0 0,1-1-1 0 0,-1 0 1 0 0,1-1 0 0 0,-1 1-1 0 0,1-1 1 0 0,-1 0-1 0 0,1 0 1 0 0,0 0 0 0 0,-1-1-1 0 0,1 1 1 0 0,-1-1 0 0 0,1 0-1 0 0,-1-1 1 0 0,1 1 0 0 0,-1-1-1 0 0,0 0 1 0 0,0 0-1 0 0,0 0 1 0 0,7-5 0 0 0,-5 2-4 0 0,-2 0 1 0 0,1 0 0 0 0,0 0-1 0 0,-1-1 1 0 0,0 1 0 0 0,0-1-1 0 0,-1 0 1 0 0,4-10 0 0 0,0 1 81 0 0,0-1 1 0 0,4-21 0 0 0,9-37 754 0 0,-20 72-357 0 0,0 9-383 0 0,0 37-26 0 0,1 0 1 0 0,3 1 0 0 0,2-1 0 0 0,1-1 0 0 0,3 1 0 0 0,1-1-1 0 0,29 70 1 0 0,141 265 369 0 0,-180-376-393 0 0,11 20 44 0 0,0 1-1 0 0,-2-1 1 0 0,0 2 0 0 0,12 48 0 0 0,-21-71-38 0 0,-1 1-1 0 0,1 0 1 0 0,-1-1 0 0 0,0 1 0 0 0,0 0-1 0 0,0 0 1 0 0,0-1 0 0 0,0 1 0 0 0,0 0-1 0 0,0-1 1 0 0,0 1 0 0 0,-1 0 0 0 0,1-1-1 0 0,-1 1 1 0 0,1-1 0 0 0,-1 1 0 0 0,0 0-1 0 0,0-1 1 0 0,1 0 0 0 0,-1 1 0 0 0,0-1-1 0 0,0 1 1 0 0,0-1 0 0 0,-1 0 0 0 0,1 0-1 0 0,0 1 1 0 0,0-1 0 0 0,-1 0 0 0 0,1 0-1 0 0,-1 0 1 0 0,1-1 0 0 0,-1 1 0 0 0,1 0-1 0 0,-1-1 1 0 0,1 1 0 0 0,-1 0 0 0 0,1-1-1 0 0,-1 0 1 0 0,0 1 0 0 0,0-1 0 0 0,-2 0 0 0 0,-4 0 21 0 0,0 0 1 0 0,0 0 0 0 0,0-1 0 0 0,0 0 0 0 0,0 0 0 0 0,0-1 0 0 0,-11-4 0 0 0,2 0-15 0 0,1-1 0 0 0,1-1 0 0 0,-1-1-1 0 0,1 0 1 0 0,1-1 0 0 0,-1 0 0 0 0,2-1 0 0 0,0-1-1 0 0,0 0 1 0 0,1-1 0 0 0,0 0 0 0 0,1-1-1 0 0,-14-23 1 0 0,18 25-55 0 0,0-1 0 0 0,0 0 0 0 0,1 0-1 0 0,1-1 1 0 0,0 0 0 0 0,1 0 0 0 0,1 0 0 0 0,0 0-1 0 0,1 0 1 0 0,0-1 0 0 0,1 1 0 0 0,1-1 0 0 0,0 0 0 0 0,1 1-1 0 0,1-1 1 0 0,5-23 0 0 0,2 11-609 0 0,1 1-1 0 0,2 0 1 0 0,0 0 0 0 0,26-37-1 0 0,-37 61 531 0 0,0-1-230 0 0,1 0-990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37:47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47 10513,'0'-2'1891,"-8"-25"7868,8 26-9457,0 0 0,0 0 0,-1 0-1,1 0 1,0 0 0,-1 0 0,1 0-1,-1 0 1,1 1 0,-1-1-1,0 0 1,1 0 0,-1 1 0,0-1-1,1 0 1,-1 1 0,0-1 0,0 1-1,0-1 1,0 1 0,1-1 0,-1 1-1,0 0 1,-1-1 0,0 6 208,-1 8-316,0-1 0,1 1-1,0-1 1,1 1 0,1 0 0,2 25 0,15 85 283,-10-87-357,43 175 227,-17-82-409,-28-96-99,-5-32 24,1 0 0,-1 0-1,0 1 1,0-1 0,0 0 0,0 0-1,0 0 1,-1 0 0,1 1-1,0-1 1,-1 0 0,1 0 0,0 0-1,-1 0 1,1 0 0,-1 0 0,1 0-1,-1 0 1,0 0 0,0 0-1,1 0 1,-1 0 0,-1 1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94 538 13897 0 0,'-12'-13'2248'0'0,"-1"0"-1"0"0,1 1 0 0 0,-2 0 1 0 0,-17-12-1 0 0,30 24-2160 0 0,1 0-1 0 0,-1-1 0 0 0,0 1 0 0 0,1 0 0 0 0,-1-1 1 0 0,1 1-1 0 0,-1 0 0 0 0,0-1 0 0 0,1 1 1 0 0,-1-1-1 0 0,1 1 0 0 0,-1-1 0 0 0,1 1 0 0 0,0-1 1 0 0,-1 0-1 0 0,1 1 0 0 0,-1-1 0 0 0,1 1 1 0 0,0-1-1 0 0,0 0 0 0 0,-1 1 0 0 0,1-1 1 0 0,0 0-1 0 0,0 0 0 0 0,0 1 0 0 0,0-1 0 0 0,0 0 1 0 0,0 1-1 0 0,0-1 0 0 0,0 0 0 0 0,0 0 1 0 0,0 1-1 0 0,0-1 0 0 0,0 0 0 0 0,0 1 1 0 0,1-1-1 0 0,-1 0 0 0 0,0 1 0 0 0,0-1 0 0 0,1 0 1 0 0,2-2 7 0 0,-1 1 1 0 0,1 0-1 0 0,-1 0 1 0 0,1 1 0 0 0,0-1-1 0 0,0 0 1 0 0,3-1-1 0 0,0 1-91 0 0,107-44 513 0 0,-71 30-472 0 0,45-23 0 0 0,-75 33-67 0 0,-1 0-1 0 0,0-1 1 0 0,0-1-1 0 0,-1 0 1 0 0,0-1-1 0 0,0 0 1 0 0,-1 0 0 0 0,11-13-1 0 0,-16 16-2 0 0,-1 0-1 0 0,0 0 1 0 0,1 0 0 0 0,-2-1 0 0 0,1 1-1 0 0,-1-1 1 0 0,0 1 0 0 0,-1-1-1 0 0,1 0 1 0 0,-1 0 0 0 0,-1 0 0 0 0,1 0-1 0 0,-1 1 1 0 0,0-1 0 0 0,-1 0-1 0 0,-1-11 1 0 0,0 10 61 0 0,1 1 0 0 0,-1 0 0 0 0,-1 0 1 0 0,1 0-1 0 0,-1 1 0 0 0,0-1 0 0 0,-1 0 0 0 0,1 1 0 0 0,-1 0 1 0 0,-1 0-1 0 0,1 0 0 0 0,-1 1 0 0 0,0-1 0 0 0,0 1 0 0 0,-8-6 0 0 0,12 10-4 0 0,1 1 0 0 0,-1-1 0 0 0,0 1 0 0 0,1-1 0 0 0,-1 1 0 0 0,0 0-1 0 0,0-1 1 0 0,1 1 0 0 0,-1 0 0 0 0,0-1 0 0 0,0 1 0 0 0,1 0 0 0 0,-1 0-1 0 0,0 0 1 0 0,0 0 0 0 0,0 0 0 0 0,0 0 0 0 0,1 0 0 0 0,-1 0-1 0 0,0 0 1 0 0,0 0 0 0 0,0 0 0 0 0,1 0 0 0 0,-1 1 0 0 0,0-1 0 0 0,-1 1-1 0 0,1 0-3 0 0,0 0-1 0 0,0 0 1 0 0,-1 0-1 0 0,1 0 1 0 0,0 0-1 0 0,1 1 0 0 0,-1-1 1 0 0,0 0-1 0 0,0 1 1 0 0,0-1-1 0 0,1 1 0 0 0,-2 2 1 0 0,0 5 36 0 0,0 0-1 0 0,0 0 1 0 0,-1 15 0 0 0,3-22-27 0 0,-1 20 44 0 0,1 0 0 0 0,2 1 0 0 0,0-1 0 0 0,7 32 0 0 0,27 85 112 0 0,-35-136-188 0 0,10 35 30 0 0,1 0 0 0 0,2 0 0 0 0,2-1 0 0 0,2-1 0 0 0,25 40 0 0 0,-30-60-64 0 0,-13-15 24 0 0,1 0 0 0 0,0-1-1 0 0,-1 1 1 0 0,1 0 0 0 0,0-1-1 0 0,-1 1 1 0 0,1 0 0 0 0,0-1-1 0 0,0 1 1 0 0,-1-1 0 0 0,1 1-1 0 0,0-1 1 0 0,0 1 0 0 0,0-1-1 0 0,0 0 1 0 0,0 0 0 0 0,0 1-1 0 0,1-1 1 0 0,0-1 0 0 0,0 0 0 0 0,-1 0-1 0 0,1 0 1 0 0,0 0 0 0 0,0-1 0 0 0,-1 1 0 0 0,1 0 0 0 0,0-1 0 0 0,-1 0-1 0 0,0 1 1 0 0,1-1 0 0 0,-1 0 0 0 0,0 0 0 0 0,0 1 0 0 0,0-1-1 0 0,0 0 1 0 0,1-4 0 0 0,13-39-66 0 0,-13 39 60 0 0,26-117 12 0 0,-28 122 5 0 0,0 0 1 0 0,0 1 0 0 0,0-1 0 0 0,0 0-1 0 0,0 1 1 0 0,0-1 0 0 0,0 0 0 0 0,1 1-1 0 0,-1-1 1 0 0,0 1 0 0 0,0-1-1 0 0,1 0 1 0 0,-1 1 0 0 0,0-1 0 0 0,1 1-1 0 0,-1-1 1 0 0,1 1 0 0 0,-1-1 0 0 0,1 1-1 0 0,-1-1 1 0 0,1 1 0 0 0,-1-1 0 0 0,1 1-1 0 0,-1 0 1 0 0,2-1 0 0 0,-1 1 1 0 0,-1 0-1 0 0,1 0 1 0 0,0 0 0 0 0,-1 1 0 0 0,1-1 0 0 0,0 0-1 0 0,0 0 1 0 0,-1 1 0 0 0,1-1 0 0 0,0 0-1 0 0,-1 1 1 0 0,1-1 0 0 0,-1 0 0 0 0,1 1 0 0 0,0-1-1 0 0,-1 1 1 0 0,1-1 0 0 0,0 2 0 0 0,19 27 109 0 0,7 22-40 0 0,68 115-219 0 0,-77-142-588 0 0,-11-21-720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8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51 10605 0 0,'-1'-2'866'0'0,"0"0"1"0"0,0 0-1 0 0,0-1 1 0 0,1 1-1 0 0,-1-1 0 0 0,1 1 1 0 0,-1 0-1 0 0,1-1 1 0 0,0 1-1 0 0,-1-1 1 0 0,1 1-1 0 0,1-1 0 0 0,-1 1 1 0 0,0-1-1 0 0,0 1 1 0 0,1 0-1 0 0,1-5 0 0 0,-2 6-830 0 0,1 1 0 0 0,-1 0 0 0 0,1 0-1 0 0,-1-1 1 0 0,0 1 0 0 0,1 0-1 0 0,-1-1 1 0 0,1 1 0 0 0,-1 0 0 0 0,1 0-1 0 0,-1 0 1 0 0,1 0 0 0 0,-1 0 0 0 0,1-1-1 0 0,-1 1 1 0 0,1 0 0 0 0,-1 0-1 0 0,1 0 1 0 0,-1 0 0 0 0,1 0 0 0 0,-1 0-1 0 0,1 1 1 0 0,-1-1 0 0 0,1 0-1 0 0,-1 0 1 0 0,1 0 0 0 0,-1 0 0 0 0,1 1-1 0 0,-1-1 1 0 0,1 0 0 0 0,-1 0-1 0 0,0 1 1 0 0,1-1 0 0 0,-1 0 0 0 0,1 1-1 0 0,13 9 240 0 0,-14-10-288 0 0,11 9 190 0 0,-1 0 0 0 0,-1 0 0 0 0,1 1 0 0 0,-2 0 0 0 0,1 0 1 0 0,-1 1-1 0 0,-1 0 0 0 0,0 1 0 0 0,-1 0 0 0 0,0 0 0 0 0,-1 0 0 0 0,0 1 0 0 0,-1-1 0 0 0,0 1 1 0 0,-1 0-1 0 0,2 21 0 0 0,-1 0 492 0 0,-4-32-563 0 0,0-2-103 0 0,0 0-1 0 0,0 0 1 0 0,0-1-1 0 0,0 1 1 0 0,0 0-1 0 0,0 0 1 0 0,-1 0-1 0 0,1 0 1 0 0,0 0-1 0 0,0-1 1 0 0,0 1-1 0 0,0 0 1 0 0,0 0-1 0 0,0 0 1 0 0,-1 0 0 0 0,1 0-1 0 0,0 0 1 0 0,0 0-1 0 0,0 0 1 0 0,0 0-1 0 0,-1 0 1 0 0,1-1-1 0 0,0 1 1 0 0,0 0-1 0 0,0 0 1 0 0,0 0-1 0 0,-1 0 1 0 0,1 0-1 0 0,0 0 1 0 0,0 0-1 0 0,0 0 1 0 0,0 0-1 0 0,-1 0 1 0 0,1 1-1 0 0,0-1 1 0 0,0 0-1 0 0,0 0 1 0 0,0 0-1 0 0,-1 0 1 0 0,1 0 0 0 0,0 0-1 0 0,0 0 1 0 0,0 0-1 0 0,0 0 1 0 0,0 0-1 0 0,-1 1 1 0 0,1-1-1 0 0,0 0 1 0 0,0 0-1 0 0,0 0 1 0 0,0 0-1 0 0,0 0 1 0 0,0 1-1 0 0,0-1 1 0 0,0 0-1 0 0,0 0 1 0 0,-1 0-1 0 0,1 0 1 0 0,0 1-1 0 0,0-1 1 0 0,0 0-1 0 0,0 0 1 0 0,0 0-1 0 0,0 0 1 0 0,0 1 0 0 0,0-1-1 0 0,0 0 1 0 0,-2-8-58 0 0,-1 1 0 0 0,1-1 1 0 0,0 0-1 0 0,0-1 0 0 0,1 1 1 0 0,0 0-1 0 0,1-11 0 0 0,0-18-458 0 0,1-13-929 0 0,3 17-5078 0 0,-1 20 177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49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1 545 2500 0 0,'1'3'6435'0'0,"-1"-2"-5720"0"0,1 1-1 0 0,0 0 0 0 0,0 0 0 0 0,0 0 1 0 0,0 0-1 0 0,0-1 0 0 0,0 1 0 0 0,1 0 1 0 0,-1-1-1 0 0,0 1 0 0 0,1-1 0 0 0,1 2 1 0 0,-1-2-581 0 0,-1-1 0 0 0,0 1-1 0 0,0-1 1 0 0,0 0 0 0 0,0 1 0 0 0,0-1 0 0 0,0 0 0 0 0,1 1 0 0 0,-1-1 0 0 0,0 0 0 0 0,0 0 0 0 0,0 0 0 0 0,0 0 0 0 0,1 0 0 0 0,-1 0 0 0 0,0-1 0 0 0,0 1 0 0 0,0 0 0 0 0,0-1 0 0 0,2 0 0 0 0,22-9 666 0 0,0-1 1 0 0,44-28-1 0 0,-58 32-639 0 0,-1 0 0 0 0,0-1 0 0 0,-1 1 0 0 0,0-2 0 0 0,0 0 0 0 0,-1 0 0 0 0,0 0-1 0 0,0-1 1 0 0,7-13 0 0 0,-14 22-53 0 0,0-1 0 0 0,0 0-1 0 0,0 1 1 0 0,0-1-1 0 0,-1 0 1 0 0,1 0 0 0 0,0 0-1 0 0,-1 0 1 0 0,1 0-1 0 0,-1 0 1 0 0,0 0 0 0 0,1 0-1 0 0,-1 0 1 0 0,0 0-1 0 0,0 0 1 0 0,-1 0 0 0 0,1 0-1 0 0,0 0 1 0 0,-1 0-1 0 0,1 0 1 0 0,-1 0 0 0 0,1 0-1 0 0,-1 1 1 0 0,0-1-1 0 0,0 0 1 0 0,0 0 0 0 0,0 0-1 0 0,0 1 1 0 0,0-1-1 0 0,0 1 1 0 0,-1-1 0 0 0,1 1-1 0 0,-1-1 1 0 0,1 1 0 0 0,-1 0-1 0 0,1 0 1 0 0,-3-2-1 0 0,2 3-45 0 0,1-1 0 0 0,-1 1-1 0 0,0 0 1 0 0,1 0-1 0 0,-1 0 1 0 0,1 0 0 0 0,-1 0-1 0 0,1 0 1 0 0,-1 0 0 0 0,1 1-1 0 0,-1-1 1 0 0,1 0-1 0 0,-1 1 1 0 0,1-1 0 0 0,-1 1-1 0 0,-1 1 1 0 0,-23 12 471 0 0,25-14-507 0 0,-5 4 63 0 0,-1 1-1 0 0,1-1 1 0 0,0 1-1 0 0,0 0 1 0 0,0 0 0 0 0,1 1-1 0 0,0 0 1 0 0,-6 8-1 0 0,9-10-80 0 0,-1 0 1 0 0,2 0-1 0 0,-1 0 0 0 0,0 0 1 0 0,1 0-1 0 0,0 1 0 0 0,0-1 1 0 0,0 0-1 0 0,0 1 0 0 0,1-1 0 0 0,0 0 1 0 0,0 1-1 0 0,0-1 0 0 0,0 1 1 0 0,1-1-1 0 0,1 7 0 0 0,0-5-25 0 0,0 1-1 0 0,1-1 0 0 0,0 1 1 0 0,0-1-1 0 0,0 0 0 0 0,1 0 1 0 0,0 0-1 0 0,0-1 1 0 0,1 1-1 0 0,-1-1 0 0 0,1 0 1 0 0,0-1-1 0 0,0 1 0 0 0,1-1 1 0 0,0 0-1 0 0,-1 0 1 0 0,1 0-1 0 0,0-1 0 0 0,9 3 1 0 0,-4-1-22 0 0,1 0 0 0 0,0-1 1 0 0,1-1-1 0 0,-1 0 1 0 0,1 0-1 0 0,-1-1 0 0 0,1-1 1 0 0,0 0-1 0 0,20-2 1 0 0,4-3-148 0 0,43-11 0 0 0,-65 12 73 0 0,0-2 0 0 0,0 0 0 0 0,-1 0 0 0 0,0-1 0 0 0,23-14-1 0 0,-34 18 78 0 0,1 0 0 0 0,-1-1 0 0 0,0 0 0 0 0,0 1-1 0 0,0-1 1 0 0,0 0 0 0 0,0-1 0 0 0,-1 1-1 0 0,1 0 1 0 0,-1-1 0 0 0,0 1 0 0 0,0-1 0 0 0,0 0-1 0 0,0 0 1 0 0,-1 0 0 0 0,0 0 0 0 0,1 0-1 0 0,-2 0 1 0 0,1 0 0 0 0,0 0 0 0 0,-1 0 0 0 0,0 0-1 0 0,1 0 1 0 0,-2-1 0 0 0,1 1 0 0 0,0 0-1 0 0,-1 0 1 0 0,0 0 0 0 0,0 0 0 0 0,-2-6 0 0 0,1 5 95 0 0,-1 0 1 0 0,1 0 0 0 0,-1 0 0 0 0,0 0 0 0 0,0 0 0 0 0,0 1 0 0 0,-1-1-1 0 0,0 1 1 0 0,0 0 0 0 0,0 0 0 0 0,0 0 0 0 0,-1 1 0 0 0,1 0 0 0 0,-1 0-1 0 0,0 0 1 0 0,0 0 0 0 0,0 1 0 0 0,0-1 0 0 0,0 1 0 0 0,-1 0 0 0 0,1 1 0 0 0,-7-2-1 0 0,9 3-25 0 0,-1 0-1 0 0,1-1 1 0 0,0 1-1 0 0,-1 1 0 0 0,1-1 1 0 0,0 0-1 0 0,0 1 1 0 0,-1-1-1 0 0,1 1 0 0 0,0 0 1 0 0,0 0-1 0 0,0 1 0 0 0,0-1 1 0 0,0 0-1 0 0,0 1 1 0 0,0 0-1 0 0,1 0 0 0 0,-1 0 1 0 0,1 0-1 0 0,-1 0 1 0 0,1 0-1 0 0,0 1 0 0 0,0-1 1 0 0,0 1-1 0 0,0-1 1 0 0,0 1-1 0 0,0 0 0 0 0,1 0 1 0 0,-3 5-1 0 0,2-3-25 0 0,0 0 0 0 0,1 0 0 0 0,-1 0 0 0 0,1 0 0 0 0,0 0 0 0 0,1 0 0 0 0,-1 1 0 0 0,1-1 0 0 0,0 0 0 0 0,0 0 0 0 0,1 1 0 0 0,-1-1-1 0 0,1 0 1 0 0,1 0 0 0 0,-1 0 0 0 0,1 0 0 0 0,-1 0 0 0 0,4 5 0 0 0,0-1-49 0 0,0-1 0 0 0,1 1 1 0 0,1-1-1 0 0,-1 0 0 0 0,1 0 0 0 0,1-1 0 0 0,-1 0 0 0 0,1 0 0 0 0,0-1 1 0 0,1 0-1 0 0,0-1 0 0 0,13 7 0 0 0,-17-10-26 0 0,0 1 0 0 0,0-2 0 0 0,0 1 0 0 0,0-1 0 0 0,1 1 0 0 0,-1-1 0 0 0,1-1 0 0 0,-1 1 0 0 0,1-1 0 0 0,-1 0 0 0 0,1 0 0 0 0,-1-1 0 0 0,1 0 0 0 0,-1 0 0 0 0,0 0 0 0 0,1 0 0 0 0,-1-1 0 0 0,0 0 0 0 0,0 0 0 0 0,0 0 0 0 0,0-1 0 0 0,0 0 0 0 0,-1 1 0 0 0,9-8 0 0 0,-10 7 68 0 0,-1 1 1 0 0,1-1-1 0 0,-1 1 0 0 0,0-1 0 0 0,0 0 1 0 0,0 0-1 0 0,0 0 0 0 0,0 0 0 0 0,0-1 1 0 0,-1 1-1 0 0,0 0 0 0 0,0-1 0 0 0,0 1 1 0 0,0-1-1 0 0,0 1 0 0 0,-1-1 1 0 0,1 1-1 0 0,-1-1 0 0 0,0 0 0 0 0,0 1 1 0 0,0-1-1 0 0,-1 1 0 0 0,1-1 0 0 0,-1 1 1 0 0,0-1-1 0 0,0 1 0 0 0,0-1 0 0 0,0 1 1 0 0,-3-4-1 0 0,4 6 22 0 0,-1-1-1 0 0,1 1 1 0 0,-1 0-1 0 0,0 0 1 0 0,0 0-1 0 0,1 0 1 0 0,-1 0 0 0 0,0 0-1 0 0,0 0 1 0 0,0 0-1 0 0,0 0 1 0 0,0 0-1 0 0,0 0 1 0 0,-1 1 0 0 0,1-1-1 0 0,0 0 1 0 0,0 1-1 0 0,0-1 1 0 0,-1 1 0 0 0,1-1-1 0 0,0 1 1 0 0,-1 0-1 0 0,1 0 1 0 0,0-1-1 0 0,-1 1 1 0 0,1 0 0 0 0,0 0-1 0 0,-1 0 1 0 0,1 0-1 0 0,0 1 1 0 0,-1-1-1 0 0,1 0 1 0 0,0 0 0 0 0,-1 1-1 0 0,1-1 1 0 0,0 1-1 0 0,0-1 1 0 0,-2 2-1 0 0,1-1 22 0 0,0 1-1 0 0,0-1 0 0 0,0 1 0 0 0,0 0 1 0 0,0 0-1 0 0,1 0 0 0 0,-1 0 0 0 0,0 0 1 0 0,1 0-1 0 0,0 0 0 0 0,-1 0 0 0 0,1 0 1 0 0,0 1-1 0 0,0-1 0 0 0,0 1 0 0 0,1-1 1 0 0,-2 5-1 0 0,2-3-52 0 0,0 0 0 0 0,1-1 1 0 0,-1 1-1 0 0,1 0 0 0 0,0 0 0 0 0,0 0 1 0 0,0-1-1 0 0,0 1 0 0 0,1-1 0 0 0,-1 1 1 0 0,1-1-1 0 0,0 1 0 0 0,0-1 0 0 0,0 0 1 0 0,1 0-1 0 0,-1 0 0 0 0,1 0 0 0 0,-1-1 1 0 0,1 1-1 0 0,0-1 0 0 0,4 3 0 0 0,3 3-26 0 0,0-1 0 0 0,1-1 0 0 0,0 0 0 0 0,0 0 0 0 0,14 4 0 0 0,0-2 11 0 0,0-1 0 0 0,0-1 1 0 0,0-1-1 0 0,1-1 0 0 0,-1-1 0 0 0,32-1 0 0 0,-43-2-25 0 0,1 0 0 0 0,-1-2-1 0 0,0 1 1 0 0,1-2-1 0 0,-1 0 1 0 0,0-1 0 0 0,-1 0-1 0 0,1-1 1 0 0,-1 0 0 0 0,1-1-1 0 0,-2-1 1 0 0,20-12-1 0 0,-30 17 37 0 0,1 0-1 0 0,-1 0 0 0 0,0 0 0 0 0,0-1 0 0 0,0 1 0 0 0,0 0 1 0 0,0-1-1 0 0,0 1 0 0 0,-1-1 0 0 0,1 0 0 0 0,-1 0 0 0 0,1 0 1 0 0,-1 1-1 0 0,0-1 0 0 0,-1 0 0 0 0,1 0 0 0 0,0 0 1 0 0,-1 0-1 0 0,1-1 0 0 0,-1 1 0 0 0,0 0 0 0 0,0 0 0 0 0,-1 0 1 0 0,0-4-1 0 0,0 3 56 0 0,0 0 1 0 0,0 1-1 0 0,0-1 1 0 0,-1 1 0 0 0,0 0-1 0 0,1-1 1 0 0,-1 1-1 0 0,-1 0 1 0 0,1 0-1 0 0,0 0 1 0 0,-1 1-1 0 0,1-1 1 0 0,-1 0 0 0 0,0 1-1 0 0,0 0 1 0 0,0 0-1 0 0,0 0 1 0 0,0 0-1 0 0,-1 0 1 0 0,-3-1-1 0 0,-4-2 100 0 0,0 2 0 0 0,0-1-1 0 0,-1 2 1 0 0,1-1 0 0 0,-1 1-1 0 0,-12 0 1 0 0,21 2-112 0 0,-1 0 1 0 0,1 0-1 0 0,0 0 1 0 0,-1 0-1 0 0,1 0 1 0 0,0 1-1 0 0,-1-1 1 0 0,1 1-1 0 0,0 0 1 0 0,0 0 0 0 0,-1 0-1 0 0,1 1 1 0 0,0-1-1 0 0,0 1 1 0 0,0 0-1 0 0,1 0 1 0 0,-1 0-1 0 0,0 0 1 0 0,1 0-1 0 0,-1 0 1 0 0,1 1-1 0 0,0-1 1 0 0,0 1-1 0 0,0-1 1 0 0,-3 6-1 0 0,4-5-26 0 0,0 0 0 0 0,0 1 0 0 0,0-1 0 0 0,1 0 0 0 0,0 0 0 0 0,-1 1 0 0 0,1-1 0 0 0,0 0 0 0 0,1 0 0 0 0,-1 1 0 0 0,1-1 0 0 0,-1 0 0 0 0,1 0 0 0 0,0 1 0 0 0,0-1 0 0 0,0 0 0 0 0,0 0 0 0 0,1 0 0 0 0,-1 0 0 0 0,1-1 0 0 0,3 5 0 0 0,0 0 5 0 0,1 0 0 0 0,0 0-1 0 0,0 0 1 0 0,0-1 0 0 0,1 0 0 0 0,12 9 0 0 0,-11-9-24 0 0,0-1 1 0 0,1 0-1 0 0,0-1 1 0 0,0 0-1 0 0,0 0 1 0 0,1-1-1 0 0,15 4 0 0 0,-21-6-3 0 0,-1-1-1 0 0,0 0 0 0 0,0 1 0 0 0,0-1 0 0 0,1 0 0 0 0,-1-1 0 0 0,0 1 0 0 0,0-1 0 0 0,1 1 0 0 0,-1-1 0 0 0,0 0 0 0 0,0 0 0 0 0,0 0 1 0 0,0 0-1 0 0,0-1 0 0 0,0 1 0 0 0,-1-1 0 0 0,1 0 0 0 0,0 0 0 0 0,-1 0 0 0 0,1 0 0 0 0,-1 0 0 0 0,0-1 0 0 0,0 1 0 0 0,0-1 0 0 0,0 1 0 0 0,2-4 1 0 0,0-2-16 0 0,-1 0 0 0 0,0 0 0 0 0,0 0 0 0 0,0 0 0 0 0,-1-1 0 0 0,-1 1 0 0 0,1-1 0 0 0,-1 1 0 0 0,-1-1 0 0 0,0 1 0 0 0,-1-15 0 0 0,-1 0-6 0 0,-2 0-1 0 0,0 0 1 0 0,-9-27-1 0 0,-5-7 49 0 0,-40-88 0 0 0,48 126 55 0 0,0-1 0 0 0,-1 2-1 0 0,-1 0 1 0 0,-1 0 0 0 0,0 1-1 0 0,-2 1 1 0 0,0 0 0 0 0,-16-14-1 0 0,28 27-29 0 0,0 1-1 0 0,-1-1 0 0 0,1 1 0 0 0,0 0 1 0 0,-1 0-1 0 0,1 0 0 0 0,-1 1 1 0 0,0-1-1 0 0,1 1 0 0 0,-1 0 1 0 0,0 0-1 0 0,0 0 0 0 0,0 0 1 0 0,0 1-1 0 0,0 0 0 0 0,-7 0 1 0 0,10 0-26 0 0,0 1 1 0 0,0 0-1 0 0,0 0 0 0 0,1-1 1 0 0,-1 1-1 0 0,0 0 1 0 0,0 0-1 0 0,1 0 1 0 0,-1 0-1 0 0,1 0 1 0 0,-1 0-1 0 0,1 0 1 0 0,-1 0-1 0 0,1 0 0 0 0,-1 1 1 0 0,1 1-1 0 0,-1-2 7 0 0,0 3-4 0 0,0 0 0 0 0,1 0 0 0 0,-1 0 0 0 0,0 0 0 0 0,1 0-1 0 0,0 0 1 0 0,0 0 0 0 0,0 0 0 0 0,1 0 0 0 0,-1 0 0 0 0,1 0 0 0 0,0 0-1 0 0,2 4 1 0 0,3 9 17 0 0,13 27 0 0 0,-10-24-9 0 0,15 28 14 0 0,2 0-1 0 0,42 55 0 0 0,4 8-75 0 0,-21-36-198 0 0,-15-26-289 0 0,-34-45 245 0 0,1-1 1 0 0,-1 1-1 0 0,1-1 1 0 0,0 0-1 0 0,6 5 1 0 0,9 2-4621 0 0,-3-5-1592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1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8537 0 0,'0'-1'6986'0'0,"1"-12"2521"0"0,7 23-4855 0 0,30 64-3525 0 0,-26-43-876 0 0,5 11 141 0 0,20 77 1 0 0,-35-102-399 0 0,-10-26-72 0 0,-9-29-3 0 0,14 25 64 0 0,0 1 0 0 0,1-1 0 0 0,1 0 0 0 0,0 0 0 0 0,1-21 0 0 0,0 26 22 0 0,1 1-1 0 0,0-1 1 0 0,0 0 0 0 0,1 0-1 0 0,0 1 1 0 0,0-1 0 0 0,1 1 0 0 0,0-1-1 0 0,0 1 1 0 0,5-8 0 0 0,-7 13 7 0 0,1 1 0 0 0,-1-1 0 0 0,0 1 0 0 0,1-1 1 0 0,-1 1-1 0 0,0 0 0 0 0,1 0 0 0 0,0 0 1 0 0,-1 0-1 0 0,1 0 0 0 0,0 0 0 0 0,-1 0 1 0 0,1 1-1 0 0,0-1 0 0 0,0 1 0 0 0,-1-1 0 0 0,1 1 1 0 0,0-1-1 0 0,0 1 0 0 0,0 0 0 0 0,0 0 1 0 0,0 0-1 0 0,0 0 0 0 0,-1 1 0 0 0,1-1 0 0 0,0 0 1 0 0,0 1-1 0 0,0-1 0 0 0,0 1 0 0 0,-1-1 1 0 0,1 1-1 0 0,0 0 0 0 0,-1 0 0 0 0,4 2 1 0 0,6 3 5 0 0,-1 1 0 0 0,0 1 0 0 0,-1 0-1 0 0,10 9 1 0 0,-13-12-1 0 0,4 4-7 0 0,0 1-1 0 0,0 1 1 0 0,-1-1 0 0 0,0 1 0 0 0,-1 1 0 0 0,0-1 0 0 0,-1 2 0 0 0,-1-1 0 0 0,10 23 0 0 0,-20-43-99 0 0,1-1-1 0 0,0 0 1 0 0,1 0 0 0 0,0 0-1 0 0,1 0 1 0 0,-2-18 0 0 0,4 15 17 0 0,1-1 1 0 0,-1 1 0 0 0,2 0 0 0 0,0 1-1 0 0,0-1 1 0 0,1 0 0 0 0,0 1-1 0 0,9-15 1 0 0,-13 25 73 0 0,0 1-1 0 0,1-1 1 0 0,-1 0 0 0 0,0 1-1 0 0,1-1 1 0 0,-1 1 0 0 0,1-1-1 0 0,-1 1 1 0 0,0 0 0 0 0,1-1-1 0 0,-1 1 1 0 0,1-1 0 0 0,0 1-1 0 0,-1 0 1 0 0,1-1 0 0 0,-1 1-1 0 0,1 0 1 0 0,-1 0 0 0 0,1-1-1 0 0,0 1 1 0 0,-1 0 0 0 0,1 0-1 0 0,0 0 1 0 0,-1 0 0 0 0,1 0-1 0 0,0 0 1 0 0,-1 0-1 0 0,1 0 1 0 0,-1 0 0 0 0,1 0-1 0 0,0 0 1 0 0,-1 0 0 0 0,1 0-1 0 0,0 1 1 0 0,-1-1 0 0 0,1 0-1 0 0,-1 0 1 0 0,1 1 0 0 0,-1-1-1 0 0,1 0 1 0 0,-1 1 0 0 0,1-1-1 0 0,-1 1 1 0 0,1-1 0 0 0,-1 1-1 0 0,1-1 1 0 0,-1 1 0 0 0,1-1-1 0 0,-1 1 1 0 0,0-1 0 0 0,1 1-1 0 0,-1 0 1 0 0,19 31 91 0 0,-19-30-92 0 0,10 17 15 0 0,0 1 0 0 0,1-2 0 0 0,0 1 0 0 0,2-2 0 0 0,0 1 0 0 0,18 16 0 0 0,-25-27-42 0 0,1-1 0 0 0,0 0 1 0 0,1 0-1 0 0,0-1 0 0 0,0 0 0 0 0,0 0 0 0 0,0-1 1 0 0,0 0-1 0 0,1 0 0 0 0,0-1 0 0 0,0 0 1 0 0,0-1-1 0 0,0 0 0 0 0,0 0 0 0 0,1-1 0 0 0,14 0 1 0 0,-13-2-44 0 0,-1 0 0 0 0,1-1 0 0 0,-1-1 0 0 0,0 0 0 0 0,0 0 0 0 0,0-1 0 0 0,0 0 0 0 0,0-1 0 0 0,-1 0 0 0 0,0 0 0 0 0,0-1 0 0 0,-1-1 0 0 0,1 1 0 0 0,11-13 0 0 0,-18 18 66 0 0,-1-1 0 0 0,1 0 0 0 0,-1 0 0 0 0,1 0 0 0 0,-1 0-1 0 0,1 0 1 0 0,-1 0 0 0 0,0 0 0 0 0,0 0 0 0 0,0-1 0 0 0,0 1-1 0 0,-1 0 1 0 0,1-1 0 0 0,0 1 0 0 0,-1 0 0 0 0,0-1 0 0 0,0 1-1 0 0,1-1 1 0 0,-1 1 0 0 0,-1-1 0 0 0,1 1 0 0 0,0 0 0 0 0,-1-1-1 0 0,1 1 1 0 0,-1-1 0 0 0,0 1 0 0 0,-1-5 0 0 0,0 4 42 0 0,-1-1 0 0 0,1 1 0 0 0,0 0 0 0 0,-1 0 0 0 0,0 0 0 0 0,0 0 1 0 0,0 0-1 0 0,0 0 0 0 0,0 1 0 0 0,0-1 0 0 0,-1 1 0 0 0,1 0 0 0 0,-1 0 1 0 0,0 0-1 0 0,-7-2 0 0 0,0 1 76 0 0,0 0 1 0 0,0 0-1 0 0,-1 1 1 0 0,1 0-1 0 0,-14 1 1 0 0,19 1-62 0 0,0 0 0 0 0,0 0-1 0 0,0 1 1 0 0,0 0 0 0 0,0 1 0 0 0,0-1 0 0 0,1 1 0 0 0,-1 0 0 0 0,1 0 0 0 0,-1 1-1 0 0,-9 6 1 0 0,13-8-43 0 0,1 0-1 0 0,-1 0 0 0 0,1 1 0 0 0,0-1 1 0 0,-1 1-1 0 0,1-1 0 0 0,0 1 1 0 0,0 0-1 0 0,0 0 0 0 0,0-1 0 0 0,0 1 1 0 0,0 0-1 0 0,0 0 0 0 0,1 0 1 0 0,-1 0-1 0 0,1 0 0 0 0,-1 0 1 0 0,1 0-1 0 0,0 0 0 0 0,-1 0 0 0 0,1 0 1 0 0,1 0-1 0 0,-1 0 0 0 0,0 0 1 0 0,0 0-1 0 0,1 0 0 0 0,-1 0 0 0 0,1 0 1 0 0,-1 0-1 0 0,1 0 0 0 0,0-1 1 0 0,0 1-1 0 0,1 2 0 0 0,2 4 5 0 0,1 1-1 0 0,0-1 0 0 0,1 0 1 0 0,0-1-1 0 0,11 12 0 0 0,-14-16-24 0 0,1 1-1 0 0,-1-1 0 0 0,0 0 1 0 0,1-1-1 0 0,0 1 0 0 0,0-1 1 0 0,0 0-1 0 0,0 0 0 0 0,0 0 1 0 0,0 0-1 0 0,1-1 1 0 0,-1 1-1 0 0,1-1 0 0 0,-1 0 1 0 0,1-1-1 0 0,-1 1 0 0 0,1-1 1 0 0,5 0-1 0 0,-7 0-6 0 0,1-1 0 0 0,0 0 0 0 0,-1 0 0 0 0,1 0 0 0 0,-1 0 0 0 0,1-1 0 0 0,-1 1 0 0 0,0-1 0 0 0,0 0 0 0 0,0 0 0 0 0,0 0 0 0 0,0-1 0 0 0,0 1 0 0 0,0 0 0 0 0,-1-1 0 0 0,1 0 0 0 0,-1 0 0 0 0,0 0 0 0 0,1 0 0 0 0,-2 0 1 0 0,1 0-1 0 0,3-7 0 0 0,-2 3 50 0 0,1-1 0 0 0,-1 1 1 0 0,-1-1-1 0 0,1 0 1 0 0,-1 0-1 0 0,-1 0 0 0 0,1 0 1 0 0,-1 0-1 0 0,-1 0 1 0 0,0 0-1 0 0,0 0 0 0 0,0 0 1 0 0,-1 0-1 0 0,0-1 1 0 0,-1 1-1 0 0,1 1 1 0 0,-6-13-1 0 0,7 19-22 0 0,0 0-1 0 0,0 1 1 0 0,0-1 0 0 0,0 0 0 0 0,-1 0-1 0 0,1 0 1 0 0,0 0 0 0 0,0 0 0 0 0,-1 0-1 0 0,1 1 1 0 0,-1-1 0 0 0,1 0 0 0 0,-1 0-1 0 0,1 1 1 0 0,-1-1 0 0 0,0 0-1 0 0,1 1 1 0 0,-1-1 0 0 0,0 0 0 0 0,1 1-1 0 0,-1-1 1 0 0,0 1 0 0 0,0-1 0 0 0,0 1-1 0 0,1 0 1 0 0,-1-1 0 0 0,0 1 0 0 0,-2-1-1 0 0,2 1 31 0 0,0 5-28 0 0,2 2-19 0 0,-1 1 0 0 0,1-1-1 0 0,1 1 1 0 0,0-1-1 0 0,-1 1 1 0 0,2-1 0 0 0,-1 0-1 0 0,1 0 1 0 0,1 0 0 0 0,-1 0-1 0 0,1-1 1 0 0,0 1-1 0 0,0-1 1 0 0,1 0 0 0 0,0 0-1 0 0,0-1 1 0 0,1 1-1 0 0,-1-1 1 0 0,8 5 0 0 0,-5-3-28 0 0,1-1 1 0 0,0 0 0 0 0,0 0 0 0 0,1 0 0 0 0,-1-1-1 0 0,1-1 1 0 0,0 0 0 0 0,1 0 0 0 0,-1-1-1 0 0,1 0 1 0 0,-1-1 0 0 0,1 0 0 0 0,13 0 0 0 0,-21-2-11 0 0,0 0 0 0 0,1 0 1 0 0,-1 0-1 0 0,1-1 1 0 0,-1 1-1 0 0,0-1 0 0 0,1 0 1 0 0,-1 0-1 0 0,0 0 1 0 0,0 0-1 0 0,1 0 0 0 0,-1-1 1 0 0,0 0-1 0 0,0 0 1 0 0,3-2-1 0 0,-4 2 21 0 0,-1 0 1 0 0,1 0-1 0 0,-1 0 0 0 0,1 0 1 0 0,-1 0-1 0 0,0-1 1 0 0,0 1-1 0 0,0 0 0 0 0,0-1 1 0 0,0 1-1 0 0,-1-1 0 0 0,1 1 1 0 0,-1-1-1 0 0,1 1 1 0 0,-1-1-1 0 0,0 1 0 0 0,0-1 1 0 0,0 1-1 0 0,-1-5 0 0 0,-1-3 117 0 0,0 0-1 0 0,0 0 0 0 0,-1 0 0 0 0,-1 1 1 0 0,0-1-1 0 0,0 1 0 0 0,-1-1 0 0 0,0 1 1 0 0,0 1-1 0 0,-1-1 0 0 0,0 1 0 0 0,-10-9 1 0 0,16 16-84 0 0,0 1 0 0 0,0-1 0 0 0,-1 1 0 0 0,1-1 0 0 0,0 1 0 0 0,-1 0 0 0 0,1-1 0 0 0,-1 1 0 0 0,1-1 0 0 0,0 1 0 0 0,-1 0 0 0 0,1 0 0 0 0,-1-1 0 0 0,1 1 0 0 0,-1 0 0 0 0,1 0 0 0 0,-1-1 0 0 0,1 1 0 0 0,-1 0 0 0 0,1 0 0 0 0,-1 0 0 0 0,1 0 0 0 0,-1 0 0 0 0,1 0 0 0 0,-1 0 0 0 0,1 0 0 0 0,-1 0 1 0 0,1 0-1 0 0,-1 0 0 0 0,1 0 0 0 0,-1 0 0 0 0,1 0 0 0 0,-1 0 0 0 0,1 1 0 0 0,-1-1 0 0 0,1 0 0 0 0,-1 0 0 0 0,1 1 0 0 0,-1-1 0 0 0,1 0 0 0 0,-1 0 0 0 0,1 1 0 0 0,-1 0 0 0 0,0 0-4 0 0,0 0 1 0 0,1 1-1 0 0,-1-1 0 0 0,0 1 0 0 0,1-1 1 0 0,-1 1-1 0 0,1-1 0 0 0,0 1 0 0 0,-1-1 1 0 0,1 1-1 0 0,0 0 0 0 0,0-1 1 0 0,0 1-1 0 0,0-1 0 0 0,0 1 0 0 0,1 1 1 0 0,5 23 16 0 0,1-1 1 0 0,1-1-1 0 0,1 1 0 0 0,1-1 1 0 0,21 36-1 0 0,-30-59-25 0 0,-1 0-1 0 0,0-1 0 0 0,0 1 0 0 0,1-1 0 0 0,-1 1 0 0 0,0 0 1 0 0,0-1-1 0 0,1 1 0 0 0,-1-1 0 0 0,1 1 0 0 0,-1-1 0 0 0,0 0 1 0 0,1 1-1 0 0,-1-1 0 0 0,1 1 0 0 0,-1-1 0 0 0,1 0 1 0 0,-1 1-1 0 0,1-1 0 0 0,0 0 0 0 0,-1 0 0 0 0,1 1 0 0 0,-1-1 1 0 0,1 0-1 0 0,0 0 0 0 0,-1 0 0 0 0,1 0 0 0 0,-1 0 1 0 0,1 0-1 0 0,0 0 0 0 0,-1 0 0 0 0,1 0 0 0 0,1 0 0 0 0,-1-1-4 0 0,0 0 0 0 0,0 0 0 0 0,0 0-1 0 0,0 0 1 0 0,0 0 0 0 0,0-1 0 0 0,0 1-1 0 0,0 0 1 0 0,0 0 0 0 0,0-1 0 0 0,-1 1-1 0 0,1-1 1 0 0,-1 1 0 0 0,1-3 0 0 0,9-33-223 0 0,-1-1 0 0 0,3-43 1 0 0,-6 34 32 0 0,1 15 28 0 0,-7 31 146 0 0,1-1 7 0 0,-1 2 17 0 0,0 0 0 0 0,0-1 0 0 0,0 1 0 0 0,0 0 0 0 0,0 0 1 0 0,0 0-1 0 0,0 0 0 0 0,0-1 0 0 0,0 1 0 0 0,0 0 0 0 0,0 0 0 0 0,0 0 0 0 0,0 0 1 0 0,1-1-1 0 0,-1 1 0 0 0,0 0 0 0 0,0 0 0 0 0,0 0 0 0 0,0 0 0 0 0,0-1 0 0 0,0 1 0 0 0,0 0 1 0 0,0 0-1 0 0,0 0 0 0 0,1 0 0 0 0,-1 0 0 0 0,0 0 0 0 0,0 0 0 0 0,0-1 0 0 0,0 1 1 0 0,0 0-1 0 0,1 0 0 0 0,-1 0 0 0 0,0 0 0 0 0,0 0 0 0 0,0 0 0 0 0,0 0 0 0 0,0 0 0 0 0,1 0 1 0 0,-1 0-1 0 0,0 0 0 0 0,0 0 0 0 0,0 0 0 0 0,1 0 0 0 0,-1 0 0 0 0,0 0 0 0 0,0 0 1 0 0,0 0-1 0 0,0 0 0 0 0,1 0 0 0 0,16 53 101 0 0,-13-41-89 0 0,-1 1 1 0 0,2-1 0 0 0,-1 0 0 0 0,2 0 0 0 0,-1-1 0 0 0,2 1 0 0 0,12 17 0 0 0,-12-21-23 0 0,0 0 1 0 0,0-1-1 0 0,1 1 1 0 0,0-1 0 0 0,0-1-1 0 0,1 0 1 0 0,0 0-1 0 0,0 0 1 0 0,0-1-1 0 0,0-1 1 0 0,1 1 0 0 0,0-2-1 0 0,0 1 1 0 0,0-1-1 0 0,0-1 1 0 0,1 0 0 0 0,-1 0-1 0 0,1-1 1 0 0,-1-1-1 0 0,1 0 1 0 0,-1 0 0 0 0,1-1-1 0 0,-1 0 1 0 0,1 0-1 0 0,13-5 1 0 0,-15 3-28 0 0,1 0 0 0 0,-1-1 0 0 0,0 0 0 0 0,-1-1 0 0 0,1 1 0 0 0,-1-1 0 0 0,0-1 0 0 0,0 0 0 0 0,0 0 0 0 0,-1-1 0 0 0,10-11 0 0 0,-14 15 36 0 0,0-1 0 0 0,-1 1 0 0 0,0-1 0 0 0,1 0 0 0 0,-2 0 0 0 0,1 1 0 0 0,0-1 0 0 0,-1 0 0 0 0,1-1 0 0 0,-1 1 0 0 0,-1 0 0 0 0,1 0 0 0 0,0 0-1 0 0,-1-1 1 0 0,0 1 0 0 0,0 0 0 0 0,0-1 0 0 0,-1 1 0 0 0,1 0 0 0 0,-1 0 0 0 0,0 0 0 0 0,0-1 0 0 0,0 1 0 0 0,-1 0 0 0 0,0 0 0 0 0,1 0 0 0 0,-1 1 0 0 0,-3-5-1 0 0,1 1 39 0 0,-1 1 0 0 0,1 1-1 0 0,-1-1 1 0 0,0 1 0 0 0,0 0-1 0 0,0 0 1 0 0,-1 0-1 0 0,0 1 1 0 0,0-1 0 0 0,0 2-1 0 0,0-1 1 0 0,-1 1-1 0 0,1 0 1 0 0,-1 0 0 0 0,0 0-1 0 0,-12-2 1 0 0,13 4-17 0 0,1 0-1 0 0,0 1 1 0 0,-1 0 0 0 0,1 0 0 0 0,0 0-1 0 0,-1 1 1 0 0,1-1 0 0 0,0 1-1 0 0,-1 1 1 0 0,1-1 0 0 0,0 1 0 0 0,0-1-1 0 0,0 2 1 0 0,0-1 0 0 0,1 0 0 0 0,-1 1-1 0 0,0 0 1 0 0,1 0 0 0 0,0 0-1 0 0,0 1 1 0 0,0 0 0 0 0,0-1 0 0 0,-4 7-1 0 0,6-8-12 0 0,0 1 0 0 0,0-1 0 0 0,0 1-1 0 0,1 0 1 0 0,-1 0 0 0 0,1 0 0 0 0,0 0-1 0 0,-1 0 1 0 0,1 0 0 0 0,1 0 0 0 0,-1 0 0 0 0,0 1-1 0 0,1-1 1 0 0,-1 0 0 0 0,1 0 0 0 0,0 1-1 0 0,0-1 1 0 0,1 4 0 0 0,0-2-4 0 0,0-1 0 0 0,1 1 0 0 0,-1-1 0 0 0,1 0 0 0 0,0 0 0 0 0,0 0 0 0 0,0 0 0 0 0,1 0 0 0 0,0 0 0 0 0,-1 0 0 0 0,1-1 0 0 0,4 4 0 0 0,-3-3-13 0 0,0 0 1 0 0,0 0 0 0 0,1-1 0 0 0,0 1-1 0 0,-1-1 1 0 0,1 0 0 0 0,0-1-1 0 0,0 1 1 0 0,1-1 0 0 0,-1 0 0 0 0,0 0-1 0 0,1 0 1 0 0,-1-1 0 0 0,1 0 0 0 0,0 0-1 0 0,-1-1 1 0 0,1 1 0 0 0,0-1-1 0 0,0 0 1 0 0,-1-1 0 0 0,9-1 0 0 0,-9 0-3 0 0,-1 1 1 0 0,1-1-1 0 0,-1-1 1 0 0,0 1-1 0 0,0 0 1 0 0,0-1-1 0 0,0 0 1 0 0,0 0-1 0 0,0 0 1 0 0,-1-1-1 0 0,0 1 1 0 0,1-1-1 0 0,-1 0 1 0 0,-1 0-1 0 0,1 0 1 0 0,0 0-1 0 0,-1 0 1 0 0,0-1-1 0 0,2-6 1 0 0,-1 4 19 0 0,-1 0-1 0 0,-1 0 1 0 0,1 0 0 0 0,-1 0-1 0 0,0-1 1 0 0,-1 1 0 0 0,0 0-1 0 0,0-1 1 0 0,0 1 0 0 0,-1 0 0 0 0,0-1-1 0 0,-3-9 1 0 0,3 16 2 0 0,1-1-1 0 0,0 1 1 0 0,-1 0-1 0 0,1 0 1 0 0,0-1 0 0 0,-1 1-1 0 0,1 0 1 0 0,-1 0-1 0 0,0 0 1 0 0,1 0 0 0 0,-1 0-1 0 0,0 0 1 0 0,0 0-1 0 0,0 0 1 0 0,0 0 0 0 0,0 0-1 0 0,0 0 1 0 0,-1-1 0 0 0,1 2-6 0 0,0 0 1 0 0,1 0-1 0 0,-1 0 0 0 0,0 0 1 0 0,1 0-1 0 0,-1 0 1 0 0,0 0-1 0 0,1 1 1 0 0,-1-1-1 0 0,0 0 1 0 0,1 0-1 0 0,-1 1 1 0 0,0-1-1 0 0,1 0 1 0 0,-1 1-1 0 0,0-1 1 0 0,1 0-1 0 0,-1 1 1 0 0,1-1-1 0 0,-1 1 1 0 0,1-1-1 0 0,-1 1 1 0 0,1-1-1 0 0,-1 2 1 0 0,0-1-5 0 0,1-1 0 0 0,-1 1 1 0 0,1 0-1 0 0,0 0 0 0 0,-1 0 1 0 0,1-1-1 0 0,0 1 0 0 0,-1 0 1 0 0,1 0-1 0 0,0 0 0 0 0,0 0 1 0 0,0-1-1 0 0,0 1 0 0 0,0 0 1 0 0,0 0-1 0 0,0 0 0 0 0,0 0 1 0 0,0-1-1 0 0,0 1 0 0 0,1 1 1 0 0,-1 1 2 0 0,0 5-10 0 0,1 0 1 0 0,-1-1 0 0 0,1 1 0 0 0,0-1 0 0 0,1 1 0 0 0,0-1-1 0 0,0 0 1 0 0,1 1 0 0 0,0-1 0 0 0,0 0 0 0 0,0-1-1 0 0,1 1 1 0 0,0 0 0 0 0,0-1 0 0 0,1 0 0 0 0,0 0 0 0 0,7 7-1 0 0,-5-7-3 0 0,0 0 0 0 0,0-1 0 0 0,1 0 0 0 0,-1 0 0 0 0,1 0 0 0 0,0-1 0 0 0,1 0 0 0 0,-1-1 0 0 0,1 0 0 0 0,-1 0 0 0 0,1-1 0 0 0,0 0 0 0 0,0 0 0 0 0,12 0 0 0 0,-10-2-30 0 0,0 0 0 0 0,0-1 0 0 0,0 0 1 0 0,0-1-1 0 0,-1-1 0 0 0,1 1 0 0 0,0-1 0 0 0,-1-1 0 0 0,16-8 1 0 0,-22 11 16 0 0,-1-1 1 0 0,1 0 0 0 0,-1 0 0 0 0,0 0 0 0 0,0 0 0 0 0,0-1 0 0 0,0 1-1 0 0,0-1 1 0 0,0 0 0 0 0,-1 1 0 0 0,1-1 0 0 0,-1-1 0 0 0,0 1-1 0 0,0 0 1 0 0,0-1 0 0 0,0 1 0 0 0,-1-1 0 0 0,1 1 0 0 0,-1-1 0 0 0,0 0-1 0 0,0 1 1 0 0,0-1 0 0 0,-1 0 0 0 0,1 0 0 0 0,-1 0 0 0 0,0 1-1 0 0,0-1 1 0 0,0 0 0 0 0,-1 0 0 0 0,0-6 0 0 0,-2 3 45 0 0,0 0 1 0 0,0 1-1 0 0,0-1 0 0 0,-1 1 1 0 0,0 0-1 0 0,0 0 1 0 0,0 1-1 0 0,-1-1 0 0 0,0 1 1 0 0,0 0-1 0 0,0 0 1 0 0,-1 1-1 0 0,1-1 0 0 0,-12-6 1 0 0,13 9 8 0 0,-1 0 1 0 0,1 0 0 0 0,-1 0-1 0 0,1 0 1 0 0,-1 1-1 0 0,1-1 1 0 0,-1 1 0 0 0,0 0-1 0 0,0 1 1 0 0,-6-1-1 0 0,8 1-15 0 0,0 0 0 0 0,0 1 0 0 0,0-1 0 0 0,0 1 0 0 0,0 0 0 0 0,0 0 0 0 0,0 0-1 0 0,0 0 1 0 0,1 0 0 0 0,-1 1 0 0 0,0-1 0 0 0,1 1 0 0 0,-1-1 0 0 0,1 1 0 0 0,-1 0 0 0 0,1 0-1 0 0,-3 4 1 0 0,3-4-13 0 0,-1 1 0 0 0,1 0 0 0 0,0 0 0 0 0,0 0 0 0 0,1 0 0 0 0,-1 0 0 0 0,1 1 0 0 0,-1-1 0 0 0,1 0 0 0 0,0 1-1 0 0,0-1 1 0 0,0 1 0 0 0,1-1 0 0 0,0 1 0 0 0,-1-1 0 0 0,1 1 0 0 0,0-1 0 0 0,0 1 0 0 0,1 0 0 0 0,-1-1 0 0 0,1 1 0 0 0,0-1 0 0 0,0 0 0 0 0,0 1-1 0 0,0-1 1 0 0,4 6 0 0 0,-3-4-22 0 0,1 0 0 0 0,0-1-1 0 0,0 1 1 0 0,1-1-1 0 0,-1 0 1 0 0,1 0 0 0 0,0 0-1 0 0,0-1 1 0 0,1 1-1 0 0,-1-1 1 0 0,1 0 0 0 0,-1 0-1 0 0,1-1 1 0 0,0 1-1 0 0,0-1 1 0 0,10 3 0 0 0,-10-4-5 0 0,0 0 1 0 0,0-1-1 0 0,0 1 1 0 0,0-1-1 0 0,0 0 1 0 0,0-1 0 0 0,0 1-1 0 0,0-1 1 0 0,0 0-1 0 0,-1 0 1 0 0,1 0-1 0 0,0-1 1 0 0,0 0 0 0 0,-1 0-1 0 0,1 0 1 0 0,-1 0-1 0 0,0-1 1 0 0,1 0-1 0 0,-1 0 1 0 0,0 0 0 0 0,-1 0-1 0 0,1-1 1 0 0,-1 1-1 0 0,1-1 1 0 0,-1 0-1 0 0,0 0 1 0 0,0 0 0 0 0,-1 0-1 0 0,1-1 1 0 0,-1 1-1 0 0,0-1 1 0 0,0 1 0 0 0,-1-1-1 0 0,1 0 1 0 0,-1 0-1 0 0,0 0 1 0 0,0 0-1 0 0,-1 0 1 0 0,1 0 0 0 0,-1 0-1 0 0,0 0 1 0 0,-1 0-1 0 0,0-6 1 0 0,-5-10 892 0 0,-1 39-664 0 0,5-6-189 0 0,1 0-1 0 0,0 0 1 0 0,0 0-1 0 0,3 23 1 0 0,-1-15-7 0 0,4 47 40 0 0,3 0 0 0 0,28 110 0 0 0,55 125 117 0 0,-74-253-119 0 0,-16-48 10 0 0,-6-2-36 0 0,-1-2-20 0 0,0 0-1 0 0,0 0 1 0 0,0 0-1 0 0,0-1 1 0 0,1 1-1 0 0,0-2 0 0 0,-1 1 1 0 0,-7-8-1 0 0,-40-51 20 0 0,22 26-17 0 0,7 11-5 0 0,11 13 0 0 0,0-1-1 0 0,1-1 0 0 0,1 0 0 0 0,1 0 1 0 0,-13-23-1 0 0,20 32-13 0 0,1 0 0 0 0,-1 0-1 0 0,1 0 1 0 0,0-1 0 0 0,0 0 0 0 0,1 1 0 0 0,0-1 0 0 0,0-9-1 0 0,1 12-206 0 0,0 1-1 0 0,1-1 0 0 0,-1 0 0 0 0,1 1 0 0 0,0-1 0 0 0,2-6 0 0 0,-1 6-547 0 0,1-1 0 0 0,-1 2-1 0 0,0-1 1 0 0,1 0-1 0 0,0 0 1 0 0,4-4-1 0 0,10-8-5740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1 355 9013 0 0,'1'0'4390'0'0,"11"0"6861"0"0,-10 0-11065 0 0,-1 1 0 0 0,0-1 1 0 0,0 0-1 0 0,0 0 0 0 0,0 1 1 0 0,0-1-1 0 0,0 0 0 0 0,1 0 1 0 0,-1 0-1 0 0,0-1 0 0 0,0 1 1 0 0,0 0-1 0 0,0 0 0 0 0,0 0 1 0 0,1-1-1 0 0,-1 1 0 0 0,0-1 1 0 0,0 1-1 0 0,0-1 0 0 0,0 1 1 0 0,0-1-1 0 0,0 0 0 0 0,0 1 1 0 0,-1-1-1 0 0,1 0 0 0 0,1-1 1 0 0,25-31-304 0 0,-16 18 505 0 0,-3 4-321 0 0,0-1-1 0 0,-1 0 1 0 0,0 0-1 0 0,0 0 1 0 0,-2-1-1 0 0,1 0 1 0 0,-2 0-1 0 0,0 0 1 0 0,0-1-1 0 0,-1 1 1 0 0,-1-1-1 0 0,2-23 1 0 0,-4 36-51 0 0,0 0-1 0 0,0 0 1 0 0,0 0 0 0 0,0 0 0 0 0,0 0 0 0 0,0 0-1 0 0,0 1 1 0 0,0-1 0 0 0,0 0 0 0 0,-1 0 0 0 0,1 0-1 0 0,0 0 1 0 0,0 0 0 0 0,-1 0 0 0 0,1 1 0 0 0,-1-1 0 0 0,1 0-1 0 0,0 0 1 0 0,-1 1 0 0 0,0-1 0 0 0,1 0 0 0 0,-1 0-1 0 0,1 1 1 0 0,-1-1 0 0 0,0 1 0 0 0,1-1 0 0 0,-1 1-1 0 0,0-1 1 0 0,0 1 0 0 0,0-1 0 0 0,1 1 0 0 0,-1 0-1 0 0,0-1 1 0 0,0 1 0 0 0,0 0 0 0 0,0 0 0 0 0,0-1-1 0 0,1 1 1 0 0,-1 0 0 0 0,0 0 0 0 0,0 0 0 0 0,0 0-1 0 0,0 0 1 0 0,0 0 0 0 0,0 1 0 0 0,0-1 0 0 0,0 0 0 0 0,-1 1-1 0 0,-3 0 35 0 0,0 1-1 0 0,1 0 1 0 0,-1 0-1 0 0,1 0 1 0 0,-1 1-1 0 0,-7 5 1 0 0,8-4-28 0 0,-1 0 1 0 0,1 0-1 0 0,0 0 1 0 0,0 0 0 0 0,0 1-1 0 0,1-1 1 0 0,0 1 0 0 0,-1 0-1 0 0,2 0 1 0 0,-1 0 0 0 0,1 0-1 0 0,-1 1 1 0 0,1-1-1 0 0,1 1 1 0 0,-1-1 0 0 0,1 1-1 0 0,0 0 1 0 0,0 8 0 0 0,1-9-18 0 0,0 0 1 0 0,1 1 0 0 0,0-1 0 0 0,0 0 0 0 0,0 1 0 0 0,1-1 0 0 0,0 0 0 0 0,0 0 0 0 0,0 0 0 0 0,0 0-1 0 0,1 0 1 0 0,0-1 0 0 0,0 1 0 0 0,0-1 0 0 0,1 0 0 0 0,-1 0 0 0 0,1 0 0 0 0,0 0 0 0 0,8 5 0 0 0,-3-1-3 0 0,1-1 0 0 0,1-1 1 0 0,-1 0-1 0 0,1 0 1 0 0,0-1-1 0 0,0-1 1 0 0,1 1-1 0 0,-1-2 0 0 0,21 4 1 0 0,-26-6-11 0 0,0 0 0 0 0,0-1 0 0 0,0 0 0 0 0,0 0 0 0 0,0-1 0 0 0,0 1 0 0 0,0-1 0 0 0,0 0 0 0 0,0-1 0 0 0,-1 0 0 0 0,1 0 0 0 0,0 0 0 0 0,-1-1 0 0 0,1 1 0 0 0,-1-1 0 0 0,0 0 0 0 0,0-1 0 0 0,0 0 0 0 0,-1 1 0 0 0,1-1 0 0 0,4-6 0 0 0,-1 1-22 0 0,-1-1-1 0 0,0 0 0 0 0,-1-1 0 0 0,0 1 1 0 0,-1-1-1 0 0,0 0 0 0 0,0-1 0 0 0,5-21 1 0 0,-6 16 15 0 0,-1 1 0 0 0,-1-1 1 0 0,0 0-1 0 0,-1 1 1 0 0,-3-33-1 0 0,2 44 28 0 0,-1 0 0 0 0,0 0 0 0 0,0 0 1 0 0,-1 0-1 0 0,1 1 0 0 0,-1-1 0 0 0,0 0 0 0 0,0 1 0 0 0,-1 0 0 0 0,1-1 1 0 0,-1 1-1 0 0,-5-7 0 0 0,7 11-14 0 0,1-1 0 0 0,0 1-1 0 0,-1 0 1 0 0,1 0 0 0 0,0-1 0 0 0,-1 1 0 0 0,1 0 0 0 0,0-1 0 0 0,-1 1-1 0 0,1 0 1 0 0,-1 0 0 0 0,1 0 0 0 0,-1 0 0 0 0,1-1 0 0 0,0 1-1 0 0,-1 0 1 0 0,1 0 0 0 0,-1 0 0 0 0,1 0 0 0 0,-1 0 0 0 0,1 0-1 0 0,-1 0 1 0 0,1 0 0 0 0,-1 0 0 0 0,1 0 0 0 0,0 1 0 0 0,-1-1-1 0 0,1 0 1 0 0,-1 0 0 0 0,1 0 0 0 0,-1 0 0 0 0,1 1 0 0 0,0-1 0 0 0,-1 0-1 0 0,1 0 1 0 0,0 1 0 0 0,-1-1 0 0 0,0 1-2 0 0,1 0 0 0 0,-1-1 1 0 0,1 1-1 0 0,0 0 0 0 0,-1-1 1 0 0,1 1-1 0 0,0 0 0 0 0,-1 0 0 0 0,1-1 1 0 0,0 1-1 0 0,0 0 0 0 0,-1 0 1 0 0,1 0-1 0 0,0-1 0 0 0,0 1 0 0 0,0 0 1 0 0,0 0-1 0 0,0 0 0 0 0,1 0 1 0 0,-1-1-1 0 0,0 1 0 0 0,0 0 0 0 0,0 0 1 0 0,1-1-1 0 0,-1 1 0 0 0,0 0 1 0 0,1 0-1 0 0,5 11 1 0 0,1 0 0 0 0,0 0 0 0 0,1-1 1 0 0,0-1-1 0 0,1 1 0 0 0,11 10 0 0 0,67 52 197 0 0,-57-49-92 0 0,-27-22-94 0 0,-1 0 1 0 0,1 0-1 0 0,-1 0 0 0 0,1 0 1 0 0,-1 0-1 0 0,0 1 1 0 0,0-1-1 0 0,0 1 0 0 0,0 0 1 0 0,0 0-1 0 0,-1 0 0 0 0,1 0 1 0 0,-1 0-1 0 0,0 0 1 0 0,0 0-1 0 0,0 0 0 0 0,1 3 1 0 0,-3-4-13 0 0,1-1 1 0 0,0 0 0 0 0,-1 0-1 0 0,1 1 1 0 0,-1-1-1 0 0,1 0 1 0 0,-1 0 0 0 0,0 0-1 0 0,1 0 1 0 0,-1 0 0 0 0,0 0-1 0 0,0 0 1 0 0,0 0-1 0 0,1 0 1 0 0,-1 0 0 0 0,0 0-1 0 0,0 0 1 0 0,-1-1 0 0 0,1 1-1 0 0,0 0 1 0 0,0-1-1 0 0,0 1 1 0 0,-2 0 0 0 0,-26 9-110 0 0,6-6-174 0 0,1 0-1 0 0,-33 1 1 0 0,-13-4-4079 0 0,58-1 2942 0 0,-28 1-5090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63 5965 0 0,'0'-12'4810'0'0,"-1"1"0"0"0,-1 0 0 0 0,-2-11 1 0 0,0 16 84 0 0,6 32-4459 0 0,24 157 604 0 0,16 223-386 0 0,-42-406-655 0 0,1 20-60 0 0,-4 31 0 0 0,3-47-13 0 0,0-1 1 0 0,-1 1-1 0 0,0 0 0 0 0,1-1 0 0 0,-1 1 0 0 0,-1-1 0 0 0,1 1 0 0 0,0-1 0 0 0,-1 0 0 0 0,0 1 1 0 0,0-1-1 0 0,0 0 0 0 0,0 0 0 0 0,0 0 0 0 0,-5 4 0 0 0,6-6 21 0 0,-1-1-1 0 0,1 1 1 0 0,0-1-1 0 0,0 1 1 0 0,-1-1-1 0 0,1 0 1 0 0,0 0-1 0 0,0 0 0 0 0,-1 1 1 0 0,1-1-1 0 0,0-1 1 0 0,-1 1-1 0 0,1 0 1 0 0,0 0-1 0 0,0 0 1 0 0,-1-1-1 0 0,1 1 1 0 0,0 0-1 0 0,-2-2 1 0 0,-24-13-450 0 0,-71-80-732 0 0,88 84 1208 0 0,-1 0 40 0 0,4 4 132 0 0,0 0-1 0 0,1 0 0 0 0,-10-13 0 0 0,16 18-84 0 0,-1 2-54 0 0,1 0 0 0 0,0 0 1 0 0,0 0-1 0 0,0-1 0 0 0,-1 1 1 0 0,1 0-1 0 0,0 0 1 0 0,0-1-1 0 0,0 1 0 0 0,0 0 1 0 0,0-1-1 0 0,0 1 0 0 0,0 0 1 0 0,0 0-1 0 0,0-1 1 0 0,0 1-1 0 0,-1 0 0 0 0,1-1 1 0 0,0 1-1 0 0,1 0 0 0 0,-1 0 1 0 0,0-1-1 0 0,0 1 0 0 0,0 0 1 0 0,0-1-1 0 0,0 1 1 0 0,0 0-1 0 0,0 0 0 0 0,0-1 1 0 0,0 1-1 0 0,1 0 0 0 0,-1 0 1 0 0,0-1-1 0 0,0 1 0 0 0,0 0 1 0 0,1 0-1 0 0,-1-1 1 0 0,0 1-1 0 0,0 0 0 0 0,1 0 1 0 0,-1-1-1 0 0,21-11 89 0 0,0 1-1 0 0,0 1 1 0 0,39-13-1 0 0,17-7-23 0 0,-26 7-35 0 0,66-33 23 0 0,-102 48-68 0 0,0-1-1 0 0,-1-1 1 0 0,0 0-1 0 0,0-1 1 0 0,15-17-1 0 0,-24 23 9 0 0,-1-1-1 0 0,0 0 1 0 0,0 0 0 0 0,0 0-1 0 0,-1-1 1 0 0,0 1-1 0 0,0-1 1 0 0,-1 0-1 0 0,0 0 1 0 0,0 0-1 0 0,0 0 1 0 0,-1 0 0 0 0,0 0-1 0 0,-1 0 1 0 0,0 0-1 0 0,0 0 1 0 0,0-1-1 0 0,-1 1 1 0 0,0 0 0 0 0,0 0-1 0 0,-4-11 1 0 0,2 8 62 0 0,0 1 1 0 0,-1-1 0 0 0,0 1 0 0 0,0 0 0 0 0,-1 0-1 0 0,0 0 1 0 0,-1 1 0 0 0,0 0 0 0 0,-1 0 0 0 0,1 0 0 0 0,-1 1-1 0 0,-1 0 1 0 0,1 1 0 0 0,-16-11 0 0 0,22 16-33 0 0,-1 0 1 0 0,1 0-1 0 0,-1 0 1 0 0,0 1-1 0 0,1-1 1 0 0,-1 0-1 0 0,0 1 1 0 0,1 0-1 0 0,-1-1 1 0 0,0 1-1 0 0,0 0 1 0 0,-2 0-1 0 0,4 0-17 0 0,-1 0 0 0 0,0 0-1 0 0,0 0 1 0 0,0 0-1 0 0,1 1 1 0 0,-1-1 0 0 0,0 0-1 0 0,0 1 1 0 0,0-1-1 0 0,1 0 1 0 0,-1 1 0 0 0,0-1-1 0 0,1 1 1 0 0,-1 0 0 0 0,0-1-1 0 0,1 1 1 0 0,-1-1-1 0 0,0 2 1 0 0,-1 1 8 0 0,1 1 0 0 0,-1-1 0 0 0,1 1 0 0 0,0-1 0 0 0,0 1 0 0 0,0 0 0 0 0,0-1 0 0 0,1 1 0 0 0,-1 7 0 0 0,2 18 70 0 0,0-1-1 0 0,2 1 1 0 0,13 54 0 0 0,-4-22 14 0 0,7 44 128 0 0,57 183 0 0 0,-55-244-213 0 0,-20-42-33 0 0,0 0-1 0 0,0 0 1 0 0,1 0-1 0 0,-1 0 0 0 0,0 0 1 0 0,1 0-1 0 0,-1-1 1 0 0,1 1-1 0 0,0 0 1 0 0,0-1-1 0 0,-1 1 1 0 0,1-1-1 0 0,0 0 1 0 0,0 0-1 0 0,0 0 1 0 0,0 0-1 0 0,3 1 1 0 0,-3-2-10 0 0,0 0 0 0 0,1 0 0 0 0,-1-1 0 0 0,0 1 0 0 0,0-1 0 0 0,0 0 0 0 0,0 0 0 0 0,0 0 0 0 0,-1 0 0 0 0,1 0 0 0 0,0 0 0 0 0,0 0 0 0 0,0 0 0 0 0,-1-1 0 0 0,1 1 0 0 0,-1-1 0 0 0,1 1 0 0 0,-1-1 0 0 0,0 1 0 0 0,0-1 0 0 0,2-2 0 0 0,21-41-314 0 0,-22 41 302 0 0,8-21-148 0 0,-1 0 1 0 0,-1-1-1 0 0,9-52 0 0 0,-16 76 188 0 0,3-17 223 0 0,-4 18 114 0 0,1 8-309 0 0,-1 2-18 0 0,1 1 0 0 0,1-1 1 0 0,-1 0-1 0 0,2 0 0 0 0,-1 0 0 0 0,1-1 1 0 0,0 1-1 0 0,1-1 0 0 0,0 1 0 0 0,7 9 1 0 0,-5-11-4 0 0,0 0 0 0 0,1-1 1 0 0,0 0-1 0 0,0 0 1 0 0,0-1-1 0 0,0 0 1 0 0,1 0-1 0 0,0-1 0 0 0,0 0 1 0 0,1 0-1 0 0,-1-1 1 0 0,1 0-1 0 0,-1 0 1 0 0,1-1-1 0 0,11 1 0 0 0,-8-1 0 0 0,1-1-1 0 0,0 0 1 0 0,0-1-1 0 0,-1 0 1 0 0,1-1 0 0 0,0-1-1 0 0,-1 0 1 0 0,1-1-1 0 0,-1 0 1 0 0,16-6-1 0 0,-26 8-8 0 0,1 0 0 0 0,-1 0 0 0 0,1-1-1 0 0,-1 1 1 0 0,0-1 0 0 0,1 1 0 0 0,-1-1 0 0 0,0 0 0 0 0,0 0-1 0 0,0 0 1 0 0,0 0 0 0 0,-1 0 0 0 0,1 0 0 0 0,0-1-1 0 0,-1 1 1 0 0,0 0 0 0 0,1-1 0 0 0,-1 1 0 0 0,0-1-1 0 0,0 1 1 0 0,0-1 0 0 0,-1 0 0 0 0,1 0 0 0 0,-1 1 0 0 0,1-1-1 0 0,-1 0 1 0 0,0 0 0 0 0,0 1 0 0 0,0-1 0 0 0,-1 0-1 0 0,1 0 1 0 0,-1 1 0 0 0,1-1 0 0 0,-1 0 0 0 0,-1-2 0 0 0,0 0 40 0 0,1 0 1 0 0,-1 0 0 0 0,-1 1 0 0 0,1-1-1 0 0,-1 1 1 0 0,1-1 0 0 0,-1 1 0 0 0,-1 0 0 0 0,1 0-1 0 0,0 0 1 0 0,-1 1 0 0 0,0-1 0 0 0,0 1-1 0 0,0 0 1 0 0,0 0 0 0 0,-1 0 0 0 0,-8-3 0 0 0,12 5-35 0 0,0 1 1 0 0,-1 0 0 0 0,1-1 0 0 0,0 1-1 0 0,0 0 1 0 0,-1 0 0 0 0,1 0-1 0 0,0 0 1 0 0,0 0 0 0 0,-1 0 0 0 0,1 1-1 0 0,0-1 1 0 0,0 0 0 0 0,0 1 0 0 0,-1-1-1 0 0,1 1 1 0 0,0-1 0 0 0,0 1-1 0 0,0-1 1 0 0,0 1 0 0 0,0 0 0 0 0,0-1-1 0 0,0 1 1 0 0,0 0 0 0 0,0 0 0 0 0,0 0-1 0 0,0 0 1 0 0,1 0 0 0 0,-1 0 0 0 0,0 0-1 0 0,1 0 1 0 0,-1 0 0 0 0,1 0-1 0 0,-1 0 1 0 0,1 1 0 0 0,-1 1 0 0 0,-1 1-2 0 0,1 0 1 0 0,0 1 0 0 0,-1 0-1 0 0,2-1 1 0 0,-1 1 0 0 0,0 0-1 0 0,1 0 1 0 0,0 5 0 0 0,2 0 16 0 0,0-1 1 0 0,0 1-1 0 0,1-1 1 0 0,0 0-1 0 0,1 0 1 0 0,0 0-1 0 0,0 0 1 0 0,1-1 0 0 0,0 1-1 0 0,1-1 1 0 0,0 0-1 0 0,0-1 1 0 0,9 9-1 0 0,-9-10-200 0 0,-1-1-1 0 0,1-1 1 0 0,1 1-1 0 0,-1-1 1 0 0,0 0-1 0 0,1 0 0 0 0,12 4 1 0 0,-14-6-371 0 0,0 0-1 0 0,0-1 1 0 0,0 0-1 0 0,1 0 1 0 0,-1-1 0 0 0,0 1-1 0 0,0-1 1 0 0,0 0-1 0 0,1-1 1 0 0,-1 1 0 0 0,10-3-1 0 0,4-2-5946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87 520 0 0,'-1'-9'6897'0'0,"-2"-23"4362"0"0,2 25-9424 0 0,0 1 0 0 0,-1-1 0 0 0,1 1 0 0 0,-6-14 1861 0 0,6 27-3247 0 0,-2 29-105 0 0,2 0 0 0 0,2-1 0 0 0,1 1 0 0 0,9 44 0 0 0,37 148 232 0 0,-43-206-528 0 0,4 14-1 0 0,15 58 49 0 0,-20-82-96 0 0,0 0 0 0 0,2 0 1 0 0,-1 0-1 0 0,1-1 0 0 0,12 17 1 0 0,-17-27-7 0 0,0 0 0 0 0,0 1-1 0 0,0-1 1 0 0,0 1 0 0 0,1-1 0 0 0,-1 0 0 0 0,0 0 0 0 0,1 0 0 0 0,-1 0 0 0 0,1 0 0 0 0,-1 0 0 0 0,1 0 0 0 0,-1 0 0 0 0,1 0 0 0 0,0-1 0 0 0,-1 1 0 0 0,1-1 0 0 0,0 1 0 0 0,-1-1-1 0 0,1 0 1 0 0,0 0 0 0 0,3 0 0 0 0,-2 0-7 0 0,-1-1 0 0 0,1 0-1 0 0,0 0 1 0 0,-1 0 0 0 0,1 0-1 0 0,-1 0 1 0 0,1-1 0 0 0,-1 1-1 0 0,0-1 1 0 0,1 1 0 0 0,-1-1-1 0 0,0 0 1 0 0,2-2 0 0 0,3-4-29 0 0,-1 0-1 0 0,1 0 1 0 0,-2-1 0 0 0,1 0 0 0 0,-1 0 0 0 0,6-17 0 0 0,-5 7 56 0 0,-2 0 0 0 0,0 0 0 0 0,-1 0-1 0 0,-1-1 1 0 0,-1-34 0 0 0,-1 48 33 0 0,0 0-1 0 0,-1 1 0 0 0,0-1 1 0 0,0 1-1 0 0,-1-1 1 0 0,1 1-1 0 0,-1-1 0 0 0,-3-6 1 0 0,4 12-43 0 0,1-1 0 0 0,0 1 0 0 0,-1 0 0 0 0,1-1 1 0 0,0 1-1 0 0,-1 0 0 0 0,1-1 0 0 0,0 1 0 0 0,-1 0 0 0 0,1-1 1 0 0,-1 1-1 0 0,1 0 0 0 0,0 0 0 0 0,-1 0 0 0 0,1 0 1 0 0,-1-1-1 0 0,1 1 0 0 0,-1 0 0 0 0,1 0 0 0 0,-1 0 0 0 0,1 0 1 0 0,0 0-1 0 0,-1 0 0 0 0,1 0 0 0 0,-1 0 0 0 0,1 0 1 0 0,-1 0-1 0 0,1 0 0 0 0,-1 1 0 0 0,1-1 0 0 0,-1 0 1 0 0,1 0-1 0 0,0 0 0 0 0,-1 0 0 0 0,1 1 0 0 0,-1-1 0 0 0,1 0 1 0 0,0 1-1 0 0,-1-1 0 0 0,1 0 0 0 0,-1 1 0 0 0,-13 16 41 0 0,9-4-43 0 0,1 1-1 0 0,1 0 1 0 0,0-1-1 0 0,0 1 1 0 0,2 0-1 0 0,-1 1 1 0 0,2-1-1 0 0,0 0 1 0 0,1 0-1 0 0,5 27 1 0 0,-5-35-7 0 0,1-1 0 0 0,-1 1-1 0 0,2-1 1 0 0,-1 1 0 0 0,1-1 0 0 0,-1 0-1 0 0,1 0 1 0 0,1 0 0 0 0,-1 0 0 0 0,1-1-1 0 0,0 1 1 0 0,0-1 0 0 0,0 0 0 0 0,0 0-1 0 0,1 0 1 0 0,0-1 0 0 0,-1 0 0 0 0,1 0-1 0 0,1 0 1 0 0,-1 0 0 0 0,0-1 0 0 0,1 0-1 0 0,-1 0 1 0 0,1 0 0 0 0,0-1 0 0 0,-1 0-1 0 0,1 0 1 0 0,0 0 0 0 0,0-1 0 0 0,0 0-1 0 0,-1 0 1 0 0,1 0 0 0 0,0-1 0 0 0,0 0-1 0 0,0 0 1 0 0,9-3 0 0 0,-12 3-9 0 0,-1 0 0 0 0,1 0 0 0 0,-1 0 0 0 0,1 0 0 0 0,-1-1 1 0 0,0 1-1 0 0,1-1 0 0 0,-1 0 0 0 0,0 1 0 0 0,0-1 0 0 0,0 0 0 0 0,0 0 0 0 0,0 0 0 0 0,-1 0 0 0 0,1-1 0 0 0,-1 1 1 0 0,1 0-1 0 0,-1-1 0 0 0,0 1 0 0 0,2-4 0 0 0,-2 1-9 0 0,0 0 1 0 0,0 0-1 0 0,-1 1 1 0 0,0-1-1 0 0,1 0 1 0 0,-1 0-1 0 0,-1 0 1 0 0,1 0-1 0 0,-1 0 1 0 0,-2-8-1 0 0,0 3-14 0 0,0 1-1 0 0,0 0 1 0 0,-1 0 0 0 0,-1 0-1 0 0,1 0 1 0 0,-1 1 0 0 0,-1 0-1 0 0,1 0 1 0 0,-1 0 0 0 0,-1 1-1 0 0,-8-9 1 0 0,10 12-82 0 0,1 1 0 0 0,-1-1 0 0 0,0 1 0 0 0,0 0 0 0 0,0 1 0 0 0,-11-5 0 0 0,14 7-132 0 0,-2 4-203 0 0,3-4 426 0 0,1 0 0 0 0,-1 0 1 0 0,1 1-1 0 0,-1-1 0 0 0,1 0 1 0 0,-1 1-1 0 0,1-1 0 0 0,-1 0 1 0 0,1 1-1 0 0,0-1 0 0 0,-1 0 1 0 0,1 1-1 0 0,-1-1 1 0 0,1 1-1 0 0,0-1 0 0 0,0 1 1 0 0,-1-1-1 0 0,1 1 0 0 0,0-1 1 0 0,0 1-1 0 0,-1-1 0 0 0,1 2 1 0 0,5 30-2195 0 0,5-9-4116 0 0,-2-11 240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68 8925 0 0,'-3'-5'1873'0'0,"0"0"1"0"0,-1 0-1 0 0,0 0 1 0 0,0 1-1 0 0,-6-6 1 0 0,5 6-876 0 0,1 0-1 0 0,-1 1 1 0 0,0 0 0 0 0,-1 0-1 0 0,-6-3 1 0 0,8 4-795 0 0,-1 0-1 0 0,0 1 1 0 0,0-1-1 0 0,0 1 1 0 0,0 0-1 0 0,0 1 1 0 0,0-1-1 0 0,-1 1 1 0 0,1 0-1 0 0,0 0 1 0 0,0 0-1 0 0,0 1 1 0 0,0 0-1 0 0,0 0 1 0 0,0 0-1 0 0,0 1 1 0 0,0 0-1 0 0,0 0 1 0 0,1 0-1 0 0,-1 0 1 0 0,1 1-1 0 0,-1-1 1 0 0,-5 6-1 0 0,6-4-163 0 0,1-1-1 0 0,-1 1 0 0 0,1 0 1 0 0,0 0-1 0 0,0 1 0 0 0,0-1 1 0 0,0 1-1 0 0,1-1 0 0 0,0 1 1 0 0,0 0-1 0 0,0 0 0 0 0,0 0 1 0 0,1 0-1 0 0,0 0 0 0 0,0 0 1 0 0,1 1-1 0 0,-1-1 0 0 0,1 0 1 0 0,0 0-1 0 0,0 1 0 0 0,1-1 1 0 0,1 8-1 0 0,-1-7-36 0 0,1 1 1 0 0,-1 0-1 0 0,2 0 1 0 0,-1-1-1 0 0,1 1 1 0 0,0-1-1 0 0,0 0 1 0 0,0 0-1 0 0,1 0 1 0 0,0 0-1 0 0,0 0 1 0 0,1-1-1 0 0,0 0 1 0 0,-1 0-1 0 0,2 0 1 0 0,6 5-1 0 0,-5-6-22 0 0,0 0-1 0 0,0 0 1 0 0,0 0-1 0 0,0-1 0 0 0,1 0 1 0 0,0 0-1 0 0,-1-1 1 0 0,1 0-1 0 0,0-1 1 0 0,0 1-1 0 0,8-1 1 0 0,-12-1 7 0 0,0 0 0 0 0,0-1 1 0 0,-1 1-1 0 0,1-1 0 0 0,0 0 1 0 0,-1 0-1 0 0,1 0 0 0 0,-1-1 1 0 0,0 1-1 0 0,1-1 0 0 0,-1 0 1 0 0,0 0-1 0 0,0 0 1 0 0,0 0-1 0 0,0 0 0 0 0,0-1 1 0 0,0 1-1 0 0,-1-1 0 0 0,1 0 1 0 0,-1 0-1 0 0,0 0 0 0 0,0 0 1 0 0,0 0-1 0 0,0-1 0 0 0,-1 1 1 0 0,3-5-1 0 0,0-5 17 0 0,0-1 0 0 0,0-1 0 0 0,-1 1 0 0 0,-1 0 0 0 0,0-16 0 0 0,2 0 104 0 0,-4 26-55 0 0,0-1 1 0 0,0 0-1 0 0,-1 1 1 0 0,1-1-1 0 0,-1 1 1 0 0,0-1 0 0 0,-2-6-1 0 0,2 10 109 0 0,-2 6-122 0 0,-4 14-23 0 0,1-1 1 0 0,0 1-1 0 0,1 0 1 0 0,1 0 0 0 0,1 1-1 0 0,1-1 1 0 0,1 1 0 0 0,0 0-1 0 0,4 33 1 0 0,6 26 43 0 0,20 82 1 0 0,-24-136-40 0 0,69 267 157 0 0,-63-246-125 0 0,-11-45-11 0 0,-5-4-32 0 0,-5-5-8 0 0,0 0 1 0 0,1-1-1 0 0,0-1 0 0 0,0 1 0 0 0,-7-12 0 0 0,-39-61 11 0 0,39 56-48 0 0,-17-39-1 0 0,27 53 17 0 0,1 0 0 0 0,1-1 0 0 0,0 1 0 0 0,1-1 0 0 0,-3-25 0 0 0,6 31-44 0 0,0-1 1 0 0,1 0-1 0 0,0 0 0 0 0,1 1 0 0 0,-1-1 0 0 0,1 1 0 0 0,1-1 0 0 0,-1 1 0 0 0,1 0 0 0 0,1 0 0 0 0,-1 0 1 0 0,1 0-1 0 0,0 1 0 0 0,1 0 0 0 0,6-8 0 0 0,10-9-1420 0 0,0 1 1 0 0,38-29-1 0 0,-22 19-3695 0 0,-17 14-1076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7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23818 0 0,'9'-10'-454'0'0,"-2"3"316"0"0,1-1 0 0 0,-1-1 0 0 0,11-16 0 0 0,-16 21 442 0 0,0 0 0 0 0,-1 0 0 0 0,1 0 0 0 0,-1 0 0 0 0,0 0-1 0 0,0 0 1 0 0,0 0 0 0 0,0-1 0 0 0,-1 1 0 0 0,0 0 0 0 0,0 0 0 0 0,0-1 0 0 0,-1-7-1 0 0,0 8 106 0 0,0-1-1 0 0,-1 1 0 0 0,1 0 0 0 0,-1 0 0 0 0,1-1 0 0 0,-1 1 0 0 0,-1 0 0 0 0,1 0 0 0 0,-5-5 1 0 0,6 8 100 0 0,0 2-479 0 0,-1 0 0 0 0,1 0 0 0 0,0 0 1 0 0,0 1-1 0 0,0-1 0 0 0,0 1 0 0 0,0-1 0 0 0,0 1 0 0 0,0-1 1 0 0,0 1-1 0 0,0-1 0 0 0,1 1 0 0 0,-1 0 0 0 0,1-1 0 0 0,-1 5 1 0 0,0 2 14 0 0,1 1 0 0 0,0 0 1 0 0,0 0-1 0 0,1 0 0 0 0,0-1 1 0 0,0 1-1 0 0,4 11 0 0 0,2 1-20 0 0,16 34 0 0 0,-17-40 2 0 0,2 0 1 0 0,0-1-1 0 0,0 0 0 0 0,16 18 1 0 0,-21-28-187 0 0,1-1 0 0 0,-1 0 0 0 0,0 1 0 0 0,1-2 1 0 0,0 1-1 0 0,-1 0 0 0 0,1-1 0 0 0,0 0 0 0 0,5 2 0 0 0,-7-3-235 0 0,1 0 0 0 0,0 0 1 0 0,-1-1-1 0 0,1 1 0 0 0,0-1 0 0 0,-1 0 0 0 0,1 0 0 0 0,0 0 0 0 0,-1 0 0 0 0,1 0 1 0 0,0-1-1 0 0,-1 1 0 0 0,1-1 0 0 0,-1 0 0 0 0,1 1 0 0 0,4-3 0 0 0,5-3-6076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8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91 824 0 0,'-3'-25'12067'0'0,"-5"-2"-5277"0"0,7 24-6307 0 0,0 1 1 0 0,0-1 0 0 0,0 1-1 0 0,0 0 1 0 0,0-1 0 0 0,-1 1 0 0 0,1 0-1 0 0,-1 0 1 0 0,0 0 0 0 0,1 0-1 0 0,-1 0 1 0 0,0 0 0 0 0,0 1-1 0 0,0-1 1 0 0,0 1 0 0 0,-1-1-1 0 0,1 1 1 0 0,-3-2 0 0 0,4 3 247 0 0,0 0-660 0 0,0 0-1 0 0,-1 0 1 0 0,1 0-1 0 0,0 1 1 0 0,0-1 0 0 0,-1 0-1 0 0,1 1 1 0 0,0-1-1 0 0,0 1 1 0 0,-1-1 0 0 0,1 1-1 0 0,0-1 1 0 0,0 1-1 0 0,0 0 1 0 0,0-1 0 0 0,0 1-1 0 0,0 0 1 0 0,0 0-1 0 0,0 0 1 0 0,-1 2 0 0 0,0-1 14 0 0,1 1 1 0 0,0 0 0 0 0,-1 0 0 0 0,1-1 0 0 0,0 1 0 0 0,0 0 0 0 0,1 0 0 0 0,-2 5-1 0 0,1 2 23 0 0,1 0 0 0 0,0 0-1 0 0,0 0 1 0 0,3 13 0 0 0,-1-14-84 0 0,0 0 1 0 0,1 0-1 0 0,0 0 1 0 0,0 0 0 0 0,1-1-1 0 0,1 0 1 0 0,-1 0-1 0 0,1 0 1 0 0,0 0 0 0 0,1 0-1 0 0,0-1 1 0 0,0 0-1 0 0,14 11 1 0 0,-16-15-34 0 0,0 0 0 0 0,1 1 1 0 0,0-2-1 0 0,-1 1 0 0 0,1 0 0 0 0,0-1 0 0 0,0 0 0 0 0,0 0 1 0 0,1-1-1 0 0,10 3 0 0 0,-12-4-22 0 0,0 0-1 0 0,0 0 1 0 0,0 0 0 0 0,0-1 0 0 0,0 1-1 0 0,0-1 1 0 0,0 0 0 0 0,0 0 0 0 0,0 0-1 0 0,0-1 1 0 0,-1 1 0 0 0,1-1 0 0 0,0 0-1 0 0,-1 0 1 0 0,0 0 0 0 0,4-3 0 0 0,-5 3-94 0 0,0 0 0 0 0,0 0 0 0 0,0 0 0 0 0,0 0 0 0 0,-1 0 0 0 0,1 0-1 0 0,-1 0 1 0 0,1 0 0 0 0,-1-1 0 0 0,1-2 0 0 0,5-17-4594 0 0,-4 2-1792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7:5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185 100 3332 0 0,'5'-34'12892'0'0,"-5"29"-11584"0"0,-1 1 0 0 0,1-1 0 0 0,0 1 1 0 0,-1-1-1 0 0,-2-7 0 0 0,2 10-1122 0 0,1 1-1 0 0,-1-1 0 0 0,0 0 0 0 0,1 1 0 0 0,-1-1 0 0 0,0 0 0 0 0,0 1 0 0 0,0-1 0 0 0,-1 1 0 0 0,1 0 0 0 0,0-1 0 0 0,0 1 0 0 0,-1 0 0 0 0,1 0 0 0 0,-1 0 0 0 0,1 0 0 0 0,-1 0 0 0 0,1 0 0 0 0,-1 0 0 0 0,0 0 0 0 0,1 1 0 0 0,-1-1 0 0 0,0 1 0 0 0,0-1 0 0 0,1 1 0 0 0,-1 0 0 0 0,0-1 1 0 0,0 1-1 0 0,0 0 0 0 0,1 0 0 0 0,-1 0 0 0 0,0 1 0 0 0,0-1 0 0 0,0 0 0 0 0,-2 2 0 0 0,-5 0-12 0 0,0 1 1 0 0,1 0 0 0 0,-1 1-1 0 0,1 0 1 0 0,0 0-1 0 0,-15 11 1 0 0,18-11-127 0 0,-1 0 0 0 0,1 0 0 0 0,0 0 0 0 0,0 1 0 0 0,1 0 0 0 0,-1 0-1 0 0,1 0 1 0 0,0 1 0 0 0,1-1 0 0 0,-4 8 0 0 0,6-12-50 0 0,1 0 1 0 0,-1 0-1 0 0,1 0 0 0 0,-1 0 0 0 0,1 0 0 0 0,0 0 1 0 0,0 0-1 0 0,-1 0 0 0 0,1 0 0 0 0,0 0 0 0 0,0 0 1 0 0,0 0-1 0 0,0 0 0 0 0,0 0 0 0 0,0 1 0 0 0,1-1 0 0 0,-1 0 1 0 0,0 0-1 0 0,0 0 0 0 0,1 0 0 0 0,-1 0 0 0 0,1 0 1 0 0,-1-1-1 0 0,1 1 0 0 0,-1 0 0 0 0,1 0 0 0 0,-1 0 1 0 0,1 0-1 0 0,0 0 0 0 0,0-1 0 0 0,-1 1 0 0 0,1 0 0 0 0,0-1 1 0 0,0 1-1 0 0,0-1 0 0 0,0 1 0 0 0,0-1 0 0 0,0 1 1 0 0,-1-1-1 0 0,1 1 0 0 0,0-1 0 0 0,1 0 0 0 0,-1 0 0 0 0,0 1 1 0 0,0-1-1 0 0,0 0 0 0 0,1 0 0 0 0,3 0-31 0 0,-1 1 0 0 0,0-1-1 0 0,1 0 1 0 0,-1-1 0 0 0,0 1 0 0 0,1-1-1 0 0,-1 0 1 0 0,0 0 0 0 0,0 0 0 0 0,8-3-1 0 0,29-22-278 0 0,-38 24 313 0 0,-1 1 0 0 0,0-1-1 0 0,0 0 1 0 0,0 0-1 0 0,0 0 1 0 0,0 0 0 0 0,0 0-1 0 0,-1 0 1 0 0,1-1-1 0 0,-1 1 1 0 0,1 0 0 0 0,-1-1-1 0 0,0 1 1 0 0,2-6 0 0 0,-3 7 64 0 0,-5-15 65 0 0,4 15-126 0 0,1 0 0 0 0,-1 0-1 0 0,1 1 1 0 0,-1-1 0 0 0,1 0 0 0 0,-1 0-1 0 0,0 1 1 0 0,1-1 0 0 0,-1 0 0 0 0,0 1 0 0 0,0-1-1 0 0,1 1 1 0 0,-1-1 0 0 0,0 1 0 0 0,0-1 0 0 0,0 1-1 0 0,0-1 1 0 0,0 1 0 0 0,0 0 0 0 0,1 0 0 0 0,-1-1-1 0 0,0 1 1 0 0,0 0 0 0 0,0 0 0 0 0,0 0 0 0 0,0 0-1 0 0,0 0 1 0 0,-2 1 0 0 0,-21 4-188 0 0,22-4 95 0 0,0 1 0 0 0,-1-1 1 0 0,1 1-1 0 0,0 0 0 0 0,0 0 1 0 0,0 0-1 0 0,0 0 0 0 0,1 0 1 0 0,-1 0-1 0 0,0 0 0 0 0,1 0 0 0 0,-1 1 1 0 0,-1 3-1 0 0,-4 20-5839 0 0,6-10-545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8:0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 1604 0 0,'-6'-15'20693'0'0,"6"15"-20549"0"0,0 0-1 0 0,0 0 0 0 0,0 0 1 0 0,0 0-1 0 0,-3 1 3298 0 0,3-1-3298 0 0,0 1 1 0 0,0-1-1 0 0,0 0 1 0 0,0 0-1 0 0,0 0 0 0 0,0 0 1 0 0,0 0-1 0 0,0 0 0 0 0,0 1 1 0 0,0-1-1 0 0,0 0 0 0 0,0 0 1 0 0,0 0-1 0 0,0 0 1 0 0,0 0-1 0 0,0 1 0 0 0,0-1 1 0 0,0 0-1 0 0,-4 34 659 0 0,2-11-595 0 0,1-1 0 0 0,1 1 0 0 0,2-1 0 0 0,0 0-1 0 0,1 1 1 0 0,8 28 0 0 0,-10-46-239 0 0,1-1 0 0 0,0 0 0 0 0,0 0 1 0 0,0 0-1 0 0,1 0 0 0 0,0 0 0 0 0,0-1 0 0 0,0 1 1 0 0,0-1-1 0 0,0 1 0 0 0,0-1 0 0 0,1 0 0 0 0,0-1 0 0 0,0 1 1 0 0,-1 0-1 0 0,1-1 0 0 0,1 0 0 0 0,-1 0 0 0 0,0 0 1 0 0,0-1-1 0 0,1 0 0 0 0,-1 1 0 0 0,1-1 0 0 0,-1-1 0 0 0,1 1 1 0 0,9-1-1 0 0,-7 0-106 0 0,-1 0 0 0 0,1-1 0 0 0,0 0 1 0 0,0 0-1 0 0,-1 0 0 0 0,1-1 0 0 0,-1 0 1 0 0,1 0-1 0 0,-1-1 0 0 0,0 0 0 0 0,0 0 1 0 0,0-1-1 0 0,0 1 0 0 0,-1-1 0 0 0,1 0 0 0 0,-1-1 1 0 0,8-8-1 0 0,-10 8 104 0 0,1 0 1 0 0,-2 0-1 0 0,1 0 1 0 0,0 0-1 0 0,-1-1 1 0 0,0 1-1 0 0,0-1 1 0 0,-1 0-1 0 0,0 1 1 0 0,0-1-1 0 0,0 0 1 0 0,-1 0-1 0 0,1 0 1 0 0,-1 1 0 0 0,-2-10-1 0 0,0-4 557 0 0,-1 0 0 0 0,-1 1 0 0 0,-8-25 0 0 0,11 40-345 0 0,0-1 0 0 0,-1 0 1 0 0,0 1-1 0 0,0-1 0 0 0,0 1 0 0 0,-3-5 0 0 0,4 7 603 0 0,1 7-678 0 0,-1 16-11 0 0,1-20-82 0 0,0 0 0 0 0,1-1 0 0 0,-1 1 0 0 0,0 0 0 0 0,1 0 0 0 0,-1-1 0 0 0,1 1 0 0 0,-1 0 0 0 0,1-1 0 0 0,0 1 0 0 0,0-1 0 0 0,0 1 0 0 0,0-1 0 0 0,0 1 0 0 0,0-1 0 0 0,2 2 0 0 0,3 5 33 0 0,60 98 233 0 0,-43-78-550 0 0,-21-32 232 0 0,1-7 10 0 0,0-1 0 0 0,-1 0 0 0 0,0 0 0 0 0,-1 0 0 0 0,0-23 0 0 0,2-25 69 0 0,-3 59-31 0 0,0 0 0 0 0,0 0 0 0 0,1-1-1 0 0,-1 1 1 0 0,0 0 0 0 0,0 0 0 0 0,1-1 0 0 0,-1 1 0 0 0,1 0 0 0 0,-1 0 0 0 0,1 0 0 0 0,0 0 0 0 0,-1 0-1 0 0,1 0 1 0 0,0 0 0 0 0,0 0 0 0 0,0 0 0 0 0,-1 0 0 0 0,1 0 0 0 0,0 0 0 0 0,0 0 0 0 0,0 1-1 0 0,1-1 1 0 0,-1 0 0 0 0,0 1 0 0 0,0-1 0 0 0,0 1 0 0 0,0-1 0 0 0,1 1 0 0 0,-1 0 0 0 0,0 0-1 0 0,0-1 1 0 0,1 1 0 0 0,-1 0 0 0 0,0 0 0 0 0,0 0 0 0 0,1 0 0 0 0,-1 0 0 0 0,0 0 0 0 0,0 1 0 0 0,1-1-1 0 0,1 1 1 0 0,6 2 20 0 0,0 0 0 0 0,0 1 0 0 0,0 0 0 0 0,13 9 0 0 0,-10-6 15 0 0,5 1-42 0 0,4 3 94 0 0,38 26-1 0 0,-55-34-132 0 0,1 0 1 0 0,-1 1-1 0 0,0-1 0 0 0,-1 1 0 0 0,1 0 0 0 0,0 0 0 0 0,-1 0 1 0 0,0 1-1 0 0,0-1 0 0 0,0 1 0 0 0,-1-1 0 0 0,0 1 0 0 0,1 0 0 0 0,0 7 1 0 0,-2-11-289 0 0,-2-1 301 0 0,1 0-1 0 0,0 0 1 0 0,0 0 0 0 0,-1 0 0 0 0,1 0 0 0 0,0 1 0 0 0,0-1 0 0 0,-1 0 0 0 0,1 0 0 0 0,0 0 0 0 0,0 0 0 0 0,0 1 0 0 0,0-1 0 0 0,-1 0 0 0 0,1 0 0 0 0,0 0 0 0 0,0 1 0 0 0,0-1 0 0 0,0 0 0 0 0,0 0 0 0 0,-1 1 0 0 0,1-1 0 0 0,0 0 0 0 0,0 0 0 0 0,0 1 0 0 0,0-1 0 0 0,0 0-1 0 0,0 0 1 0 0,0 1 0 0 0,0-1 0 0 0,-3 7-1262 0 0,-2-5-3099 0 0,-6-2-2108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8:00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38 7801 0 0,'-7'-5'1830'0'0,"-1"0"0"0"0,1 1 0 0 0,-1 0 0 0 0,0 1 0 0 0,0 0 1 0 0,-15-4-1 0 0,12 4-686 0 0,0 2-1 0 0,1-1 1 0 0,-1 2 0 0 0,-21 0 0 0 0,14 2-495 0 0,-1 1 1 0 0,1 1-1 0 0,-1 0 1 0 0,1 2-1 0 0,0 0 1 0 0,-18 9-1 0 0,34-14-605 0 0,-1 0 30 0 0,1 0 0 0 0,0 0 0 0 0,-1 0 1 0 0,1 0-1 0 0,-1 0 0 0 0,1 1 0 0 0,0-1 1 0 0,0 1-1 0 0,0 0 0 0 0,0-1 0 0 0,0 1 1 0 0,0 0-1 0 0,-2 4 0 0 0,3-5 193 0 0,12 14-94 0 0,-10-14-167 0 0,1 0 0 0 0,-1 0 1 0 0,1 0-1 0 0,-1 0 0 0 0,1-1 1 0 0,-1 1-1 0 0,1-1 0 0 0,0 1 1 0 0,-1-1-1 0 0,1 1 0 0 0,0-1 0 0 0,0 0 1 0 0,-1 0-1 0 0,1 0 0 0 0,0 0 1 0 0,2 0-1 0 0,33-7 11 0 0,-22 4-23 0 0,-10 2-28 0 0,1 0-1 0 0,-1 0 1 0 0,0-1 0 0 0,0 1 0 0 0,0-1 0 0 0,-1 0 0 0 0,1-1 0 0 0,0 1 0 0 0,-1-1 0 0 0,1 0-1 0 0,-1 0 1 0 0,5-5 0 0 0,-8 7-86 0 0,-1 3-1892 0 0,0 0 1627 0 0,0 0 1 0 0,-1-1-1 0 0,1 1 0 0 0,-1 0 1 0 0,1 0-1 0 0,-1-1 0 0 0,0 1 1 0 0,1 0-1 0 0,-1-1 0 0 0,-1 2 0 0 0,-1 2-1149 0 0,1 0-4924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8:02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2 690 1104 0 0,'0'1'2471'0'0,"-1"26"12619"0"0,6-17-10080 0 0,-5-10-4940 0 0,1 0-1 0 0,0 0 0 0 0,-1 0 1 0 0,1 1-1 0 0,0-1 1 0 0,-1 0-1 0 0,1 0 0 0 0,-1 0 1 0 0,1 0-1 0 0,0 0 0 0 0,-1-1 1 0 0,1 1-1 0 0,0 0 1 0 0,-1 0-1 0 0,1 0 0 0 0,-1 0 1 0 0,1-1-1 0 0,0 1 1 0 0,-1 0-1 0 0,1-1 0 0 0,0 0 1 0 0,12-6 261 0 0,-1-2 1 0 0,0 0 0 0 0,0-1 0 0 0,-1 0 0 0 0,0 0-1 0 0,0-1 1 0 0,15-23 0 0 0,-20 26-213 0 0,-1 0 1 0 0,0 0-1 0 0,0 0 1 0 0,-1-1-1 0 0,0 0 1 0 0,-1 0-1 0 0,0 0 1 0 0,0 0-1 0 0,-1 0 1 0 0,0-1-1 0 0,0 1 1 0 0,-1-1-1 0 0,-1-17 1 0 0,0 24-77 0 0,0 1 0 0 0,0-1 1 0 0,0 1-1 0 0,-1 0 0 0 0,1-1 0 0 0,-1 1 1 0 0,0 0-1 0 0,0-1 0 0 0,0 1 1 0 0,0 0-1 0 0,0 0 0 0 0,0 0 0 0 0,0 0 1 0 0,-1 0-1 0 0,1 0 0 0 0,-1 0 1 0 0,0 0-1 0 0,1 1 0 0 0,-1-1 0 0 0,0 1 1 0 0,0-1-1 0 0,0 1 0 0 0,0-1 1 0 0,0 1-1 0 0,0 0 0 0 0,-1 0 0 0 0,1 0 1 0 0,-3 0-1 0 0,2 0-10 0 0,0 1-1 0 0,-1 0 1 0 0,1 0 0 0 0,-1 0-1 0 0,1 0 1 0 0,0 0 0 0 0,-1 1-1 0 0,1-1 1 0 0,0 1 0 0 0,-1 0-1 0 0,1 0 1 0 0,0 0 0 0 0,0 1 0 0 0,0-1-1 0 0,0 1 1 0 0,0-1 0 0 0,0 1-1 0 0,1 0 1 0 0,-5 4 0 0 0,2-2-19 0 0,2 0 1 0 0,-1 0 0 0 0,1 1 0 0 0,-1-1-1 0 0,1 1 1 0 0,0 0 0 0 0,1 0 0 0 0,-1 0 0 0 0,1 0-1 0 0,0 0 1 0 0,0 0 0 0 0,1 0 0 0 0,-1 1-1 0 0,1-1 1 0 0,0 1 0 0 0,1-1 0 0 0,-1 1 0 0 0,1-1-1 0 0,0 1 1 0 0,1 0 0 0 0,-1-1 0 0 0,3 7-1 0 0,-2-5-14 0 0,1 0 0 0 0,0 0 0 0 0,0-1 0 0 0,1 1 0 0 0,0 0 0 0 0,0-1 0 0 0,1 0 0 0 0,-1 0-1 0 0,1 0 1 0 0,1 0 0 0 0,-1-1 0 0 0,1 1 0 0 0,0-1 0 0 0,0 0 0 0 0,1-1 0 0 0,9 7 0 0 0,-3-4-10 0 0,1 0 0 0 0,1-1 0 0 0,-1-1 0 0 0,1-1 0 0 0,0 1 0 0 0,0-2 1 0 0,0 0-1 0 0,0-1 0 0 0,0 0 0 0 0,1-1 0 0 0,-1-1 0 0 0,1 0 0 0 0,19-4 1 0 0,-13 1-39 0 0,0-1-1 0 0,0-1 1 0 0,-1-1 0 0 0,0-1 0 0 0,0 0 0 0 0,0-2 0 0 0,-1 0 0 0 0,25-17 0 0 0,-39 22 19 0 0,0 1 1 0 0,-1-1-1 0 0,1 1 0 0 0,-1-1 1 0 0,0-1-1 0 0,0 1 0 0 0,0 0 1 0 0,-1-1-1 0 0,1 0 0 0 0,-1 0 1 0 0,0 0-1 0 0,-1 0 1 0 0,1 0-1 0 0,-1-1 0 0 0,0 1 1 0 0,0-1-1 0 0,1-10 0 0 0,-2 9 38 0 0,-1 1-1 0 0,0 0 0 0 0,0-1 1 0 0,-1 1-1 0 0,1-1 0 0 0,-1 1 1 0 0,-1 0-1 0 0,1 0 0 0 0,-1 0 1 0 0,-1 0-1 0 0,1 0 0 0 0,-1 0 1 0 0,0 0-1 0 0,0 1 0 0 0,0-1 0 0 0,-6-5 1 0 0,6 6 25 0 0,-1 1 1 0 0,0-1-1 0 0,0 1 1 0 0,0 0-1 0 0,-1 0 1 0 0,0 0-1 0 0,1 1 1 0 0,-1 0-1 0 0,0 0 1 0 0,-1 0-1 0 0,1 0 1 0 0,-1 1-1 0 0,1 0 1 0 0,-1 0-1 0 0,-8-2 0 0 0,9 4-11 0 0,0-1-1 0 0,1 1 0 0 0,-1 0 1 0 0,1 1-1 0 0,-1-1 0 0 0,1 1 1 0 0,-1 0-1 0 0,1 0 0 0 0,0 0 1 0 0,-1 0-1 0 0,1 1 0 0 0,0 0 1 0 0,0 0-1 0 0,0 0 0 0 0,0 0 1 0 0,0 1-1 0 0,0 0 0 0 0,1-1 1 0 0,-1 1-1 0 0,1 0 0 0 0,-3 4 1 0 0,2-2-15 0 0,1 0 0 0 0,-1 0 0 0 0,1 0 0 0 0,0 0 0 0 0,1 0 0 0 0,0 1 0 0 0,-1-1 0 0 0,2 1 0 0 0,-1-1 0 0 0,1 1-1 0 0,-1 0 1 0 0,2 0 0 0 0,-1 0 0 0 0,1 0 0 0 0,0-1 0 0 0,0 1 0 0 0,0 0 0 0 0,1 0 0 0 0,0 0 0 0 0,0 0 0 0 0,0-1 0 0 0,1 1 0 0 0,0 0 0 0 0,0-1 0 0 0,1 1 0 0 0,4 8 0 0 0,-4-9-21 0 0,0 1-1 0 0,0-1 0 0 0,1 0 0 0 0,0 0 0 0 0,0 0 0 0 0,0 0 1 0 0,0-1-1 0 0,1 1 0 0 0,-1-1 0 0 0,1 0 0 0 0,0-1 1 0 0,1 1-1 0 0,-1-1 0 0 0,0 0 0 0 0,1 0 0 0 0,0-1 1 0 0,0 1-1 0 0,0-1 0 0 0,0-1 0 0 0,0 1 0 0 0,0-1 0 0 0,0 0 1 0 0,0 0-1 0 0,1-1 0 0 0,8 0 0 0 0,-13-1 2 0 0,0 1 1 0 0,1-1-1 0 0,-1 1 0 0 0,0-1 0 0 0,1 0 1 0 0,-1 0-1 0 0,0 0 0 0 0,0 0 0 0 0,0-1 1 0 0,0 1-1 0 0,0 0 0 0 0,0-1 0 0 0,0 0 1 0 0,0 1-1 0 0,2-4 0 0 0,0 0 4 0 0,-1 1-1 0 0,0-1 1 0 0,-1 0 0 0 0,1 0-1 0 0,-1 0 1 0 0,3-9-1 0 0,0-3 47 0 0,-2 0 0 0 0,0-1 0 0 0,1-23 0 0 0,-5-32 402 0 0,1 70-176 0 0,-3 8-230 0 0,0 2-30 0 0,0 1 0 0 0,0 0 0 0 0,0 0 0 0 0,1 0 0 0 0,1 0 0 0 0,-1 1 0 0 0,1-1 0 0 0,1 0-1 0 0,0 1 1 0 0,0-1 0 0 0,0 0 0 0 0,1 1 0 0 0,3 12 0 0 0,-2-14-22 0 0,-1 0 0 0 0,1-1 0 0 0,1 1 0 0 0,0-1-1 0 0,-1 1 1 0 0,2-1 0 0 0,6 11 0 0 0,-7-14 1 0 0,-1 0-1 0 0,1 0 1 0 0,0 0-1 0 0,0 0 1 0 0,0 0 0 0 0,0-1-1 0 0,1 1 1 0 0,-1-1 0 0 0,1 0-1 0 0,-1 0 1 0 0,1 0-1 0 0,0-1 1 0 0,0 1 0 0 0,4 0-1 0 0,4 1-82 0 0,0-2-1 0 0,1 1 0 0 0,-1-2 1 0 0,1 0-1 0 0,0 0 0 0 0,-1-1 1 0 0,1 0-1 0 0,-1-1 0 0 0,0-1 1 0 0,0 0-1 0 0,20-8 0 0 0,-18 6-225 0 0,-1-2 1 0 0,1 1-1 0 0,-2-1 0 0 0,1-1 0 0 0,-1 0 0 0 0,0-1 0 0 0,-1 0 1 0 0,0-1-1 0 0,17-19 0 0 0,-24 24 270 0 0,-1 0 0 0 0,0 0 0 0 0,0-1 0 0 0,0 1 0 0 0,0-1 0 0 0,-1 0 0 0 0,0 0 0 0 0,0 0 0 0 0,-1 0 0 0 0,0 0 0 0 0,0 0 0 0 0,0 0 0 0 0,-1 0 0 0 0,0-1 0 0 0,0 1 0 0 0,0 0 0 0 0,-1 0 0 0 0,0 0 0 0 0,-2-9 0 0 0,2 11 169 0 0,0 1 1 0 0,0 0-1 0 0,-1 0 1 0 0,1 0 0 0 0,-1 0-1 0 0,1 0 1 0 0,-1 0 0 0 0,0 0-1 0 0,0 1 1 0 0,-1-1-1 0 0,1 1 1 0 0,0-1 0 0 0,-1 1-1 0 0,1 0 1 0 0,-1 0-1 0 0,0 0 1 0 0,0 0 0 0 0,0 0-1 0 0,0 1 1 0 0,0 0 0 0 0,0-1-1 0 0,0 1 1 0 0,0 0-1 0 0,-1 0 1 0 0,1 1 0 0 0,0-1-1 0 0,-1 1 1 0 0,1-1 0 0 0,-1 1-1 0 0,1 0 1 0 0,0 0-1 0 0,-1 1 1 0 0,1-1 0 0 0,0 1-1 0 0,-1 0 1 0 0,-3 1-1 0 0,3-1-63 0 0,0 0 0 0 0,0 0-1 0 0,1 0 1 0 0,-1 1 0 0 0,0 0-1 0 0,1 0 1 0 0,-1 0 0 0 0,1 0-1 0 0,-1 0 1 0 0,1 1 0 0 0,0-1-1 0 0,0 1 1 0 0,0 0 0 0 0,1 0-1 0 0,-1 0 1 0 0,1 0 0 0 0,-1 0-1 0 0,1 1 1 0 0,0-1 0 0 0,0 1-1 0 0,0-1 1 0 0,1 1 0 0 0,0 0-1 0 0,-1 0 1 0 0,0 6-1 0 0,1-4-28 0 0,1 0-1 0 0,-1 0 0 0 0,1 0 1 0 0,1 0-1 0 0,-1 0 0 0 0,1 0 1 0 0,0 0-1 0 0,0 0 0 0 0,1 0 1 0 0,0 0-1 0 0,0-1 0 0 0,0 1 0 0 0,1-1 1 0 0,-1 1-1 0 0,1-1 0 0 0,6 8 1 0 0,0-2-7 0 0,1 0 1 0 0,0-1-1 0 0,0 0 1 0 0,1 0-1 0 0,1-1 1 0 0,-1 0-1 0 0,1-1 1 0 0,1-1-1 0 0,23 11 1 0 0,-27-14-34 0 0,0 0 0 0 0,0-1-1 0 0,0 0 1 0 0,0-1 0 0 0,0 0 0 0 0,1 0 0 0 0,-1-1 0 0 0,1 0 0 0 0,-1-1 0 0 0,1 0 0 0 0,-1-1-1 0 0,1 0 1 0 0,-1 0 0 0 0,1-1 0 0 0,15-5 0 0 0,-21 6-15 0 0,-1-1-1 0 0,1 0 1 0 0,0 0-1 0 0,-1 0 1 0 0,1 0-1 0 0,-1-1 1 0 0,0 0 0 0 0,0 1-1 0 0,0-1 1 0 0,0 0-1 0 0,0 0 1 0 0,-1-1 0 0 0,5-6-1 0 0,-4 4-24 0 0,0 0 0 0 0,-1 0 0 0 0,1-1 0 0 0,-2 1 0 0 0,1-1 0 0 0,-1 1 0 0 0,2-14 0 0 0,-3-1-53 0 0,-1 1 0 0 0,0-1 0 0 0,-1 1 0 0 0,-9-32 0 0 0,-75-231-34 0 0,71 239 243 0 0,12 33 33 0 0,-1 0 0 0 0,-1 0-1 0 0,1 0 1 0 0,-2 1 0 0 0,1 0-1 0 0,-14-18 1 0 0,19 28-124 0 0,-1-1 1 0 0,1 1-1 0 0,0 0 0 0 0,0 0 1 0 0,0 0-1 0 0,0-1 0 0 0,-1 1 0 0 0,1 0 1 0 0,0 0-1 0 0,0 0 0 0 0,0 0 0 0 0,-1 0 1 0 0,1 0-1 0 0,0-1 0 0 0,0 1 0 0 0,-1 0 1 0 0,1 0-1 0 0,0 0 0 0 0,0 0 0 0 0,-1 0 1 0 0,1 0-1 0 0,0 0 0 0 0,0 0 0 0 0,-1 0 1 0 0,1 0-1 0 0,0 0 0 0 0,0 0 0 0 0,0 0 1 0 0,-1 0-1 0 0,1 1 0 0 0,0-1 1 0 0,0 0-1 0 0,-1 0 0 0 0,1 0 0 0 0,0 0 1 0 0,0 0-1 0 0,0 0 0 0 0,-1 1 0 0 0,1-1 1 0 0,0 0-1 0 0,0 0 0 0 0,0 0 0 0 0,0 0 1 0 0,-1 1-1 0 0,1-1 0 0 0,0 0 0 0 0,0 0 1 0 0,0 1-1 0 0,0-1 0 0 0,0 0 0 0 0,0 0 1 0 0,0 1-1 0 0,-5 12 82 0 0,5-11-82 0 0,-3 14 39 0 0,1-1 0 0 0,0 1 0 0 0,2 0 0 0 0,-1 0 0 0 0,2 0 0 0 0,3 22 0 0 0,24 92 104 0 0,-16-80-101 0 0,2 1 3 0 0,1 0 0 0 0,3-2 0 0 0,40 81 0 0 0,-34-90-30 0 0,-23-39-22 0 0,0 1 1 0 0,0 0-1 0 0,0-1 0 0 0,0 1 0 0 0,0-1 0 0 0,1 1 0 0 0,-1-1 0 0 0,1 0 1 0 0,-1 1-1 0 0,1-1 0 0 0,-1 0 0 0 0,1 0 0 0 0,-1 0 0 0 0,1 0 0 0 0,0 0 1 0 0,0-1-1 0 0,0 1 0 0 0,3 0 0 0 0,-3-1-1 0 0,-1-1 0 0 0,1 1 0 0 0,0-1 1 0 0,0 0-1 0 0,-1 0 0 0 0,1 0 0 0 0,-1 0 0 0 0,1 0 0 0 0,-1 0 0 0 0,1 0 0 0 0,-1 0 1 0 0,0 0-1 0 0,0-1 0 0 0,2-2 0 0 0,15-22-14 0 0,-16 22 12 0 0,58-109-42 0 0,-47 85 65 0 0,-12 27-17 0 0,-1 1 0 0 0,0-1 0 0 0,0 1 1 0 0,0-1-1 0 0,1 1 0 0 0,-1-1 0 0 0,0 1 0 0 0,0-1 1 0 0,1 1-1 0 0,-1 0 0 0 0,0-1 0 0 0,1 1 1 0 0,-1-1-1 0 0,1 1 0 0 0,-1 0 0 0 0,0-1 0 0 0,1 1 1 0 0,-1 0-1 0 0,1 0 0 0 0,-1-1 0 0 0,1 1 1 0 0,-1 0-1 0 0,1 0 0 0 0,-1 0 0 0 0,1 0 0 0 0,-1 0 1 0 0,1 0-1 0 0,-1-1 0 0 0,1 1 0 0 0,-1 0 1 0 0,1 0-1 0 0,-1 0 0 0 0,1 1 0 0 0,-1-1 0 0 0,2 0 1 0 0,-1 1-1 0 0,1 0 0 0 0,0 0 0 0 0,0 0 1 0 0,-1 0-1 0 0,1 1 0 0 0,-1-1 0 0 0,1 0 1 0 0,-1 1-1 0 0,0 0 0 0 0,2 1 0 0 0,6 10-12 0 0,13 26-1 0 0,-20-33 8 0 0,34 68-1107 0 0,-36-74 1103 0 0,3 3-686 0 0,8 7-10839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4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24 244 11589 0 0,'-17'-15'12588'0'0,"10"11"-7364"0"0,20 31-4982 0 0,-1 0 0 0 0,-2 0 0 0 0,-1 1-1 0 0,-1 0 1 0 0,-1 1 0 0 0,4 45 0 0 0,-7 26-883 0 0,-3-146 528 0 0,7-54 1 0 0,-4 76 138 0 0,1 0 1 0 0,0 0 0 0 0,2 1-1 0 0,13-31 1 0 0,-18 49 25 0 0,1-1 1 0 0,0 1 0 0 0,1-1-1 0 0,-1 1 1 0 0,1 0-1 0 0,0 0 1 0 0,0 1 0 0 0,6-6-1 0 0,-8 10-40 0 0,-1-1 0 0 0,0 1 0 0 0,0 0-1 0 0,0 0 1 0 0,0 0 0 0 0,1-1 0 0 0,-1 1-1 0 0,0 0 1 0 0,0 1 0 0 0,0-1 0 0 0,1 0 0 0 0,-1 0-1 0 0,0 0 1 0 0,0 1 0 0 0,0-1 0 0 0,0 1-1 0 0,1-1 1 0 0,-1 1 0 0 0,0-1 0 0 0,0 1 0 0 0,0-1-1 0 0,1 2 1 0 0,22 17 152 0 0,-16-8-133 0 0,0 0 0 0 0,0 0 0 0 0,-1 1 0 0 0,-1 0 1 0 0,0 0-1 0 0,0 0 0 0 0,-2 1 0 0 0,1 0 0 0 0,-2 0 0 0 0,0 0 0 0 0,0 0 1 0 0,-1 1-1 0 0,0 14 0 0 0,-2-26-42 0 0,0 6 17 0 0,0-7-73 0 0,0-7-339 0 0,1-7 343 0 0,-1 0 0 0 0,2 0 0 0 0,3-14 0 0 0,-2 13-10 0 0,1-4-10 0 0,1 0 1 0 0,1 1-1 0 0,0 0 0 0 0,12-22 1 0 0,-16 34 63 0 0,2-2 16 0 0,-1 0 0 0 0,1 1 0 0 0,0 0 0 0 0,0-1 1 0 0,1 2-1 0 0,0-1 0 0 0,8-8 0 0 0,-11 13 64 0 0,6 16 11 0 0,0 0-33 0 0,1 19 33 0 0,-4-9-14 0 0,19 47-1 0 0,-21-64-58 0 0,1-1 0 0 0,0 1 0 0 0,1-1 0 0 0,-1 0 0 0 0,1 0 0 0 0,1 0 0 0 0,-1-1 0 0 0,1 1-1 0 0,13 9 1 0 0,-9-9-38 0 0,0 0-1 0 0,1-1 0 0 0,0 0 0 0 0,0-1 0 0 0,1 0 1 0 0,-1-1-1 0 0,1 0 0 0 0,0-1 0 0 0,0 0 0 0 0,1-1 1 0 0,-1 0-1 0 0,0-1 0 0 0,1 0 0 0 0,-1-1 0 0 0,1-1 0 0 0,-1 0 1 0 0,0-1-1 0 0,0 0 0 0 0,1 0 0 0 0,-1-2 0 0 0,-1 1 1 0 0,1-2-1 0 0,0 1 0 0 0,18-12 0 0 0,-27 14 19 0 0,1 0 0 0 0,-1 0 0 0 0,0 0 0 0 0,0-1 0 0 0,0 0 0 0 0,0 1 0 0 0,-1-1 0 0 0,1 0-1 0 0,-1 0 1 0 0,0 0 0 0 0,1-1 0 0 0,-1 1 0 0 0,-1-1 0 0 0,1 1 0 0 0,2-7 0 0 0,-3 4 36 0 0,0 0-1 0 0,0 0 1 0 0,0 0 0 0 0,0 0-1 0 0,-1 0 1 0 0,0 0-1 0 0,-1 0 1 0 0,1 0 0 0 0,-3-8-1 0 0,1 2 85 0 0,-2 1 0 0 0,1 0 0 0 0,-2 0 0 0 0,1 0-1 0 0,-1 0 1 0 0,-1 0 0 0 0,0 1 0 0 0,-1 0 0 0 0,-12-15-1 0 0,15 21-36 0 0,-1 0 0 0 0,1 0 0 0 0,-1 0 0 0 0,0 0 0 0 0,0 1 0 0 0,0 0 0 0 0,-1 0-1 0 0,1 0 1 0 0,-1 1 0 0 0,1-1 0 0 0,-1 1 0 0 0,0 1 0 0 0,0-1 0 0 0,0 1-1 0 0,0 0 1 0 0,-10 0 0 0 0,12 1-46 0 0,1 0 0 0 0,0 0-1 0 0,-1 1 1 0 0,1 0 0 0 0,-1-1 0 0 0,1 1-1 0 0,0 1 1 0 0,0-1 0 0 0,-1 0 0 0 0,1 1-1 0 0,0-1 1 0 0,0 1 0 0 0,1 0-1 0 0,-1 0 1 0 0,0 0 0 0 0,0 0 0 0 0,1 1-1 0 0,0-1 1 0 0,-1 1 0 0 0,1 0 0 0 0,0-1-1 0 0,0 1 1 0 0,0 0 0 0 0,1 0 0 0 0,-1 0-1 0 0,1 0 1 0 0,0 1 0 0 0,-1-1-1 0 0,1 0 1 0 0,0 6 0 0 0,-1-1-9 0 0,1 1 0 0 0,0 0-1 0 0,0-1 1 0 0,1 1 0 0 0,0 0 0 0 0,1 0 0 0 0,0-1-1 0 0,0 1 1 0 0,1 0 0 0 0,0-1 0 0 0,6 15 0 0 0,-7-18-21 0 0,1-1 0 0 0,0 1 0 0 0,1-1 1 0 0,-1 0-1 0 0,1 0 0 0 0,0 0 0 0 0,0 0 1 0 0,0 0-1 0 0,0-1 0 0 0,0 1 0 0 0,1-1 1 0 0,0 0-1 0 0,0 0 0 0 0,0 0 0 0 0,0 0 1 0 0,0-1-1 0 0,0 0 0 0 0,1 0 0 0 0,-1 0 1 0 0,1 0-1 0 0,-1-1 0 0 0,8 2 0 0 0,-9-3-5 0 0,0 0-1 0 0,0 1 0 0 0,-1-1 0 0 0,1-1 1 0 0,0 1-1 0 0,0 0 0 0 0,0-1 0 0 0,0 1 1 0 0,0-1-1 0 0,0 0 0 0 0,-1 0 1 0 0,1 0-1 0 0,0 0 0 0 0,-1-1 0 0 0,1 1 1 0 0,3-3-1 0 0,-2 0 5 0 0,0 1 1 0 0,0-1-1 0 0,0 0 0 0 0,-1 0 1 0 0,0 0-1 0 0,0-1 0 0 0,0 1 1 0 0,4-9-1 0 0,-2 1 42 0 0,-1 0 0 0 0,0 0 1 0 0,0-1-1 0 0,-1 1 0 0 0,0-1 0 0 0,0-22 1 0 0,-2 24 69 0 0,-2 0 0 0 0,1 0 1 0 0,-2 0-1 0 0,1 0 1 0 0,-2 0-1 0 0,1 0 1 0 0,-6-11-1 0 0,8 20 44 0 0,-2 6-122 0 0,1 1-21 0 0,0 1 0 0 0,0-1 0 0 0,0 0-1 0 0,1 0 1 0 0,0 1 0 0 0,0-1 0 0 0,0 0 0 0 0,0 1 0 0 0,1-1-1 0 0,0 0 1 0 0,0 0 0 0 0,3 7 0 0 0,-2-5-23 0 0,0 0 0 0 0,1 0 0 0 0,0 0 0 0 0,1 0 0 0 0,0-1 0 0 0,0 0 0 0 0,0 1 0 0 0,0-1 0 0 0,1-1 0 0 0,0 1 0 0 0,0-1 0 0 0,1 0 0 0 0,0 0 0 0 0,0 0 0 0 0,0-1 0 0 0,0 0 0 0 0,0 0 0 0 0,1-1 0 0 0,0 0 0 0 0,0 0 0 0 0,0 0 0 0 0,12 2 0 0 0,-8-2-43 0 0,-1-1 0 0 0,1 0 0 0 0,0 0 0 0 0,0-1 0 0 0,1-1 0 0 0,-1 0 0 0 0,0 0 0 0 0,0-1 0 0 0,0-1 0 0 0,0 0 0 0 0,13-4 0 0 0,-20 5 59 0 0,-1 0-1 0 0,1-1 1 0 0,0 1-1 0 0,0-1 1 0 0,-1 0 0 0 0,1 0-1 0 0,-1 0 1 0 0,1-1-1 0 0,-1 1 1 0 0,0-1-1 0 0,0 0 1 0 0,0 0 0 0 0,0 0-1 0 0,-1 0 1 0 0,1 0-1 0 0,-1-1 1 0 0,0 1-1 0 0,0-1 1 0 0,0 0-1 0 0,0 1 1 0 0,-1-1 0 0 0,1 0-1 0 0,-1 0 1 0 0,0 0-1 0 0,0 0 1 0 0,-1 0-1 0 0,1 0 1 0 0,-1 0 0 0 0,0 0-1 0 0,0 0 1 0 0,0-1-1 0 0,-1-6 1 0 0,-1 3 118 0 0,0 0 0 0 0,-1 0 0 0 0,0 1-1 0 0,0-1 1 0 0,0 1 0 0 0,-1-1 0 0 0,0 1 0 0 0,0 0 0 0 0,-10-10 0 0 0,5 3 84 0 0,8 14-186 0 0,1 0 0 0 0,-1-1 0 0 0,0 1 0 0 0,1 0 0 0 0,-1-1 0 0 0,1 1 1 0 0,-1 0-1 0 0,0 0 0 0 0,1-1 0 0 0,-1 1 0 0 0,0 0 0 0 0,1 0 0 0 0,-1 0 0 0 0,0 0 0 0 0,1 0 0 0 0,-1 0 0 0 0,0 0 1 0 0,1 0-1 0 0,-1 0 0 0 0,0 0 0 0 0,1 1 0 0 0,-1-1 0 0 0,1 0 0 0 0,-1 0 0 0 0,0 0 0 0 0,1 1 0 0 0,-1-1 0 0 0,1 0 0 0 0,-1 1 1 0 0,1-1-1 0 0,-1 1 0 0 0,1-1 0 0 0,-1 1 0 0 0,1-1 0 0 0,-1 1 0 0 0,1-1 0 0 0,-1 1 0 0 0,1-1 0 0 0,0 1 0 0 0,-1-1 1 0 0,1 1-1 0 0,0 0 0 0 0,0-1 0 0 0,-1 1 0 0 0,1 1 0 0 0,-2 7 7 0 0,1 0 0 0 0,0 0 0 0 0,0 0 0 0 0,1 0 0 0 0,0 1 0 0 0,3 12 1 0 0,12 59 25 0 0,-8-54-27 0 0,-2-5-23 0 0,14 32-1 0 0,-19-53-8 0 0,1-1 14 0 0,0 0 1 0 0,0 0-1 0 0,0-1 0 0 0,0 1 0 0 0,0 0 1 0 0,0-1-1 0 0,0 1 0 0 0,0 0 1 0 0,0-1-1 0 0,0 1 0 0 0,0-1 0 0 0,0 0 1 0 0,0 1-1 0 0,-1-1 0 0 0,1 0 1 0 0,0 1-1 0 0,-1-1 0 0 0,1 0 0 0 0,0 0 1 0 0,-1 0-1 0 0,1 1 0 0 0,-1-1 1 0 0,1 0-1 0 0,-1 0 0 0 0,1 0 1 0 0,-1 0-1 0 0,0 0 0 0 0,1 0 0 0 0,-1-2 1 0 0,9-39-67 0 0,-7 29 39 0 0,7-42-64 0 0,-7 38 49 0 0,1 0-1 0 0,0 0 0 0 0,1 1 0 0 0,1-1 0 0 0,0 1 1 0 0,2 0-1 0 0,9-18 0 0 0,-10 22 62 0 0,0 4 46 0 0,-6 8-58 0 0,1 0 0 0 0,-1 0 1 0 0,0 0-1 0 0,0 0 0 0 0,0 0 1 0 0,0 0-1 0 0,0 0 0 0 0,0 0 1 0 0,0 0-1 0 0,0 0 0 0 0,0-1 1 0 0,0 1-1 0 0,1 0 0 0 0,-1 0 1 0 0,0 0-1 0 0,0 0 0 0 0,0 0 1 0 0,0 0-1 0 0,0 0 0 0 0,0 0 1 0 0,0 0-1 0 0,0 0 0 0 0,1 0 1 0 0,-1 0-1 0 0,0 0 0 0 0,0 0 1 0 0,0 0-1 0 0,0 0 0 0 0,0 0 1 0 0,0 0-1 0 0,0 0 0 0 0,0 0 1 0 0,1 0-1 0 0,-1 0 0 0 0,0 1 1 0 0,0-1-1 0 0,0 0 0 0 0,0 0 1 0 0,0 0-1 0 0,0 0 0 0 0,0 0 1 0 0,0 0-1 0 0,0 0 0 0 0,0 0 1 0 0,1 0-1 0 0,-1 0 0 0 0,0 0 1 0 0,0 1-1 0 0,0-1 0 0 0,0 0 1 0 0,18 48 68 0 0,-11-27-57 0 0,1 0-1 0 0,1-1 1 0 0,1 0 0 0 0,19 29 0 0 0,-23-42-24 0 0,0 1 1 0 0,0-1-1 0 0,1-1 0 0 0,0 1 0 0 0,0-1 1 0 0,1 0-1 0 0,-1-1 0 0 0,1 0 0 0 0,0 0 0 0 0,1-1 1 0 0,-1 1-1 0 0,1-2 0 0 0,0 0 0 0 0,0 0 0 0 0,0 0 1 0 0,11 1-1 0 0,-12-3-11 0 0,0-1-1 0 0,0 1 1 0 0,0-1 0 0 0,0-1 0 0 0,0 0 0 0 0,0 0-1 0 0,0 0 1 0 0,-1-1 0 0 0,1 0 0 0 0,0 0-1 0 0,-1-1 1 0 0,1 0 0 0 0,-1-1 0 0 0,0 0 0 0 0,0 0-1 0 0,-1 0 1 0 0,1-1 0 0 0,-1 0 0 0 0,8-7 0 0 0,-9 6 19 0 0,-1 1 0 0 0,1-1 0 0 0,-1 0 0 0 0,-1 0 0 0 0,1 0 0 0 0,-1 0 0 0 0,0-1 1 0 0,-1 1-1 0 0,0-1 0 0 0,0 0 0 0 0,0 1 0 0 0,-1-1 0 0 0,0 0 0 0 0,0 0 0 0 0,0 0 0 0 0,-1 0 1 0 0,0 0-1 0 0,-1 0 0 0 0,1 0 0 0 0,-2 0 0 0 0,1 0 0 0 0,-1 0 0 0 0,0 0 0 0 0,-3-7 1 0 0,2 5 33 0 0,0 1 1 0 0,-1 0-1 0 0,0 0 1 0 0,0 0-1 0 0,-1 0 1 0 0,0 0-1 0 0,0 1 1 0 0,-1 0-1 0 0,0 0 1 0 0,0 1-1 0 0,-1 0 1 0 0,1 0-1 0 0,-2 0 1 0 0,1 1-1 0 0,0 0 1 0 0,-1 0-1 0 0,0 1 1 0 0,-15-6-1 0 0,20 8-22 0 0,0 1 0 0 0,0 1-1 0 0,-1-1 1 0 0,1 0 0 0 0,-1 1 0 0 0,1 0-1 0 0,0 0 1 0 0,-1 0 0 0 0,1 0-1 0 0,-1 0 1 0 0,1 1 0 0 0,0-1 0 0 0,-1 1-1 0 0,1 0 1 0 0,0 0 0 0 0,-1 0-1 0 0,1 1 1 0 0,0-1 0 0 0,0 1 0 0 0,0-1-1 0 0,0 1 1 0 0,1 0 0 0 0,-1 0-1 0 0,0 1 1 0 0,1-1 0 0 0,-1 0 0 0 0,1 1-1 0 0,0 0 1 0 0,0-1 0 0 0,0 1-1 0 0,-3 6 1 0 0,2-3-5 0 0,0 0 1 0 0,1 0-1 0 0,0 0 1 0 0,0 0-1 0 0,0 1 0 0 0,1-1 1 0 0,0 1-1 0 0,0-1 0 0 0,0 1 1 0 0,1-1-1 0 0,0 1 1 0 0,1-1-1 0 0,-1 1 0 0 0,1-1 1 0 0,4 13-1 0 0,-1-8-7 0 0,0 0-1 0 0,1 0 1 0 0,0-1-1 0 0,1 0 1 0 0,0 0 0 0 0,13 16-1 0 0,-15-22-10 0 0,0 0 1 0 0,0 0-1 0 0,0 0 0 0 0,0 0 0 0 0,1 0 0 0 0,-1-1 0 0 0,1 0 0 0 0,0 0 0 0 0,0 0 0 0 0,0-1 0 0 0,0 1 0 0 0,1-1 0 0 0,-1-1 0 0 0,1 1 1 0 0,5 1-1 0 0,-9-3 8 0 0,1-1 1 0 0,-1 1-1 0 0,0 0 1 0 0,0 0-1 0 0,0-1 0 0 0,0 1 1 0 0,0-1-1 0 0,0 0 1 0 0,0 1-1 0 0,0-1 1 0 0,0 0-1 0 0,0 0 1 0 0,-1 0-1 0 0,1-1 1 0 0,0 1-1 0 0,-1 0 1 0 0,1-1-1 0 0,-1 1 1 0 0,1-1-1 0 0,-1 1 1 0 0,1-1-1 0 0,-1 0 1 0 0,0 1-1 0 0,0-1 1 0 0,0 0-1 0 0,0 0 1 0 0,0 0-1 0 0,0 0 1 0 0,-1 0-1 0 0,1 0 0 0 0,0-3 1 0 0,2-7-33 0 0,0-1 0 0 0,-1-1 0 0 0,2-20 0 0 0,-4 28 34 0 0,1-4 33 0 0,0 1 0 0 0,-1-1-1 0 0,0 1 1 0 0,-1-1-1 0 0,0 1 1 0 0,-1-1 0 0 0,0 1-1 0 0,0 0 1 0 0,-1 0 0 0 0,-7-16-1 0 0,10 25-25 0 0,0-1-1 0 0,0 1 0 0 0,0 0 0 0 0,0 0 1 0 0,0-1-1 0 0,0 1 0 0 0,0 0 0 0 0,0 0 1 0 0,0-1-1 0 0,-1 1 0 0 0,1 0 0 0 0,0 0 1 0 0,0 0-1 0 0,0-1 0 0 0,0 1 1 0 0,-1 0-1 0 0,1 0 0 0 0,0 0 0 0 0,0 0 1 0 0,-1 0-1 0 0,1-1 0 0 0,0 1 0 0 0,0 0 1 0 0,0 0-1 0 0,-1 0 0 0 0,1 0 0 0 0,0 0 1 0 0,0 0-1 0 0,-1 0 0 0 0,1 0 1 0 0,0 0-1 0 0,-1 0 0 0 0,1 0 0 0 0,0 0 1 0 0,0 0-1 0 0,-1 0 0 0 0,1 0 0 0 0,-6 10 25 0 0,2 15-36 0 0,5-16-3 0 0,0-1 0 0 0,0 0-1 0 0,1 1 1 0 0,0-1-1 0 0,0 0 1 0 0,1 0 0 0 0,0 0-1 0 0,0 0 1 0 0,1 0 0 0 0,0-1-1 0 0,1 0 1 0 0,-1 1-1 0 0,1-2 1 0 0,1 1 0 0 0,-1-1-1 0 0,11 10 1 0 0,-6-8-3 0 0,-1-1 1 0 0,1 0-1 0 0,0-1 0 0 0,1 0 0 0 0,-1 0 1 0 0,1-1-1 0 0,0 0 0 0 0,1-1 1 0 0,-1-1-1 0 0,24 5 0 0 0,-14-5-10 0 0,-1-1 0 0 0,0 0-1 0 0,1-2 1 0 0,-1 0 0 0 0,25-5 0 0 0,-34 4-8 0 0,0-2 0 0 0,-1 1 0 0 0,1-1 0 0 0,-1-1 1 0 0,1 0-1 0 0,-1 0 0 0 0,0-1 0 0 0,0-1 0 0 0,-1 1 1 0 0,0-2-1 0 0,10-7 0 0 0,-16 11 29 0 0,0 0 1 0 0,0-1-1 0 0,-1 1 1 0 0,1 0-1 0 0,-1-1 1 0 0,0 0-1 0 0,0 1 0 0 0,0-1 1 0 0,-1 0-1 0 0,1 0 1 0 0,-1 0-1 0 0,0 0 1 0 0,0 0-1 0 0,0 0 1 0 0,-1 0-1 0 0,1-1 0 0 0,-1 1 1 0 0,0 0-1 0 0,0 0 1 0 0,-1 0-1 0 0,1-1 1 0 0,-1 1-1 0 0,0 0 1 0 0,0 0-1 0 0,0 0 1 0 0,-1 0-1 0 0,1 0 0 0 0,-1 0 1 0 0,0 1-1 0 0,0-1 1 0 0,0 0-1 0 0,-1 1 1 0 0,1 0-1 0 0,-6-6 1 0 0,-4-4 79 0 0,-1 1 0 0 0,0 0 0 0 0,-1 1 0 0 0,0 0 0 0 0,-1 1 0 0 0,-23-11 0 0 0,33 18-63 0 0,1 1 0 0 0,-1 0-1 0 0,0 1 1 0 0,0-1 0 0 0,0 1 0 0 0,0 0 0 0 0,-1 0 0 0 0,1 0-1 0 0,0 1 1 0 0,0 0 0 0 0,-1 0 0 0 0,1 0 0 0 0,0 1 0 0 0,0-1-1 0 0,0 1 1 0 0,-1 1 0 0 0,1-1 0 0 0,0 1 0 0 0,0 0 0 0 0,1 0-1 0 0,-1 0 1 0 0,0 0 0 0 0,1 1 0 0 0,-1 0 0 0 0,1 0-1 0 0,-5 5 1 0 0,6-5-12 0 0,0-1 0 0 0,0 1 0 0 0,1 0 1 0 0,-1 0-1 0 0,1 0 0 0 0,0 0 0 0 0,0 1 0 0 0,0-1 0 0 0,0 1 0 0 0,1-1 0 0 0,-1 1 0 0 0,1 0 0 0 0,0-1 0 0 0,0 1 0 0 0,0 0 0 0 0,1 0 0 0 0,-1 7 0 0 0,1-5-6 0 0,1 0 0 0 0,0-1 0 0 0,0 1-1 0 0,0-1 1 0 0,1 1 0 0 0,-1-1 0 0 0,1 0 0 0 0,1 0-1 0 0,-1 0 1 0 0,1 0 0 0 0,5 8 0 0 0,-4-7-17 0 0,1 0 0 0 0,0 0 0 0 0,0 0-1 0 0,0-1 1 0 0,1 0 0 0 0,-1 0 0 0 0,1 0 0 0 0,1-1 0 0 0,-1 0 0 0 0,0 0 0 0 0,1 0 0 0 0,0-1 0 0 0,0 0-1 0 0,0 0 1 0 0,0-1 0 0 0,1 0 0 0 0,-1 0 0 0 0,1-1 0 0 0,7 1 0 0 0,-7-3 12 0 0,-1 0 0 0 0,1 0 0 0 0,0-1 0 0 0,-1 0 1 0 0,1-1-1 0 0,-1 1 0 0 0,0-1 0 0 0,0-1 0 0 0,0 1 0 0 0,0-1 0 0 0,-1 0 1 0 0,1-1-1 0 0,-1 0 0 0 0,0 0 0 0 0,0 0 0 0 0,-1 0 0 0 0,0-1 0 0 0,0 0 1 0 0,0 0-1 0 0,-1-1 0 0 0,1 1 0 0 0,-1-1 0 0 0,-1 0 0 0 0,0 0 0 0 0,0 0 0 0 0,4-15 1 0 0,-6 3 152 0 0,-1 19-131 0 0,0 0 0 0 0,0-1 0 0 0,0 1 0 0 0,0 0 0 0 0,0-1 0 0 0,0 1 0 0 0,1 0 0 0 0,-1-1-1 0 0,0 1 1 0 0,0 0 0 0 0,0-1 0 0 0,0 1 0 0 0,0-1 0 0 0,-1 1 0 0 0,1 0 0 0 0,0-1 0 0 0,0 1 0 0 0,0 0 0 0 0,0-1-1 0 0,0 1 1 0 0,0 0 0 0 0,-1-1 0 0 0,1 1 0 0 0,0 0 0 0 0,0-1 0 0 0,0 1 0 0 0,-1 0 0 0 0,1-1 0 0 0,0 1 0 0 0,0 0-1 0 0,-1 0 1 0 0,1-1 0 0 0,-6 11-4 0 0,1 1 0 0 0,0-1 0 0 0,1 1 0 0 0,0 0 0 0 0,1 0 0 0 0,0 0 0 0 0,1 1 0 0 0,0-1 0 0 0,-1 17 0 0 0,3 114 34 0 0,0-140-42 0 0,5 58 25 0 0,2 0 0 0 0,3 0 0 0 0,20 65 0 0 0,-26-106-12 0 0,0 0 1 0 0,0 1 0 0 0,0 25-1 0 0,0-12 31 0 0,-4-33-44 0 0,0 1-1 0 0,0-1 1 0 0,0 0-1 0 0,0 0 1 0 0,0 0-1 0 0,0 0 1 0 0,0 0-1 0 0,0 1 1 0 0,0-1-1 0 0,0 0 1 0 0,0 0-1 0 0,0 0 1 0 0,0 0-1 0 0,0 0 1 0 0,0 1-1 0 0,-1-1 1 0 0,1 0-1 0 0,0 0 1 0 0,0 0-1 0 0,0 0 1 0 0,0 0-1 0 0,0 0 1 0 0,0 1-1 0 0,0-1 1 0 0,-1 0-1 0 0,1 0 1 0 0,0 0-1 0 0,0 0 1 0 0,0 0-1 0 0,0 0 1 0 0,0 0-1 0 0,-1 0 1 0 0,1 0-1 0 0,0 0 1 0 0,0 0-1 0 0,0 0 1 0 0,0 0-1 0 0,0 0 1 0 0,-1 0-1 0 0,1 0 1 0 0,0 0-1 0 0,0 0 1 0 0,0 0 0 0 0,0 0-1 0 0,-1 0 1 0 0,1 0-1 0 0,0 0 1 0 0,-12-5 14 0 0,-4-8-7 0 0,3 3-21 0 0,1-1 0 0 0,0 0-1 0 0,1-1 1 0 0,0 0 0 0 0,1-1 0 0 0,1 0 0 0 0,0-1 0 0 0,0 0-1 0 0,2 0 1 0 0,0-1 0 0 0,0 0 0 0 0,1 0 0 0 0,1 0 0 0 0,1-1-1 0 0,-5-30 1 0 0,9 35-113 0 0,0-1 0 0 0,1 1 0 0 0,0 0 0 0 0,1-1 0 0 0,1 1-1 0 0,-1 0 1 0 0,2 0 0 0 0,0 1 0 0 0,0-1 0 0 0,0 1 0 0 0,2 0-1 0 0,-1 0 1 0 0,1 0 0 0 0,1 1 0 0 0,-1-1 0 0 0,2 2 0 0 0,13-14-1 0 0,-16 17-1 0 0,0 1-44 0 0,-1 0 0 0 0,1 0 0 0 0,0 0 1 0 0,8-4-1 0 0,-11 7 171 0 0,0 0 1 0 0,-1 1-1 0 0,1-1 0 0 0,0 1 1 0 0,0-1-1 0 0,0 1 0 0 0,0 0 1 0 0,0 0-1 0 0,0 0 1 0 0,-1 0-1 0 0,1 0 0 0 0,0 0 1 0 0,0 0-1 0 0,0 0 0 0 0,0 1 1 0 0,0-1-1 0 0,-1 1 1 0 0,3 1-1 0 0,-1-2 40 0 0,-1 1 0 0 0,0-1 0 0 0,1 0 0 0 0,-1 0 0 0 0,1 1 0 0 0,-1-2 0 0 0,1 1 0 0 0,-1 0-1 0 0,0 0 1 0 0,1-1 0 0 0,-1 1 0 0 0,1-1 0 0 0,-1 0 0 0 0,0 0 0 0 0,4-1 0 0 0,35-22 316 0 0,-30 17-289 0 0,15-9 82 0 0,0-2 0 0 0,38-33-1 0 0,-52 40-88 0 0,-1-1-1 0 0,0 1 1 0 0,-1-2-1 0 0,0 1 1 0 0,-1-1-1 0 0,-1-1 1 0 0,8-14 0 0 0,-15 25-24 0 0,0 0 0 0 0,0 1 0 0 0,0-1 0 0 0,0 0 1 0 0,0 1-1 0 0,-1-1 0 0 0,1 0 0 0 0,-1 0 1 0 0,0 0-1 0 0,0 1 0 0 0,0-1 0 0 0,0 0 0 0 0,-1-4 1 0 0,1 6-21 0 0,-1 0 1 0 0,1-1-1 0 0,-1 1 1 0 0,0-1-1 0 0,0 1 1 0 0,1 0-1 0 0,-1 0 1 0 0,0-1-1 0 0,0 1 1 0 0,0 0-1 0 0,0 0 1 0 0,-1 0-1 0 0,1 0 1 0 0,0 0-1 0 0,0 0 1 0 0,-1 0-1 0 0,1 1 1 0 0,0-1-1 0 0,-1 0 1 0 0,1 1-1 0 0,-1-1 1 0 0,1 1 0 0 0,0-1-1 0 0,-1 1 1 0 0,1 0-1 0 0,-3-1 1 0 0,1 1 1 0 0,-1 0 0 0 0,0 0 0 0 0,0 0 0 0 0,1 1 0 0 0,-1-1 0 0 0,1 1 0 0 0,-1 0 0 0 0,0 0 0 0 0,1 0 0 0 0,-1 0 0 0 0,1 1 0 0 0,0 0 1 0 0,-1-1-1 0 0,1 1 0 0 0,0 0 0 0 0,0 0 0 0 0,0 1 0 0 0,1-1 0 0 0,-5 5 0 0 0,3-4-9 0 0,1 1-1 0 0,0 0 1 0 0,0 0 0 0 0,0 0-1 0 0,1 0 1 0 0,-1 0 0 0 0,1 0 0 0 0,0 1-1 0 0,0-1 1 0 0,0 1 0 0 0,1-1-1 0 0,0 1 1 0 0,0 0 0 0 0,-1 5-1 0 0,2-3-4 0 0,1 1 0 0 0,0-1 0 0 0,0 1-1 0 0,1-1 1 0 0,0 0 0 0 0,0 0-1 0 0,0 0 1 0 0,1 0 0 0 0,0 0 0 0 0,1 0-1 0 0,-1-1 1 0 0,1 1 0 0 0,1-1 0 0 0,-1 0-1 0 0,1-1 1 0 0,0 1 0 0 0,8 6 0 0 0,-2-1-2 0 0,1-1 0 0 0,1-1 1 0 0,0 0-1 0 0,0-1 0 0 0,1 0 1 0 0,0-1-1 0 0,17 7 0 0 0,-22-11-5 0 0,1-1 0 0 0,0 1-1 0 0,0-2 1 0 0,0 1 0 0 0,0-1-1 0 0,0-1 1 0 0,0 0 0 0 0,1 0 0 0 0,-1-1-1 0 0,0-1 1 0 0,0 1 0 0 0,0-1-1 0 0,0-1 1 0 0,-1 0 0 0 0,1 0-1 0 0,-1-1 1 0 0,11-6 0 0 0,-8 3-10 0 0,0 0 0 0 0,-1 0 0 0 0,0-2 1 0 0,0 1-1 0 0,-1-1 0 0 0,0-1 0 0 0,0 1 1 0 0,-1-2-1 0 0,-1 1 0 0 0,0-1 0 0 0,0-1 0 0 0,8-16 1 0 0,-14 23 20 0 0,1-1 1 0 0,-1 0-1 0 0,-1 0 1 0 0,1 0-1 0 0,-1 0 1 0 0,0 0 0 0 0,0 0-1 0 0,-1 0 1 0 0,0-1-1 0 0,0 1 1 0 0,0 0-1 0 0,-1 0 1 0 0,0 0 0 0 0,0-1-1 0 0,0 1 1 0 0,-1 0-1 0 0,0 1 1 0 0,0-1-1 0 0,-6-11 1 0 0,3 13 1 0 0,4 9 16 0 0,10 14 10 0 0,20 33 1 0 0,-21-39-17 0 0,0 0 0 0 0,0 1 0 0 0,-1 0 0 0 0,-1 1 0 0 0,-1-1 0 0 0,7 24 0 0 0,-12-35-19 0 0,1 0 0 0 0,-1 0 0 0 0,0 0 0 0 0,0 0 0 0 0,0 0 0 0 0,0 0 0 0 0,0 0 1 0 0,-1-1-1 0 0,1 1 0 0 0,-1 0 0 0 0,0 0 0 0 0,0 0 0 0 0,0 0 0 0 0,0 0 0 0 0,-1-1 0 0 0,1 1 0 0 0,-1-1 0 0 0,-1 3 0 0 0,0-2 0 0 0,0 0 1 0 0,0 0-1 0 0,0 0 0 0 0,0-1 0 0 0,-1 0 0 0 0,1 0 0 0 0,-1 0 0 0 0,0 0 0 0 0,1 0 0 0 0,-1 0 1 0 0,-6 1-1 0 0,-7 0-3 0 0,1 0 1 0 0,0-1 0 0 0,-1-1 0 0 0,1 0 0 0 0,-18-2-1 0 0,13-1-298 0 0,1 0 0 0 0,-34-7 0 0 0,15-2-4761 0 0,16 3-1419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5272 0 0,'-1'-1'11460'0'0,"-7"3"-3046"0"0,9 15-7722 0 0,0-1 1 0 0,2 0-1 0 0,0 1 1 0 0,9 28-1 0 0,1 5-177 0 0,-6-12-116 0 0,-2 1-1 0 0,0 76 0 0 0,-5-113-256 0 0,-1-6-60 0 0,-3-14-39 0 0,3 9-35 0 0,0 0-1 0 0,0 1 0 0 0,2-16 0 0 0,1 10 8 0 0,1 0 0 0 0,0 0-1 0 0,1 0 1 0 0,1 0 0 0 0,0 0 0 0 0,1 1 0 0 0,1 0-1 0 0,0 0 1 0 0,0 1 0 0 0,1 0 0 0 0,14-16-1 0 0,-21 27-1 0 0,0 0 0 0 0,0-1 0 0 0,0 1 0 0 0,1 0 0 0 0,-1 0 0 0 0,0 0 0 0 0,1 0 0 0 0,-1 0 0 0 0,0 1 0 0 0,1-1 0 0 0,-1 0-1 0 0,1 1 1 0 0,-1-1 0 0 0,1 1 0 0 0,0-1 0 0 0,-1 1 0 0 0,3-1 0 0 0,-3 1-4 0 0,0 1 0 0 0,0-1 0 0 0,1 0 1 0 0,-1 1-1 0 0,0-1 0 0 0,0 0 0 0 0,0 1 0 0 0,1-1 0 0 0,-1 1 0 0 0,0 0 1 0 0,0-1-1 0 0,0 1 0 0 0,0 0 0 0 0,0 0 0 0 0,0 0 0 0 0,0 0 1 0 0,1 1-1 0 0,3 5 18 0 0,0 0 1 0 0,-1 1 0 0 0,0 0 0 0 0,0 0 0 0 0,3 10-1 0 0,1 1-6 0 0,-1-5-87 0 0,0 0 0 0 0,0-1 1 0 0,1 0-1 0 0,1 0 1 0 0,15 18-1 0 0,-21-29 38 0 0,-1 1 0 0 0,1-1-1 0 0,0 1 1 0 0,0-1 0 0 0,0 0-1 0 0,0 0 1 0 0,0 0 0 0 0,0-1-1 0 0,0 1 1 0 0,1-1 0 0 0,-1 0-1 0 0,1 1 1 0 0,-1-2 0 0 0,1 1-1 0 0,-1 0 1 0 0,1-1-1 0 0,0 1 1 0 0,-1-1 0 0 0,1 0-1 0 0,-1 0 1 0 0,1-1 0 0 0,0 1-1 0 0,-1-1 1 0 0,1 0 0 0 0,-1 1-1 0 0,1-2 1 0 0,-1 1 0 0 0,1 0-1 0 0,4-3 1 0 0,-3 1 12 0 0,0 0 1 0 0,0 0-1 0 0,-1 0 1 0 0,1-1-1 0 0,-1 1 0 0 0,0-1 1 0 0,0 0-1 0 0,0 0 1 0 0,0-1-1 0 0,0 1 0 0 0,-1-1 1 0 0,0 0-1 0 0,0 0 1 0 0,0 0-1 0 0,-1 0 0 0 0,0 0 1 0 0,2-6-1 0 0,-2 2 137 0 0,0 1-1 0 0,-1-1 1 0 0,0 1 0 0 0,0-1-1 0 0,-1 1 1 0 0,0-1-1 0 0,-1 0 1 0 0,0 1-1 0 0,0-1 1 0 0,-4-12 0 0 0,5 19-78 0 0,-1 0 1 0 0,0-1-1 0 0,0 1 0 0 0,0 0 1 0 0,0 1-1 0 0,0-1 1 0 0,0 0-1 0 0,0 0 1 0 0,0 0-1 0 0,-1 1 1 0 0,1-1-1 0 0,-1 0 1 0 0,0 1-1 0 0,1 0 1 0 0,-1-1-1 0 0,0 1 1 0 0,0 0-1 0 0,0 0 1 0 0,0 0-1 0 0,0 0 1 0 0,0 0-1 0 0,0 0 1 0 0,0 1-1 0 0,0-1 1 0 0,-4 0-1 0 0,5 1-34 0 0,-1 0-1 0 0,1 1 1 0 0,0-1-1 0 0,0 0 0 0 0,0 1 1 0 0,0-1-1 0 0,0 1 1 0 0,0-1-1 0 0,0 1 1 0 0,0-1-1 0 0,0 1 1 0 0,0 0-1 0 0,0 0 0 0 0,0-1 1 0 0,0 1-1 0 0,0 0 1 0 0,1 0-1 0 0,-1 0 1 0 0,0 0-1 0 0,1 0 1 0 0,-2 2-1 0 0,-10 21 71 0 0,10-18-78 0 0,0 1 0 0 0,1-1-1 0 0,0 1 1 0 0,0 0 0 0 0,0-1 0 0 0,1 1 0 0 0,0 0-1 0 0,0 0 1 0 0,1-1 0 0 0,0 1 0 0 0,0 0-1 0 0,1-1 1 0 0,0 1 0 0 0,0-1 0 0 0,0 1 0 0 0,1-1-1 0 0,0 0 1 0 0,0 0 0 0 0,0 0 0 0 0,1 0 0 0 0,5 5-1 0 0,-4-4-13 0 0,0-1 1 0 0,1 0-1 0 0,-1-1 0 0 0,1 1 0 0 0,1-1 0 0 0,-1 0 0 0 0,1-1 0 0 0,-1 1 0 0 0,1-1 0 0 0,1-1 1 0 0,-1 1-1 0 0,0-1 0 0 0,1-1 0 0 0,0 1 0 0 0,0-1 0 0 0,-1-1 0 0 0,13 2 0 0 0,-11-3-6 0 0,-1 0-1 0 0,0 0 0 0 0,1-1 1 0 0,-1 0-1 0 0,0 0 0 0 0,1-1 0 0 0,15-6 1 0 0,-22 7 18 0 0,0 1 0 0 0,0-1 0 0 0,-1 0 0 0 0,1 0 0 0 0,0 0 0 0 0,0-1 0 0 0,0 1 1 0 0,-1 0-1 0 0,1-1 0 0 0,-1 1 0 0 0,1-1 0 0 0,-1 1 0 0 0,1-1 0 0 0,-1 0 0 0 0,0 0 0 0 0,0 0 0 0 0,0 0 1 0 0,0 1-1 0 0,0-1 0 0 0,0 0 0 0 0,-1 0 0 0 0,1-1 0 0 0,-1 1 0 0 0,1 0 0 0 0,-1 0 0 0 0,0 0 1 0 0,0 0-1 0 0,0 0 0 0 0,0-1 0 0 0,0 1 0 0 0,0 0 0 0 0,0 0 0 0 0,-1 0 0 0 0,1 0 0 0 0,-1 0 0 0 0,-1-3 1 0 0,-1-2 10 0 0,0 0 1 0 0,-1 0 0 0 0,0 0 0 0 0,0 0-1 0 0,-1 1 1 0 0,0-1 0 0 0,0 1 0 0 0,-9-8-1 0 0,2 3 11 0 0,0 0 0 0 0,-1 1 0 0 0,-18-10 0 0 0,25 17-386 0 0,0 0-1 0 0,0 0 0 0 0,0 1 1 0 0,-1 0-1 0 0,-7-1 1 0 0,12 2 146 0 0,1 0 0 0 0,-1 1 1 0 0,0 0-1 0 0,0-1 0 0 0,0 1 1 0 0,0 0-1 0 0,0 0 0 0 0,0 0 1 0 0,0 0-1 0 0,1 1 0 0 0,-1-1 1 0 0,0 0-1 0 0,0 1 0 0 0,0-1 1 0 0,0 1-1 0 0,1 0 1 0 0,-1 0-1 0 0,0-1 0 0 0,0 1 1 0 0,1 0-1 0 0,-1 1 0 0 0,-2 1 1 0 0,-2 6-6286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31 31571 0 0,'0'0'262'0'0,"-5"-3"-97"0"0,-34-24 266 0 0,38 26-404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8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232 269 8205 0 0,'-2'-3'1224'0'0,"0"-1"-1"0"0,0 1 1 0 0,-1 0 0 0 0,1 0 0 0 0,-1 0 0 0 0,0 0 0 0 0,-3-2 0 0 0,4 3-513 0 0,0 0 1 0 0,-1 1 0 0 0,1 0 0 0 0,0-1-1 0 0,-1 1 1 0 0,0 0 0 0 0,1 0 0 0 0,-6-1 0 0 0,4 2-290 0 0,0-1 0 0 0,0 1 0 0 0,0 0 0 0 0,0 1 0 0 0,0-1 0 0 0,0 1 0 0 0,-1-1 1 0 0,1 1-1 0 0,0 0 0 0 0,1 1 0 0 0,-1-1 0 0 0,-7 4 0 0 0,2 1-273 0 0,-1-1 0 0 0,1 2 0 0 0,0 0 0 0 0,0 0 0 0 0,1 0 0 0 0,0 1 0 0 0,1 0 0 0 0,-1 1 0 0 0,-10 16 0 0 0,14-18-126 0 0,0 0 0 0 0,1 0 1 0 0,0 0-1 0 0,0 1 0 0 0,0-1 0 0 0,1 1 1 0 0,0-1-1 0 0,1 1 0 0 0,0 0 0 0 0,0 0 1 0 0,0 15-1 0 0,2-19-40 0 0,-1-1 0 0 0,1 1 0 0 0,0 0 0 0 0,0-1 0 0 0,0 1 0 0 0,0 0 0 0 0,0-1 0 0 0,1 0 0 0 0,0 1 0 0 0,-1-1 0 0 0,1 0 0 0 0,1 0 0 0 0,-1 0 0 0 0,0 0 0 0 0,1 0 0 0 0,-1 0 0 0 0,1-1 0 0 0,0 1 0 0 0,0-1 0 0 0,0 0 0 0 0,0 0 0 0 0,0 0 0 0 0,1 0 0 0 0,-1-1 0 0 0,1 1 0 0 0,6 1 0 0 0,-4-1-10 0 0,0-1 0 0 0,0 0 1 0 0,0 0-1 0 0,0-1 0 0 0,0 0 0 0 0,0 0 0 0 0,0 0 1 0 0,0-1-1 0 0,0 0 0 0 0,0 0 0 0 0,0-1 1 0 0,0 1-1 0 0,0-1 0 0 0,0 0 0 0 0,5-4 1 0 0,-8 5 22 0 0,0-1 1 0 0,0 1 0 0 0,0-1 0 0 0,0 0-1 0 0,-1 0 1 0 0,1 0 0 0 0,-1 0 0 0 0,1-1-1 0 0,-1 1 1 0 0,0-1 0 0 0,0 1 0 0 0,0-1 0 0 0,0 0-1 0 0,0 0 1 0 0,-1 0 0 0 0,1 0 0 0 0,-1 0-1 0 0,0 0 1 0 0,0 0 0 0 0,0-1 0 0 0,0 1-1 0 0,0 0 1 0 0,-1-1 0 0 0,1 1 0 0 0,-1 0 0 0 0,0-1-1 0 0,0 1 1 0 0,-1-5 0 0 0,-2-5 39 0 0,0 0 1 0 0,-1 0-1 0 0,-1 0 1 0 0,1 1 0 0 0,-2-1-1 0 0,-7-12 1 0 0,-49-67 163 0 0,40 62-130 0 0,-25-45-1 0 0,46 73-85 0 0,-1-1 0 0 0,1 0 0 0 0,0 1-1 0 0,0-1 1 0 0,0 0 0 0 0,0 0 0 0 0,1 0-1 0 0,-1 1 1 0 0,1-1 0 0 0,-1 0 0 0 0,1 0 0 0 0,0 0-1 0 0,0 0 1 0 0,0 0 0 0 0,1 0 0 0 0,-1 0 0 0 0,1 0-1 0 0,0 0 1 0 0,-1 1 0 0 0,3-5 0 0 0,-1 4-26 0 0,0 0 0 0 0,0 0-1 0 0,1 0 1 0 0,-1 0 0 0 0,1 0 0 0 0,0 0 0 0 0,0 0 0 0 0,0 1 0 0 0,0 0 0 0 0,0-1 0 0 0,0 1-1 0 0,1 1 1 0 0,-1-1 0 0 0,8-2 0 0 0,-2 0-16 0 0,0 1 0 0 0,0 1 0 0 0,1 0 0 0 0,-1 0 0 0 0,0 1 1 0 0,1 0-1 0 0,0 0 0 0 0,-1 1 0 0 0,1 0 0 0 0,-1 1 0 0 0,16 3 0 0 0,-20-3 62 0 0,1 1 0 0 0,-1-1 0 0 0,0 1 0 0 0,0 0 0 0 0,0 1 0 0 0,0-1 0 0 0,0 1 0 0 0,0 0 0 0 0,-1 0 0 0 0,1 1 0 0 0,-1-1 0 0 0,0 1 0 0 0,0 0 0 0 0,0 0 0 0 0,-1 1 0 0 0,1-1 0 0 0,-1 1 0 0 0,0-1 0 0 0,0 1 0 0 0,-1 0 0 0 0,3 7 0 0 0,1 4 79 0 0,-2 1 0 0 0,0-1-1 0 0,-1 1 1 0 0,0 0 0 0 0,-2 0-1 0 0,1 19 1 0 0,-12 104 443 0 0,4-72-341 0 0,1-13-49 0 0,-2 23 104 0 0,5 99 1 0 0,3-153-230 0 0,1 0 0 0 0,2-1-1 0 0,0 0 1 0 0,2 1 0 0 0,0-2 0 0 0,1 1-1 0 0,2-1 1 0 0,17 35 0 0 0,-22-51-36 0 0,-1 0 0 0 0,1-1-1 0 0,1 1 1 0 0,-1-1 0 0 0,1 0 0 0 0,0 0 0 0 0,0 0 0 0 0,0-1 0 0 0,1 0 0 0 0,0 0-1 0 0,0 0 1 0 0,0-1 0 0 0,0 1 0 0 0,0-2 0 0 0,1 1 0 0 0,-1-1 0 0 0,1 0-1 0 0,12 3 1 0 0,-13-5-3 0 0,0 1 1 0 0,-1-1-1 0 0,1 0 0 0 0,0 0 0 0 0,0-1 0 0 0,-1 0 0 0 0,1 0 0 0 0,0 0 1 0 0,-1-1-1 0 0,1 0 0 0 0,-1 0 0 0 0,0 0 0 0 0,1 0 0 0 0,-1-1 0 0 0,0 0 1 0 0,0 0-1 0 0,-1-1 0 0 0,1 1 0 0 0,-1-1 0 0 0,0 0 0 0 0,0 0 1 0 0,0 0-1 0 0,4-6 0 0 0,-4 5 25 0 0,-1-1 0 0 0,0 1 0 0 0,0-1 0 0 0,0 1 0 0 0,-1-1 1 0 0,0 0-1 0 0,0 0 0 0 0,0 0 0 0 0,-1 0 0 0 0,0 0 0 0 0,1-9 0 0 0,-2 5 44 0 0,0 0 1 0 0,-1 0-1 0 0,0 0 0 0 0,0 0 0 0 0,-1 0 0 0 0,-5-15 0 0 0,1 8 54 0 0,-1 0 0 0 0,-1 1 0 0 0,0 0 0 0 0,-1 0 0 0 0,0 1 0 0 0,-2 0 0 0 0,-19-22 0 0 0,16 23-9 0 0,0 0 1 0 0,-1 1 0 0 0,-20-15 0 0 0,28 24-96 0 0,0-1 1 0 0,0 1-1 0 0,-1 1 0 0 0,1-1 0 0 0,-1 1 1 0 0,1 1-1 0 0,-1-1 0 0 0,0 1 0 0 0,0 0 1 0 0,-13 0-1 0 0,20 2-62 0 0,-1 0 0 0 0,1 0 0 0 0,0 0 0 0 0,-1 0 1 0 0,1 0-1 0 0,0 0 0 0 0,-1 0 0 0 0,1 1 0 0 0,0-1 0 0 0,0 1 0 0 0,-1-1 1 0 0,1 1-1 0 0,0-1 0 0 0,0 1 0 0 0,0 0 0 0 0,0 0 0 0 0,0-1 0 0 0,-2 3 1 0 0,-5 10-5833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11029 0 0,'0'-2'4668'0'0,"0"-11"3062"0"0,3 5-1120 0 0,16 77-5513 0 0,3 8-493 0 0,-19-68-549 0 0,1-1 0 0 0,0 0 1 0 0,0 0-1 0 0,0 0 0 0 0,1-1 1 0 0,11 14-1 0 0,-14-19-45 0 0,0 0 0 0 0,-1 0 0 0 0,1 0 0 0 0,1-1 0 0 0,-1 1 0 0 0,0 0 0 0 0,0-1 0 0 0,1 0 0 0 0,-1 1 0 0 0,0-1 0 0 0,1 0-1 0 0,-1 0 1 0 0,1 0 0 0 0,0 0 0 0 0,-1-1 0 0 0,4 1 0 0 0,-3-1-5 0 0,-1 0-1 0 0,0 0 1 0 0,0-1-1 0 0,1 1 1 0 0,-1-1-1 0 0,0 1 1 0 0,0-1-1 0 0,0 0 1 0 0,1 0-1 0 0,-1 0 0 0 0,0 0 1 0 0,0 0-1 0 0,0 0 1 0 0,-1-1-1 0 0,4-1 1 0 0,0-3-6 0 0,0 1 0 0 0,0-1 0 0 0,-1 0 0 0 0,0 0 0 0 0,0 0 0 0 0,0 0-1 0 0,-1-1 1 0 0,0 1 0 0 0,0-1 0 0 0,3-12 0 0 0,-3 5-16 0 0,-1-1-1 0 0,0 0 0 0 0,0-1 1 0 0,-2 1-1 0 0,-2-30 0 0 0,-17-75-748 0 0,19 120 763 0 0,-4-16-566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9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6929 0 0,'4'5'2831'0'0,"-3"-3"-2358"0"0,0 0-1 0 0,0 0 0 0 0,1 0 1 0 0,-1-1-1 0 0,0 1 0 0 0,1 0 1 0 0,-1-1-1 0 0,1 1 0 0 0,-1-1 1 0 0,1 0-1 0 0,0 0 1 0 0,0 1-1 0 0,0-1 0 0 0,-1 0 1 0 0,1 0-1 0 0,0-1 0 0 0,0 1 1 0 0,0 0-1 0 0,1-1 0 0 0,-1 1 1 0 0,0-1-1 0 0,0 0 0 0 0,0 1 1 0 0,0-1-1 0 0,4-1 0 0 0,-1 0-250 0 0,1-1-1 0 0,-1 0 0 0 0,1-1 1 0 0,-1 1-1 0 0,0-1 1 0 0,0 0-1 0 0,0 0 0 0 0,0-1 1 0 0,-1 1-1 0 0,1-1 1 0 0,-1 0-1 0 0,0 0 0 0 0,0-1 1 0 0,-1 1-1 0 0,1-1 0 0 0,-1 0 1 0 0,0 0-1 0 0,0 0 1 0 0,-1 0-1 0 0,1 0 0 0 0,-1-1 1 0 0,0 1-1 0 0,-1-1 0 0 0,3-9 1 0 0,-4 14-166 0 0,0 0-1 0 0,0 0 1 0 0,0 0 0 0 0,0 0 0 0 0,0 0-1 0 0,0 0 1 0 0,0 0 0 0 0,0 0 0 0 0,0 0-1 0 0,0 0 1 0 0,0 0 0 0 0,-1 0 0 0 0,1 0 0 0 0,-1 0-1 0 0,1 0 1 0 0,0 0 0 0 0,-1 0 0 0 0,0 0-1 0 0,1 0 1 0 0,-1 0 0 0 0,1 0 0 0 0,-1 0-1 0 0,0 1 1 0 0,0-1 0 0 0,0 0 0 0 0,1 1-1 0 0,-1-1 1 0 0,0 0 0 0 0,0 1 0 0 0,0-1 0 0 0,0 1-1 0 0,0-1 1 0 0,0 1 0 0 0,0 0 0 0 0,0-1-1 0 0,0 1 1 0 0,0 0 0 0 0,0 0 0 0 0,0 0-1 0 0,-2 0 1 0 0,-1 0 55 0 0,0 0 0 0 0,1 1 1 0 0,-1-1-1 0 0,0 1 0 0 0,0 0 0 0 0,1 0 0 0 0,-1 0 0 0 0,1 1 0 0 0,-6 2 0 0 0,5-1-100 0 0,0-1 0 0 0,0 1 0 0 0,0 0 0 0 0,1 0 0 0 0,-1 1 0 0 0,1-1 0 0 0,-1 1 0 0 0,1 0 0 0 0,0 0 0 0 0,1 0 0 0 0,-1 0 0 0 0,1 0 0 0 0,-1 1 0 0 0,1-1 0 0 0,1 1-1 0 0,-1-1 1 0 0,1 1 0 0 0,0 0 0 0 0,0-1 0 0 0,0 1 0 0 0,0 0 0 0 0,1 0 0 0 0,0 0 0 0 0,0 0 0 0 0,0 0 0 0 0,1-1 0 0 0,-1 1 0 0 0,1 0 0 0 0,0 0 0 0 0,1-1-1 0 0,-1 1 1 0 0,1 0 0 0 0,0-1 0 0 0,0 1 0 0 0,0-1 0 0 0,1 0 0 0 0,0 0 0 0 0,-1 0 0 0 0,2 0 0 0 0,-1 0 0 0 0,0-1 0 0 0,1 0 0 0 0,-1 1 0 0 0,9 4 0 0 0,-1-2-65 0 0,1 0 0 0 0,0-1 0 0 0,0 0 0 0 0,1-1 0 0 0,-1-1 0 0 0,1 0 1 0 0,0 0-1 0 0,0-1 0 0 0,0-1 0 0 0,0 0 0 0 0,0-1 0 0 0,0-1 1 0 0,0 0-1 0 0,23-4 0 0 0,-17 1-225 0 0,0-1 0 0 0,0 0 0 0 0,-1-2 1 0 0,1 0-1 0 0,-1-1 0 0 0,-1-1 0 0 0,0 0 0 0 0,0-1 1 0 0,19-16-1 0 0,-29 20-795 0 0,0 0 1 0 0,-1 0 0 0 0,0-1-1 0 0,0 1 1 0 0,9-15-1 0 0,2-9-5106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184 315 18390 0 0,'-1'-27'1081'0'0,"-1"-1"0"0"0,-1 1 1 0 0,-11-41-1 0 0,10 54-452 0 0,-1 0 0 0 0,0 1-1 0 0,0 0 1 0 0,-2 0 0 0 0,1 0 0 0 0,-2 1 0 0 0,1-1 0 0 0,-16-16 0 0 0,20 26-458 0 0,0 0 1 0 0,0 0-1 0 0,0 0 1 0 0,0 1-1 0 0,-1-1 1 0 0,1 1-1 0 0,-1 0 1 0 0,0 0-1 0 0,0 0 1 0 0,-4-1-1 0 0,6 2-138 0 0,1 1 0 0 0,0-1 0 0 0,-1 1 0 0 0,1 0-1 0 0,0 0 1 0 0,-1 0 0 0 0,1 0 0 0 0,0 0 0 0 0,-1 0 0 0 0,1 0 0 0 0,-1 0-1 0 0,1 1 1 0 0,0-1 0 0 0,-1 0 0 0 0,1 1 0 0 0,0-1 0 0 0,0 1-1 0 0,-1 0 1 0 0,1-1 0 0 0,0 1 0 0 0,0 0 0 0 0,0 0 0 0 0,0 0 0 0 0,0-1-1 0 0,0 1 1 0 0,0 0 0 0 0,0 0 0 0 0,0 1 0 0 0,0-1 0 0 0,1 0 0 0 0,-1 0-1 0 0,0 0 1 0 0,1 0 0 0 0,-2 3 0 0 0,0 3 16 0 0,0 0 0 0 0,0 1-1 0 0,1-1 1 0 0,-1 0 0 0 0,1 1 0 0 0,1 0 0 0 0,0-1 0 0 0,0 1 0 0 0,2 10-1 0 0,14 72 178 0 0,-11-66-156 0 0,79 296 437 0 0,-82-313-502 0 0,0-1-1 0 0,1 1 0 0 0,0 0 1 0 0,0-1-1 0 0,0 0 1 0 0,1 0-1 0 0,0 0 0 0 0,0 0 1 0 0,0 0-1 0 0,7 6 0 0 0,-10-12-6 0 0,0 1 1 0 0,0-1-1 0 0,0 0 0 0 0,0 0 0 0 0,0 0 0 0 0,0 1 0 0 0,0-1 1 0 0,0 0-1 0 0,0 0 0 0 0,0 0 0 0 0,0-1 0 0 0,0 1 0 0 0,0 0 1 0 0,0 0-1 0 0,-1 0 0 0 0,1-1 0 0 0,0 1 0 0 0,0-1 0 0 0,0 1 1 0 0,0 0-1 0 0,0-1 0 0 0,-1 1 0 0 0,1-1 0 0 0,0 0 0 0 0,0 1 1 0 0,0-2-1 0 0,20-17-53 0 0,-13 8 12 0 0,-1-1 1 0 0,-1 1-1 0 0,0-1 1 0 0,-1-1 0 0 0,5-12-1 0 0,6-17-97 0 0,-8 26 89 0 0,-1 0 0 0 0,-1-1 0 0 0,-1 0 0 0 0,-1 0 0 0 0,4-23 0 0 0,-8 49 85 0 0,0-1 0 0 0,1 0 0 0 0,0 0 0 0 0,0 0 0 0 0,1 0 0 0 0,0 0-1 0 0,1 0 1 0 0,4 10 0 0 0,-1-9-31 0 0,1 0 0 0 0,-1-1 0 0 0,1 0 0 0 0,1 0-1 0 0,-1-1 1 0 0,2 0 0 0 0,-1-1 0 0 0,0 1 0 0 0,1-2 0 0 0,0 1-1 0 0,1-1 1 0 0,13 5 0 0 0,-2-1-1 0 0,1-2 0 0 0,1 0 0 0 0,0-1 1 0 0,34 4-1 0 0,-49-9-7 0 0,-1-1 0 0 0,0 1 0 0 0,1-1 0 0 0,-1 0 0 0 0,0-1 0 0 0,1 1 0 0 0,-1-2 1 0 0,0 1-1 0 0,13-5 0 0 0,-17 5 3 0 0,-1 0 1 0 0,1-1 0 0 0,-1 1 0 0 0,1-1-1 0 0,-1 0 1 0 0,1 0 0 0 0,-1 0 0 0 0,0 0-1 0 0,0 0 1 0 0,0 0 0 0 0,0-1-1 0 0,0 1 1 0 0,-1-1 0 0 0,1 1 0 0 0,-1-1-1 0 0,1 0 1 0 0,-1 1 0 0 0,0-1 0 0 0,0 0-1 0 0,0 0 1 0 0,0 0 0 0 0,-1 0-1 0 0,1 0 1 0 0,-1 0 0 0 0,0-4 0 0 0,0-3 30 0 0,-1 0 1 0 0,0 0-1 0 0,-1 0 1 0 0,0 0-1 0 0,-1 0 1 0 0,0 0 0 0 0,0 0-1 0 0,-1 1 1 0 0,0 0-1 0 0,-1 0 1 0 0,-11-17-1 0 0,14 23-10 0 0,-2-1-11 0 0,3 4-12 0 0,1 12-27 0 0,1 0 0 0 0,1 0 0 0 0,0 0 1 0 0,0 0-1 0 0,1 0 0 0 0,1 0 0 0 0,7 15 0 0 0,-8-18-164 0 0,2-1-1 0 0,-1 1 1 0 0,1-1 0 0 0,1 0-1 0 0,0 0 1 0 0,0 0 0 0 0,0-1-1 0 0,1 0 1 0 0,13 11 0 0 0,-4-9-5942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81 8265 0 0,'-4'-5'2299'0'0,"1"0"1"0"0,-1 0 0 0 0,1 0-1 0 0,-9-8 1 0 0,-37-24 4711 0 0,36 28-4766 0 0,12 8-1585 0 0,1 6-1080 0 0,10 28-604 0 0,3-8-5613 0 0,-5-12 436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0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174 269 10173 0 0,'-2'-1'668'0'0,"1"-1"-1"0"0,0 0 1 0 0,0 1 0 0 0,0-1-1 0 0,-1 1 1 0 0,1 0-1 0 0,-1-1 1 0 0,1 1 0 0 0,-1 0-1 0 0,0 0 1 0 0,1 0 0 0 0,-1 0-1 0 0,0 0 1 0 0,0 1 0 0 0,1-1-1 0 0,-4 0 1 0 0,-23-1 3547 0 0,22 3-3922 0 0,1-1 0 0 0,0 1 0 0 0,0 0 0 0 0,0 1 0 0 0,0-1 0 0 0,0 1 0 0 0,0 0 0 0 0,0 0 0 0 0,1 1 0 0 0,-1-1 0 0 0,1 1 0 0 0,0 0 0 0 0,-1 0 0 0 0,1 0 0 0 0,1 1 0 0 0,-1 0 0 0 0,-4 5 0 0 0,4-5-247 0 0,1 1 0 0 0,0 0 0 0 0,0 0 0 0 0,0 0 1 0 0,1 1-1 0 0,0-1 0 0 0,0 1 0 0 0,0-1 1 0 0,0 1-1 0 0,1 0 0 0 0,0 0 0 0 0,0 0 0 0 0,1-1 1 0 0,0 1-1 0 0,0 0 0 0 0,0 0 0 0 0,1 0 1 0 0,-1 0-1 0 0,1 0 0 0 0,1-1 0 0 0,-1 1 0 0 0,1 0 1 0 0,4 8-1 0 0,-3-8-36 0 0,1 0 0 0 0,0-1 0 0 0,0 0 0 0 0,1 0 0 0 0,-1 0 0 0 0,1 0 0 0 0,0-1 0 0 0,0 1 0 0 0,1-1 0 0 0,-1-1 0 0 0,1 1 0 0 0,0-1 0 0 0,10 5 0 0 0,-4-3-19 0 0,1-1 1 0 0,0 1 0 0 0,0-2 0 0 0,0 0-1 0 0,24 2 1 0 0,-28-4-44 0 0,-1-1 0 0 0,1-1 0 0 0,-1 1 1 0 0,1-2-1 0 0,-1 1 0 0 0,0-1 0 0 0,1 0 0 0 0,-1-1 0 0 0,0 0 1 0 0,0 0-1 0 0,-1-1 0 0 0,1 0 0 0 0,-1 0 0 0 0,1-1 1 0 0,-1 1-1 0 0,-1-2 0 0 0,1 1 0 0 0,-1-1 0 0 0,0 0 0 0 0,0 0 1 0 0,0-1-1 0 0,-1 0 0 0 0,0 0 0 0 0,-1 0 0 0 0,0 0 0 0 0,0-1 1 0 0,0 0-1 0 0,-1 0 0 0 0,0 0 0 0 0,0 0 0 0 0,-1 0 0 0 0,0-1 1 0 0,1-11-1 0 0,-1-4-42 0 0,-1-1 0 0 0,-1 1 0 0 0,-1 0 0 0 0,-1 0 1 0 0,-7-30-1 0 0,6 37 215 0 0,-2 0 0 0 0,0 0-1 0 0,0 1 1 0 0,-2 0 0 0 0,0 0 0 0 0,-1 0 0 0 0,-20-28 0 0 0,28 43-99 0 0,-1 0 0 0 0,0 0 0 0 0,0 0 0 0 0,1 0 0 0 0,-1 0 0 0 0,0 0 0 0 0,0 0 0 0 0,0 0 0 0 0,0 0 1 0 0,-1 0-1 0 0,1 1 0 0 0,0-1 0 0 0,0 0 0 0 0,0 1 0 0 0,0-1 0 0 0,-1 1 0 0 0,1 0 0 0 0,0-1 0 0 0,0 1 0 0 0,-3-1 0 0 0,3 2-3 0 0,0-1-1 0 0,-1 0 0 0 0,1 1 0 0 0,0-1 1 0 0,0 1-1 0 0,0-1 0 0 0,0 1 1 0 0,0-1-1 0 0,-1 1 0 0 0,1 0 0 0 0,0-1 1 0 0,1 1-1 0 0,-1 0 0 0 0,0 0 0 0 0,0 0 1 0 0,0 0-1 0 0,-1 2 0 0 0,-1 2 12 0 0,0 0 0 0 0,0 0 0 0 0,1 1 0 0 0,-1-1-1 0 0,1 1 1 0 0,1-1 0 0 0,-1 1 0 0 0,0 7 0 0 0,0 6-3 0 0,1 0 0 0 0,1 0 1 0 0,1 1-1 0 0,1-1 0 0 0,4 21 1 0 0,27 95 68 0 0,-24-106-73 0 0,0-1 0 0 0,22 45 1 0 0,-28-65-28 0 0,2-1 1 0 0,-1 1 0 0 0,1 0-1 0 0,0-1 1 0 0,1 0 0 0 0,0 0-1 0 0,0-1 1 0 0,0 0 0 0 0,1 0-1 0 0,0 0 1 0 0,0-1 0 0 0,1 0-1 0 0,9 5 1 0 0,-11-8-22 0 0,-1 0 1 0 0,1-1-1 0 0,0 0 1 0 0,0 0-1 0 0,-1 0 1 0 0,1-1-1 0 0,0 0 0 0 0,0 0 1 0 0,0 0-1 0 0,0-1 1 0 0,0 0-1 0 0,-1 0 0 0 0,1 0 1 0 0,0-1-1 0 0,-1 0 1 0 0,1 0-1 0 0,-1-1 1 0 0,6-2-1 0 0,0-1-64 0 0,0 0 0 0 0,0-1-1 0 0,-1 0 1 0 0,0-1 0 0 0,-1 0 0 0 0,1-1-1 0 0,10-13 1 0 0,-14 15 48 0 0,-1-1-1 0 0,0 1 1 0 0,0-1 0 0 0,-1 0-1 0 0,0-1 1 0 0,0 1-1 0 0,-1-1 1 0 0,0 1-1 0 0,-1-1 1 0 0,0 0 0 0 0,0 0-1 0 0,-1 0 1 0 0,1-11-1 0 0,-2 15 80 0 0,0 0-1 0 0,-1 0 0 0 0,1 1 0 0 0,-1-1 0 0 0,0 0 0 0 0,0 0 1 0 0,-1 1-1 0 0,1-1 0 0 0,-1 1 0 0 0,0-1 0 0 0,0 1 1 0 0,-1 0-1 0 0,1 0 0 0 0,-1 0 0 0 0,0 0 0 0 0,0 0 0 0 0,0 0 1 0 0,-1 1-1 0 0,1 0 0 0 0,-1-1 0 0 0,0 1 0 0 0,1 1 0 0 0,-2-1 1 0 0,1 1-1 0 0,0-1 0 0 0,-6-1 0 0 0,7 3-10 0 0,0 0 0 0 0,0 0-1 0 0,1 0 1 0 0,-1 1 0 0 0,0-1 0 0 0,0 1-1 0 0,0 0 1 0 0,0 0 0 0 0,-1 0 0 0 0,1 0 0 0 0,0 0-1 0 0,0 1 1 0 0,0-1 0 0 0,1 1 0 0 0,-5 1-1 0 0,6-1-19 0 0,-1-1-1 0 0,1 1 1 0 0,-1 0-1 0 0,1-1 0 0 0,-1 1 1 0 0,1 0-1 0 0,0 0 1 0 0,0 0-1 0 0,-1 0 1 0 0,1 1-1 0 0,0-1 0 0 0,0 0 1 0 0,0 0-1 0 0,0 1 1 0 0,0-1-1 0 0,1 0 0 0 0,-1 1 1 0 0,0-1-1 0 0,0 1 1 0 0,1-1-1 0 0,-1 1 1 0 0,1-1-1 0 0,0 1 0 0 0,-1 0 1 0 0,1-1-1 0 0,0 1 1 0 0,0-1-1 0 0,0 1 1 0 0,0 2-1 0 0,2 4-7 0 0,0 1 0 0 0,0-1 0 0 0,0 1 0 0 0,1-1 0 0 0,1 0-1 0 0,-1 0 1 0 0,1 0 0 0 0,1 0 0 0 0,-1-1 0 0 0,1 0 0 0 0,11 12 0 0 0,1 1-3 0 0,2-2 0 0 0,35 28 0 0 0,-44-38 2 0 0,1 1 0 0 0,0-2 0 0 0,1 0 0 0 0,-1 0 0 0 0,1-1 0 0 0,22 7 0 0 0,-29-11-9 0 0,0-1 0 0 0,0 0 0 0 0,0 0 0 0 0,0-1 0 0 0,0 0-1 0 0,0 1 1 0 0,0-2 0 0 0,0 1 0 0 0,1 0 0 0 0,-1-1-1 0 0,0 0 1 0 0,0 0 0 0 0,-1-1 0 0 0,1 0 0 0 0,0 1-1 0 0,0-1 1 0 0,-1-1 0 0 0,1 1 0 0 0,-1-1 0 0 0,7-4 0 0 0,-6 1-3 0 0,1 1 0 0 0,-1-1 0 0 0,1 0 1 0 0,-2 0-1 0 0,1-1 0 0 0,-1 0 0 0 0,0 1 1 0 0,0-1-1 0 0,-1-1 0 0 0,0 1 0 0 0,0 0 1 0 0,0-1-1 0 0,-1 0 0 0 0,1-9 1 0 0,0-2 42 0 0,0-1 0 0 0,-2 1 1 0 0,0-1-1 0 0,-4-33 1 0 0,0 30 110 0 0,-11-40-1 0 0,13 61-121 0 0,0-3-6 0 0,1 5-11 0 0,0 0-1 0 0,0 0 1 0 0,0 0-1 0 0,0 0 1 0 0,0 0-1 0 0,0 0 1 0 0,0 0 0 0 0,0 0-1 0 0,0 0 1 0 0,0 0-1 0 0,0 0 1 0 0,0 0 0 0 0,0 0-1 0 0,1 0 1 0 0,-1 0-1 0 0,0 0 1 0 0,0 0-1 0 0,0 0 1 0 0,0 0 0 0 0,0 0-1 0 0,0 0 1 0 0,0 0-1 0 0,0 0 1 0 0,0 0-1 0 0,0 0 1 0 0,0 0 0 0 0,0 0-1 0 0,1 0 1 0 0,-1 0-1 0 0,0 0 1 0 0,0 0 0 0 0,0 0-1 0 0,0 0 1 0 0,0 0-1 0 0,0 0 1 0 0,0 0-1 0 0,0 0 1 0 0,0 0 0 0 0,0 0-1 0 0,0 0 1 0 0,0 0-1 0 0,0 0 1 0 0,0 0 0 0 0,100 148 294 0 0,-88-133-240 0 0,-3-4 7 0 0,0 1 0 0 0,10 19 0 0 0,-17-29-55 0 0,-1 0 0 0 0,0 0-1 0 0,0 1 1 0 0,0-1 0 0 0,0 0-1 0 0,0 1 1 0 0,-1-1 0 0 0,1 1-1 0 0,-1-1 1 0 0,1 1 0 0 0,-1-1-1 0 0,0 1 1 0 0,0-1 0 0 0,0 1-1 0 0,0-1 1 0 0,-1 1 0 0 0,1-1-1 0 0,-1 1 1 0 0,1-1 0 0 0,-3 5-1 0 0,2-5-9 0 0,-1 0 0 0 0,1-1 0 0 0,-1 1 0 0 0,0 0 0 0 0,0-1 0 0 0,1 1 0 0 0,-1-1 0 0 0,0 0 0 0 0,0 1 0 0 0,0-1 0 0 0,-1 0 0 0 0,1 0 0 0 0,0 0 0 0 0,0-1 0 0 0,-1 1 0 0 0,1-1 0 0 0,0 1 0 0 0,0-1-1 0 0,-5 1 1 0 0,-5-1-78 0 0,0 1-1 0 0,-18-3 0 0 0,25 2 41 0 0,-60-8-983 0 0,20 0-4396 0 0,21 2-1091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3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1 747 6301 0 0,'0'2'6833'0'0,"0"1"-6456"0"0,0-2 147 0 0,0-1 0 0 0,0 1 0 0 0,0 0 0 0 0,0-1 0 0 0,0 1 0 0 0,0 0 0 0 0,0-1 0 0 0,0 1 0 0 0,0-1 0 0 0,0 1 0 0 0,1 0 0 0 0,-1-1 0 0 0,0 1 0 0 0,0-1 0 0 0,1 1 0 0 0,-1-1-1 0 0,0 1 1 0 0,1-1 0 0 0,-1 1 0 0 0,1 0 0 0 0,1 0 420 0 0,0-4-182 0 0,13-20-514 0 0,-1 0-1 0 0,-2-2 0 0 0,0 1 0 0 0,-1-1 1 0 0,-1-1-1 0 0,-2 0 0 0 0,7-36 0 0 0,-5 10-341 0 0,-2-1 0 0 0,1-100-1 0 0,-8 106 255 0 0,-3-1-1 0 0,-1 1 1 0 0,-12-59-1 0 0,15 105-129 0 0,-1 0-1 0 0,1-1 1 0 0,0 1-1 0 0,0 0 0 0 0,0 0 1 0 0,-1 0-1 0 0,1 0 1 0 0,-1 0-1 0 0,1 0 1 0 0,-1 0-1 0 0,1 0 0 0 0,-1 0 1 0 0,1 0-1 0 0,-1 0 1 0 0,0 0-1 0 0,0 0 1 0 0,0 0-1 0 0,1 1 1 0 0,-1-1-1 0 0,-2-1 0 0 0,2 2-11 0 0,1 0-1 0 0,-1 0 0 0 0,0 0 1 0 0,0 0-1 0 0,1 0 1 0 0,-1 1-1 0 0,0-1 0 0 0,0 0 1 0 0,1 0-1 0 0,-1 1 0 0 0,0-1 1 0 0,1 0-1 0 0,-1 1 0 0 0,1-1 1 0 0,-1 1-1 0 0,0-1 1 0 0,1 1-1 0 0,-1-1 0 0 0,1 1 1 0 0,-1-1-1 0 0,1 1 0 0 0,0 0 1 0 0,-1 0-1 0 0,-3 5 53 0 0,0 0 0 0 0,0 0 0 0 0,1 1 0 0 0,0 0 0 0 0,-2 7 0 0 0,-2 14 48 0 0,1-1-1 0 0,1 1 0 0 0,1 1 1 0 0,2-1-1 0 0,2 48 1 0 0,3-28-7 0 0,3-1 0 0 0,17 74 1 0 0,-20-108-119 0 0,1 0 1 0 0,0-1 0 0 0,1 0-1 0 0,0 0 1 0 0,1 0 0 0 0,0-1-1 0 0,1 1 1 0 0,0-2-1 0 0,1 1 1 0 0,15 16 0 0 0,-18-22-10 0 0,1-1 0 0 0,-1 1 0 0 0,1-1 0 0 0,0 0 0 0 0,0-1 0 0 0,0 1 0 0 0,0-1 0 0 0,1-1 0 0 0,-1 1 0 0 0,1-1 0 0 0,0 0 0 0 0,0 0 1 0 0,-1-1-1 0 0,1 0 0 0 0,0 0 0 0 0,0-1 0 0 0,0 0 0 0 0,1 0 0 0 0,-1 0 0 0 0,0-1 0 0 0,10-2 0 0 0,-8 0-21 0 0,0 1-1 0 0,0-1 1 0 0,0-1 0 0 0,-1 0-1 0 0,1 0 1 0 0,-1 0-1 0 0,0-1 1 0 0,0-1 0 0 0,0 1-1 0 0,-1-1 1 0 0,0 0-1 0 0,11-13 1 0 0,-15 15 29 0 0,1 0-1 0 0,-1-1 1 0 0,0 0-1 0 0,0 1 1 0 0,-1-1 0 0 0,1 0-1 0 0,-1 0 1 0 0,0 0 0 0 0,0-1-1 0 0,-1 1 1 0 0,0 0-1 0 0,0-1 1 0 0,0 1 0 0 0,0-1-1 0 0,-1 1 1 0 0,0-1-1 0 0,0 1 1 0 0,-1-1 0 0 0,1 1-1 0 0,-1 0 1 0 0,0-1 0 0 0,-1 1-1 0 0,-2-8 1 0 0,0-1 73 0 0,3 12-33 0 0,1 0 0 0 0,-1-1 1 0 0,1 1-1 0 0,-1 0 0 0 0,0-1 0 0 0,0 1 0 0 0,0 0 1 0 0,0 0-1 0 0,-1 0 0 0 0,1 0 0 0 0,0 0 1 0 0,-1 0-1 0 0,1 0 0 0 0,-1 0 0 0 0,0 1 0 0 0,0-1 1 0 0,1 1-1 0 0,-4-2 0 0 0,2 5-10 0 0,-1 0-1 0 0,1 0 0 0 0,0 0 1 0 0,0 1-1 0 0,0-1 1 0 0,0 1-1 0 0,0 0 1 0 0,0 0-1 0 0,1 0 0 0 0,-1 1 1 0 0,1-1-1 0 0,0 0 1 0 0,0 1-1 0 0,0-1 1 0 0,0 1-1 0 0,1 0 0 0 0,-1 0 1 0 0,1-1-1 0 0,0 1 1 0 0,1 0-1 0 0,-1 0 0 0 0,0 0 1 0 0,1 0-1 0 0,0 0 1 0 0,0 0-1 0 0,0 0 1 0 0,1 0-1 0 0,-1 0 0 0 0,1 0 1 0 0,1 4-1 0 0,0 0-15 0 0,0-1 0 0 0,0-1 0 0 0,1 1 0 0 0,-1 0 0 0 0,2 0 0 0 0,-1-1 0 0 0,1 0 0 0 0,0 0 0 0 0,0 0 0 0 0,1 0 0 0 0,-1 0 0 0 0,1-1 0 0 0,0 0 0 0 0,1 0 0 0 0,0 0 0 0 0,6 3 0 0 0,-5-4-19 0 0,1 0-1 0 0,0 0 0 0 0,0-1 1 0 0,0 0-1 0 0,1-1 1 0 0,-1 0-1 0 0,1 0 0 0 0,-1 0 1 0 0,1-1-1 0 0,-1-1 1 0 0,1 0-1 0 0,0 0 0 0 0,0 0 1 0 0,-1-1-1 0 0,1 0 1 0 0,-1-1-1 0 0,1 0 0 0 0,-1 0 1 0 0,1-1-1 0 0,-1 0 1 0 0,13-7-1 0 0,-12 5-35 0 0,-1-1 0 0 0,1 0 0 0 0,-1 0 0 0 0,0 0 0 0 0,0-1 0 0 0,-1 0 0 0 0,0-1-1 0 0,0 0 1 0 0,-1 0 0 0 0,0 0 0 0 0,0-1 0 0 0,-1 0 0 0 0,0 0 0 0 0,-1 0 0 0 0,0-1 0 0 0,0 1 0 0 0,-1-1 0 0 0,2-12 0 0 0,-2 4-17 0 0,-1-1 0 0 0,0-1 0 0 0,-2 1 0 0 0,-3-31 0 0 0,-16-76 29 0 0,16 111 52 0 0,1 6 75 0 0,0-1-1 0 0,0 0 0 0 0,-1 1 0 0 0,0 0 1 0 0,-1 0-1 0 0,0 0 0 0 0,-6-10 0 0 0,10 19-80 0 0,-1-1-1 0 0,1 1 0 0 0,0 0 0 0 0,0 0 1 0 0,-1-1-1 0 0,1 1 0 0 0,0 0 0 0 0,-1 0 1 0 0,1 0-1 0 0,0 0 0 0 0,0-1 0 0 0,-1 1 1 0 0,1 0-1 0 0,0 0 0 0 0,-1 0 0 0 0,1 0 1 0 0,0 0-1 0 0,-1 0 0 0 0,1 0 0 0 0,-1 0 1 0 0,1 0-1 0 0,0 0 0 0 0,-1 0 0 0 0,1 0 1 0 0,0 0-1 0 0,-1 0 0 0 0,1 0 0 0 0,0 0 1 0 0,-1 0-1 0 0,1 0 0 0 0,0 1 0 0 0,-1-1 1 0 0,1 0-1 0 0,0 0 0 0 0,0 0 0 0 0,-1 0 0 0 0,1 1 1 0 0,0-1-1 0 0,-1 0 0 0 0,1 0 0 0 0,0 1 1 0 0,0-1-1 0 0,-10 12 108 0 0,10-11-112 0 0,-7 10 47 0 0,1 1 0 0 0,0-1-1 0 0,1 1 1 0 0,0 1 0 0 0,1-1-1 0 0,-4 25 1 0 0,-7 78 99 0 0,15-112-146 0 0,-12 394 273 0 0,12-292-225 0 0,-2-62-109 0 0,2-1-1 0 0,12 85 0 0 0,-9-120-556 0 0,-1-7 232 0 0,2-17 82 0 0,-1-32-43 0 0,-9-12-71 0 0,-5-72-618 0 0,11 117 773 0 0,0 0 1 0 0,1 0-1 0 0,1 0 0 0 0,1 0 0 0 0,0 0 0 0 0,6-16 0 0 0,-5 22 41 0 0,0 1-1 0 0,1 0 0 0 0,1 0 1 0 0,-1 0-1 0 0,1 1 0 0 0,0 0 0 0 0,1 0 1 0 0,13-12-1 0 0,6-3-407 0 0,34-23 0 0 0,-45 36 541 0 0,16-12-74 0 0,-9 7 173 0 0,-1-1-1 0 0,38-36 0 0 0,-53 46 62 0 0,0-1 0 0 0,-1 0 0 0 0,0 0 0 0 0,0 0 0 0 0,-1 0 0 0 0,0-1 0 0 0,0 0 0 0 0,-1 1-1 0 0,0-2 1 0 0,0 1 0 0 0,-1 0 0 0 0,0 0 0 0 0,1-14 0 0 0,-2-2 357 0 0,-2-1 0 0 0,0 0-1 0 0,-2 1 1 0 0,0-1 0 0 0,-2 1 0 0 0,-1 0 0 0 0,-1 1-1 0 0,-13-32 1 0 0,3 27 400 0 0,17 26-752 0 0,-1 1 0 0 0,0 0-1 0 0,-1 0 1 0 0,1 0-1 0 0,0 0 1 0 0,0-1-1 0 0,0 2 1 0 0,-1-1-1 0 0,1 0 1 0 0,0 0 0 0 0,-1 0-1 0 0,1 0 1 0 0,0 1-1 0 0,-1-1 1 0 0,1 1-1 0 0,-1-1 1 0 0,-3 0-1 0 0,4 2-57 0 0,0-1-1 0 0,0 0 0 0 0,-1 0 0 0 0,1 0 0 0 0,0 0 1 0 0,0 1-1 0 0,-1-1 0 0 0,1 1 0 0 0,0-1 0 0 0,0 1 1 0 0,0-1-1 0 0,-1 1 0 0 0,1 0 0 0 0,0-1 0 0 0,0 1 1 0 0,0 0-1 0 0,0 0 0 0 0,0 0 0 0 0,1 0 0 0 0,-2 1 1 0 0,0 1 13 0 0,0-1 0 0 0,1 1 0 0 0,0 0 0 0 0,-1 0 0 0 0,1 0 0 0 0,0 0 0 0 0,-1 6 0 0 0,0 2 24 0 0,1 1-1 0 0,0-1 1 0 0,1 16 0 0 0,5 13 4 0 0,1 0-1 0 0,2-1 1 0 0,2 0 0 0 0,15 42-1 0 0,-19-64-59 0 0,62 225-1637 0 0,-62-223-1575 0 0,-4-14 246 0 0,0 2-3485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3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7 112 1364 0 0,'-2'-12'10765'0'0,"-1"-1"-6316"0"0,2 4 455 0 0,7-10-3388 0 0,2 8-316 0 0,2 0-248 0 0,4 2-172 0 0,0 0-152 0 0,8 2-136 0 0,4 0-195 0 0,-3 3-197 0 0,2 3-228 0 0,-7 5-309 0 0,5 2-435 0 0,-2 1-736 0 0,0-2-3088 0 0,-9 3-1417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3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10529 0 0,'0'0'11804'0'0,"0"1"-11536"0"0,-1-1 0 0 0,1 0 0 0 0,-1 1-1 0 0,1-1 1 0 0,-1 1 0 0 0,0-1-1 0 0,1 1 1 0 0,0-1 0 0 0,-1 1 0 0 0,1-1-1 0 0,-1 1 1 0 0,1 0 0 0 0,0-1 0 0 0,-1 1-1 0 0,1 0 1 0 0,0-1 0 0 0,-1 2-1 0 0,3 11 213 0 0,-2 0-1 0 0,1-1 1 0 0,-2 1-1 0 0,0 0 1 0 0,0 0-1 0 0,-5 16 1 0 0,-23 77-522 0 0,29-106 42 0 0,-6 17-814 0 0,-15 29-1 0 0,7-20-5564 0 0,7-16 73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4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18 148 5328 0 0,'-3'-2'7685'0'0,"-11"1"6588"0"0,40 37-13236 0 0,53 53-1 0 0,-25-27 249 0 0,-52-64-561 0 0,-1-9-601 0 0,-2 7-131 0 0,1 1-1 0 0,-1-1 0 0 0,1 1 1 0 0,-1-1-1 0 0,0 1 1 0 0,-2-6-1 0 0,-4-3-80 0 0,2-2 1 0 0,-1 1 0 0 0,2 0-1 0 0,0-1 1 0 0,0 0-1 0 0,-1-17 1 0 0,4 24-33 0 0,1 1 1 0 0,-1 0-1 0 0,2 0 1 0 0,-1-1-1 0 0,1 1 1 0 0,0 0 0 0 0,0 0-1 0 0,1 0 1 0 0,-1 0-1 0 0,1 0 1 0 0,1 0-1 0 0,-1 0 1 0 0,1 1-1 0 0,0-1 1 0 0,0 1-1 0 0,6-8 1 0 0,-4 7 158 0 0,1 0 0 0 0,-1 0-1 0 0,1 0 1 0 0,0 1 0 0 0,1 0 0 0 0,-1 0-1 0 0,1 1 1 0 0,0 0 0 0 0,0 0 0 0 0,0 0 0 0 0,1 1-1 0 0,-1 0 1 0 0,1 0 0 0 0,10-1 0 0 0,-16 3 10 0 0,-1 1-1 0 0,0 0 1 0 0,1 0 0 0 0,-1 0 0 0 0,1 1 0 0 0,-1-1 0 0 0,0 0 0 0 0,1 0 0 0 0,-1 1-1 0 0,0-1 1 0 0,1 1 0 0 0,-1-1 0 0 0,0 1 0 0 0,1 0 0 0 0,-1-1 0 0 0,0 1 0 0 0,0 0-1 0 0,0 0 1 0 0,0 0 0 0 0,0 0 0 0 0,0 0 0 0 0,0 0 0 0 0,0 0 0 0 0,0 0 0 0 0,0 0-1 0 0,0 0 1 0 0,-1 1 0 0 0,1-1 0 0 0,-1 0 0 0 0,1 0 0 0 0,-1 1 0 0 0,1-1 0 0 0,0 3 0 0 0,1 4 46 0 0,-1 1 0 0 0,1 0 0 0 0,-1 0 0 0 0,-1 10 0 0 0,1-7 36 0 0,-1-2-85 0 0,1 8-51 0 0,0-1-1 0 0,1 1 1 0 0,1 0 0 0 0,0-1-1 0 0,1 0 1 0 0,9 23 0 0 0,-5-24-301 0 0,0 1-677 0 0,-2-6-5503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4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88 6765 0 0,'-36'-38'14716'0'0,"-24"-10"-5166"0"0,58 47-8345 0 0,8 3-1474 0 0,-6-2 268 0 0,25 15-453 0 0,-8 1-2600 0 0,-5-6-7818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4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52 9853 0 0,'-7'-6'2990'0'0,"0"0"0"0"0,-1 1 0 0 0,-14-8 0 0 0,14 10-1904 0 0,1-1-1 0 0,-1 1 1 0 0,0 0 0 0 0,-15-2-1 0 0,20 4-961 0 0,-1 0 0 0 0,0 1 0 0 0,0-1 0 0 0,0 1-1 0 0,0 0 1 0 0,1 0 0 0 0,-1 0 0 0 0,0 1-1 0 0,0-1 1 0 0,0 1 0 0 0,1 0 0 0 0,-1 0 0 0 0,0 0-1 0 0,1 1 1 0 0,-1-1 0 0 0,1 1 0 0 0,-1 0-1 0 0,1 0 1 0 0,0 0 0 0 0,0 0 0 0 0,0 1 0 0 0,0-1-1 0 0,0 1 1 0 0,0 0 0 0 0,1 0 0 0 0,-4 4-1 0 0,1 2-65 0 0,1 0 1 0 0,0 0-1 0 0,0 0 0 0 0,1 1 0 0 0,0 0 0 0 0,1-1 0 0 0,0 1 0 0 0,0 0 0 0 0,1 0 0 0 0,1 0 0 0 0,-1 0 0 0 0,2 0 0 0 0,1 15 0 0 0,-1-16-70 0 0,0 0-1 0 0,1-1 1 0 0,0 1 0 0 0,1-1-1 0 0,0 0 1 0 0,0 0 0 0 0,0 0-1 0 0,1 0 1 0 0,1-1 0 0 0,-1 1 0 0 0,1-1-1 0 0,0 0 1 0 0,1 0 0 0 0,-1-1-1 0 0,1 0 1 0 0,8 7 0 0 0,-10-10-12 0 0,0-1-1 0 0,0 1 1 0 0,0-1 0 0 0,0 0-1 0 0,0 0 1 0 0,0 0 0 0 0,0-1-1 0 0,1 0 1 0 0,-1 0 0 0 0,0 0-1 0 0,1 0 1 0 0,-1 0 0 0 0,1-1-1 0 0,-1 0 1 0 0,1 0 0 0 0,-1 0-1 0 0,1-1 1 0 0,-1 1 0 0 0,1-1-1 0 0,-1 0 1 0 0,6-2 0 0 0,-6 1 11 0 0,-1 1 0 0 0,1-1 0 0 0,-1 0 0 0 0,1-1-1 0 0,-1 1 1 0 0,0 0 0 0 0,0-1 0 0 0,0 0 0 0 0,-1 0 0 0 0,1 0 0 0 0,0 0 0 0 0,-1 0 0 0 0,0 0 0 0 0,0-1 0 0 0,0 1 0 0 0,0-1 0 0 0,-1 1 0 0 0,1-1 0 0 0,-1 0 0 0 0,0 0 0 0 0,0 1 0 0 0,0-1 0 0 0,0 0-1 0 0,-1-6 1 0 0,0-10 136 0 0,-1-1 0 0 0,0 0-1 0 0,-2 1 1 0 0,-9-38 0 0 0,11 57-97 0 0,1-1-1 0 0,0 1 1 0 0,0-1 0 0 0,-1 1 0 0 0,1-1-1 0 0,0 1 1 0 0,-1 0 0 0 0,0-1 0 0 0,1 1-1 0 0,-1-1 1 0 0,0 1 0 0 0,0 0 0 0 0,0 0-1 0 0,0-1 1 0 0,0 1 0 0 0,0 0 0 0 0,0 0-1 0 0,-2-1 1 0 0,3 2-13 0 0,-1 0 0 0 0,0 0 0 0 0,1 1 0 0 0,-1-1 0 0 0,0 0 1 0 0,1 0-1 0 0,-1 1 0 0 0,1-1 0 0 0,-1 0 0 0 0,0 1 0 0 0,1-1 0 0 0,-1 1 0 0 0,1-1 0 0 0,-1 1 0 0 0,1-1 0 0 0,0 1 0 0 0,-1-1 0 0 0,1 1 0 0 0,-1 0 0 0 0,1-1 0 0 0,0 1 0 0 0,-1-1 0 0 0,1 1 0 0 0,0 0 1 0 0,0-1-1 0 0,-1 2 0 0 0,-1 6 36 0 0,-1 0 1 0 0,1 0-1 0 0,0 0 1 0 0,0 0 0 0 0,0 14-1 0 0,3 12 26 0 0,2 1 0 0 0,11 51 0 0 0,24 70 49 0 0,-19-82-60 0 0,-19-73-63 0 0,33 147 103 0 0,-29-123-86 0 0,-2-1 0 0 0,0 1 0 0 0,-2-1 0 0 0,-2 29 0 0 0,1-48-16 0 0,1-1 0 0 0,-1 0 0 0 0,0 0 0 0 0,0 0 0 0 0,0 0 1 0 0,-1 0-1 0 0,0 0 0 0 0,1-1 0 0 0,-1 1 0 0 0,-1 0 0 0 0,1-1 1 0 0,0 1-1 0 0,-1-1 0 0 0,0 0 0 0 0,0 0 0 0 0,0 0 0 0 0,0 0 0 0 0,0-1 1 0 0,0 1-1 0 0,-1-1 0 0 0,1 1 0 0 0,-7 2 0 0 0,6-4-4 0 0,1 0 0 0 0,-1 0 0 0 0,1 0 0 0 0,-1-1 0 0 0,1 1 0 0 0,-1-1 0 0 0,0 0 0 0 0,1 0 0 0 0,-1 0 0 0 0,1 0 0 0 0,-1 0 0 0 0,1-1 0 0 0,-1 0 0 0 0,0 0 0 0 0,1 0 0 0 0,0 0 0 0 0,-1 0 0 0 0,1-1 0 0 0,0 1 0 0 0,0-1 0 0 0,0 0 0 0 0,0 0 0 0 0,0 0 0 0 0,0-1 0 0 0,0 1 0 0 0,-3-5 0 0 0,3 4-26 0 0,1 0 0 0 0,0 0-1 0 0,0 0 1 0 0,0 0 0 0 0,0 0 0 0 0,0-1 0 0 0,0 1-1 0 0,1-1 1 0 0,0 1 0 0 0,0-1 0 0 0,0 0 0 0 0,0 1 0 0 0,0-1-1 0 0,1 0 1 0 0,-1 0 0 0 0,1 1 0 0 0,0-1 0 0 0,1 0-1 0 0,-1 0 1 0 0,1-3 0 0 0,3-8-334 0 0,0 0-1 0 0,0 1 1 0 0,13-26-1 0 0,-1 0-1279 0 0,0-1-2721 0 0,2-2-2121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5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108 171 2912 0 0,'2'-13'2077'0'0,"-1"-1"-1"0"0,0 0 1 0 0,-1 1-1 0 0,0-1 1 0 0,-1 0-1 0 0,-1 1 0 0 0,0-1 1 0 0,-1 1-1 0 0,-4-16 1 0 0,6 28-1951 0 0,1 0-1 0 0,0 0 1 0 0,0 0 0 0 0,-1 0 0 0 0,1 0 0 0 0,-1 0-1 0 0,1 0 1 0 0,-1 0 0 0 0,1 1 0 0 0,-1-1-1 0 0,1 0 1 0 0,-1 0 0 0 0,0 0 0 0 0,0 1 0 0 0,1-1-1 0 0,-1 0 1 0 0,0 1 0 0 0,0-1 0 0 0,0 1 0 0 0,1-1-1 0 0,-1 1 1 0 0,0-1 0 0 0,0 1 0 0 0,0-1-1 0 0,0 1 1 0 0,0 0 0 0 0,0 0 0 0 0,0 0 0 0 0,0-1-1 0 0,0 1 1 0 0,0 0 0 0 0,0 0 0 0 0,0 0-1 0 0,0 0 1 0 0,0 1 0 0 0,0-1 0 0 0,0 0 0 0 0,0 0-1 0 0,0 1 1 0 0,0-1 0 0 0,0 0 0 0 0,-1 2-1 0 0,-1-1-19 0 0,0 1 0 0 0,0 0 0 0 0,1 0 0 0 0,-1 0 0 0 0,1 0 0 0 0,0 0 0 0 0,0 0 0 0 0,-1 1 0 0 0,1-1 0 0 0,1 1 0 0 0,-1 0 0 0 0,-2 5 0 0 0,-3 9 49 0 0,2 1-1 0 0,0-1 0 0 0,1 1 1 0 0,1 0-1 0 0,0 0 0 0 0,2 1 0 0 0,0-1 1 0 0,3 33-1 0 0,4 11 80 0 0,18 73 0 0 0,-19-115-213 0 0,1 0 0 0 0,0 0 0 0 0,1-1 0 0 0,1 0 0 0 0,1 0 0 0 0,16 24 1 0 0,-25-41-33 0 0,1-1 1 0 0,0 0-1 0 0,0 0 1 0 0,0 0-1 0 0,0 0 1 0 0,0 0-1 0 0,0 0 1 0 0,0 0 0 0 0,0 0-1 0 0,0 0 1 0 0,0 0-1 0 0,0 0 1 0 0,0-1-1 0 0,1 1 1 0 0,-1-1-1 0 0,0 1 1 0 0,1-1 0 0 0,-1 1-1 0 0,0-1 1 0 0,1 0-1 0 0,-1 1 1 0 0,1-1-1 0 0,2 0 1 0 0,-2-1-15 0 0,0 1-1 0 0,0-1 1 0 0,0 0 0 0 0,0 0 0 0 0,0 0 0 0 0,0 0-1 0 0,-1-1 1 0 0,1 1 0 0 0,0 0 0 0 0,0-1 0 0 0,-1 1-1 0 0,1-1 1 0 0,-1 0 0 0 0,0 1 0 0 0,2-3 0 0 0,13-20-239 0 0,-1-1 1 0 0,-2-1-1 0 0,-1 0 1 0 0,0 0-1 0 0,-2-1 1 0 0,8-34-1 0 0,-7 18 742 0 0,-10 38-190 0 0,2-4-82 0 0,-3 9-196 0 0,1 0 0 0 0,-1 0 0 0 0,0 0 0 0 0,0 0-1 0 0,0 0 1 0 0,0-1 0 0 0,1 1 0 0 0,-1 0 0 0 0,0 0 0 0 0,0 0 0 0 0,0 0 0 0 0,0 0 0 0 0,1 0 0 0 0,-1 0-1 0 0,0 0 1 0 0,0 0 0 0 0,0 0 0 0 0,1 0 0 0 0,-1 0 0 0 0,0 0 0 0 0,0 0 0 0 0,0 0 0 0 0,0 0 0 0 0,1 0-1 0 0,-1 0 1 0 0,0 0 0 0 0,0 0 0 0 0,0 0 0 0 0,1 0 0 0 0,-1 0 0 0 0,0 0 0 0 0,0 1 0 0 0,0-1 0 0 0,0 0-1 0 0,0 0 1 0 0,1 0 0 0 0,-1 0 0 0 0,0 0 0 0 0,0 0 0 0 0,0 1 0 0 0,0-1 0 0 0,0 0 0 0 0,0 0 0 0 0,1 0-1 0 0,-1 0 1 0 0,0 1 0 0 0,54 55 366 0 0,-47-48-349 0 0,1-1 0 0 0,0 0 0 0 0,0-1 0 0 0,0 1 0 0 0,12 5 1 0 0,11 8 41 0 0,-22-14-52 0 0,1 0 1 0 0,0 0-1 0 0,0-1 0 0 0,0-1 0 0 0,17 6 0 0 0,-22-9-19 0 0,-1 1 0 0 0,1-1 0 0 0,0 0 0 0 0,0 0 0 0 0,0-1 0 0 0,0 0 0 0 0,0 1-1 0 0,-1-2 1 0 0,1 1 0 0 0,0 0 0 0 0,0-1 0 0 0,0 0 0 0 0,0 0 0 0 0,9-4 0 0 0,-11 3-4 0 0,1-1-1 0 0,-1 0 1 0 0,1 0 0 0 0,-1 0 0 0 0,0 0 0 0 0,0 0 0 0 0,0-1 0 0 0,-1 1 0 0 0,1-1 0 0 0,-1 0-1 0 0,0 0 1 0 0,0 0 0 0 0,0 0 0 0 0,0 0 0 0 0,-1 0 0 0 0,0-1 0 0 0,2-7 0 0 0,-2 2 7 0 0,1 0 0 0 0,-1-1 1 0 0,-1 1-1 0 0,0 0 0 0 0,0-1 1 0 0,-4-17-1 0 0,1 10 9 0 0,-4-19 29 0 0,-1 1 0 0 0,-23-61 0 0 0,22 78 7 0 0,0 0 0 0 0,-1 1 0 0 0,-1-1 0 0 0,-16-18 0 0 0,27 37-45 0 0,0 0 0 0 0,0 0 1 0 0,0-1-1 0 0,0 1 0 0 0,0 0 1 0 0,0 0-1 0 0,0 0 0 0 0,0 0 1 0 0,0-1-1 0 0,0 1 1 0 0,0 0-1 0 0,-1 0 0 0 0,1 0 1 0 0,0 0-1 0 0,0 0 0 0 0,0-1 1 0 0,0 1-1 0 0,0 0 0 0 0,0 0 1 0 0,-1 0-1 0 0,1 0 0 0 0,0 0 1 0 0,0 0-1 0 0,0 0 0 0 0,0 0 1 0 0,-1 0-1 0 0,1 0 1 0 0,0-1-1 0 0,0 1 0 0 0,0 0 1 0 0,0 0-1 0 0,-1 0 0 0 0,1 0 1 0 0,0 0-1 0 0,0 0 0 0 0,0 0 1 0 0,0 0-1 0 0,-1 0 0 0 0,1 1 1 0 0,0-1-1 0 0,0 0 0 0 0,0 0 1 0 0,0 0-1 0 0,-1 0 1 0 0,1 0-1 0 0,0 0 0 0 0,0 0 1 0 0,0 0-1 0 0,0 0 0 0 0,0 0 1 0 0,-1 1-1 0 0,1-1 0 0 0,0 0 1 0 0,0 0-1 0 0,0 0 0 0 0,0 0 1 0 0,0 0-1 0 0,0 1 0 0 0,0-1 1 0 0,-1 0-1 0 0,1 0 1 0 0,0 0-1 0 0,0 1 0 0 0,6 42 43 0 0,1 0 0 0 0,16 49 0 0 0,35 87 50 0 0,-52-160-82 0 0,95 235 50 0 0,-98-246-82 0 0,-1-3-23 0 0,0 0 0 0 0,0 0-1 0 0,0-1 1 0 0,1 1 0 0 0,-1-1 0 0 0,1 0 0 0 0,6 7 0 0 0,-8-10-228 0 0,6-32-5915 0 0,-7 5-326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11029 0 0,'0'-2'862'0'0,"1"0"0"0"0,-1 0 1 0 0,1 0-1 0 0,-1 0 0 0 0,1 1 0 0 0,0-1 0 0 0,0 0 1 0 0,0 0-1 0 0,0 1 0 0 0,0-1 0 0 0,1 0 0 0 0,1-1 1 0 0,-1 1-318 0 0,0 0 0 0 0,1 1 1 0 0,-1-1-1 0 0,1 0 1 0 0,-1 1-1 0 0,1-1 1 0 0,3 0-1 0 0,5-2-419 0 0,-1 1-1 0 0,1 1 1 0 0,17-2 0 0 0,-10 1 995 0 0,62-4 33 0 0,-64 7-1118 0 0,1-1 0 0 0,-1 0 0 0 0,0-2 0 0 0,1 0 1 0 0,-1 0-1 0 0,28-11 0 0 0,-42 13-421 0 0,-77-10-7429 0 0,35 10 1630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3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233 504 5585 0 0,'-2'-2'6799'0'0,"-1"-1"-6012"0"0,0 1 0 0 0,0-1 1 0 0,0 1-1 0 0,0-1 0 0 0,0 1 1 0 0,-1 1-1 0 0,1-1 0 0 0,-1 0 1 0 0,0 1-1 0 0,1-1 0 0 0,-1 1 1 0 0,0 0-1 0 0,0 0 0 0 0,1 1 1 0 0,-1-1-1 0 0,0 1 0 0 0,-8 0 1 0 0,6 1-435 0 0,0 0 0 0 0,1 0 0 0 0,-1 1 0 0 0,0 0 0 0 0,1 0 0 0 0,-1 0 0 0 0,1 1 0 0 0,-1 0 0 0 0,1 0 0 0 0,0 0 0 0 0,-5 4 0 0 0,2 0-288 0 0,0 0-1 0 0,1 1 1 0 0,0-1 0 0 0,0 1-1 0 0,0 0 1 0 0,1 1 0 0 0,0 0-1 0 0,1 0 1 0 0,0 0-1 0 0,0 1 1 0 0,1-1 0 0 0,0 1-1 0 0,-4 17 1 0 0,7-21-45 0 0,1 1 1 0 0,-1 0-1 0 0,1-1 0 0 0,0 1 1 0 0,1 0-1 0 0,0-1 0 0 0,0 1 1 0 0,0 0-1 0 0,1-1 0 0 0,0 1 1 0 0,0-1-1 0 0,0 0 1 0 0,1 0-1 0 0,0 0 0 0 0,5 7 1 0 0,-6-10-28 0 0,1 1-1 0 0,0 0 1 0 0,-1-1 0 0 0,2 0 0 0 0,-1 0 0 0 0,0 0 0 0 0,1 0 0 0 0,-1 0 0 0 0,1-1 0 0 0,0 0 0 0 0,0 0 0 0 0,0 0 0 0 0,0 0-1 0 0,0 0 1 0 0,0-1 0 0 0,0 0 0 0 0,1 1 0 0 0,-1-2 0 0 0,0 1 0 0 0,1 0 0 0 0,-1-1 0 0 0,1 0 0 0 0,-1 0 0 0 0,6-1 0 0 0,-4 0-12 0 0,0 0 1 0 0,0 0 0 0 0,0 0 0 0 0,0-1 0 0 0,0 0-1 0 0,0-1 1 0 0,0 1 0 0 0,-1-1 0 0 0,1 0 0 0 0,-1 0-1 0 0,0-1 1 0 0,0 0 0 0 0,0 0 0 0 0,0 0 0 0 0,6-7-1 0 0,-8 7 25 0 0,0 0-1 0 0,0 0 0 0 0,-1-1 0 0 0,0 1 0 0 0,0-1 0 0 0,0 1 0 0 0,0-1 0 0 0,-1 0 1 0 0,1 0-1 0 0,-1 0 0 0 0,-1 1 0 0 0,1-1 0 0 0,0 0 0 0 0,-1 0 0 0 0,0 0 1 0 0,-1 0-1 0 0,1 0 0 0 0,-1 0 0 0 0,0 0 0 0 0,-1-6 0 0 0,-3-7 60 0 0,4 10-14 0 0,-1 0 1 0 0,0 1-1 0 0,0-1 1 0 0,0 0 0 0 0,-1 1-1 0 0,-1 0 1 0 0,1 0-1 0 0,-1 0 1 0 0,-9-12-1 0 0,13 24-43 0 0,0 0-16 0 0,0 1 1 0 0,1-1 0 0 0,0 1 0 0 0,0-1 0 0 0,0 1 0 0 0,1-1 0 0 0,0 0-1 0 0,0 0 1 0 0,0 0 0 0 0,0 0 0 0 0,1 0 0 0 0,0 0 0 0 0,5 7 0 0 0,1-2-28 0 0,-1 1 1 0 0,2-1 0 0 0,-1 0 0 0 0,2-1 0 0 0,-1-1 0 0 0,23 15 0 0 0,-25-18-4 0 0,1 0 0 0 0,0 0 1 0 0,0-1-1 0 0,1-1 1 0 0,-1 1-1 0 0,1-1 0 0 0,-1-1 1 0 0,1 0-1 0 0,0 0 0 0 0,13 0 1 0 0,-21-2 14 0 0,0 0 0 0 0,0 0 0 0 0,0 0-1 0 0,0-1 1 0 0,0 1 0 0 0,0 0 0 0 0,0-1 0 0 0,0 0 0 0 0,0 1 0 0 0,0-1 0 0 0,0 0-1 0 0,0 0 1 0 0,0 0 0 0 0,0 0 0 0 0,0 0 0 0 0,-1 0 0 0 0,1-1 0 0 0,-1 1 0 0 0,1 0 0 0 0,-1-1-1 0 0,3-2 1 0 0,-3 1 9 0 0,0 1 0 0 0,0 0 0 0 0,0-1 0 0 0,0 1 0 0 0,-1 0 0 0 0,1-1 0 0 0,-1 1 0 0 0,0-1 0 0 0,1 1 0 0 0,-1-1 0 0 0,0 1 0 0 0,0-1 0 0 0,-1 1 0 0 0,1-1 0 0 0,0 1 0 0 0,-1-1 0 0 0,0 1 0 0 0,-1-4 0 0 0,-5-12 251 0 0,-1 1 0 0 0,-1 0-1 0 0,-1 1 1 0 0,-15-21 0 0 0,25 36 151 0 0,3 7-360 0 0,7 8-6 0 0,1 0 0 0 0,0 0 0 0 0,18 16 0 0 0,25 15-190 0 0,-53-44 123 0 0,4-16-214 0 0,-4 10 194 0 0,0 0-1 0 0,-1 0 1 0 0,1 0 0 0 0,-1-1 0 0 0,0 1 0 0 0,-1-9 0 0 0,0-16-286 0 0,9-13-547 0 0,-8 41 784 0 0,4 3 71 0 0,0 0 0 0 0,-1 1 0 0 0,0-1-1 0 0,1 1 1 0 0,-1-1 0 0 0,0 1 0 0 0,0 0-1 0 0,0 1 1 0 0,0-1 0 0 0,0 0-1 0 0,0 1 1 0 0,-1 0 0 0 0,1-1 0 0 0,2 5-1 0 0,16 13 5 0 0,-14-14 44 0 0,1-2 0 0 0,0 1 0 0 0,1-1 0 0 0,-1 0 0 0 0,1 0 0 0 0,0-1 0 0 0,12 3 0 0 0,66 9 36 0 0,-65-13-41 0 0,1-1 1 0 0,-1-1-1 0 0,1-1 1 0 0,-1-1-1 0 0,1-1 1 0 0,-1-1-1 0 0,0-1 1 0 0,0-1-1 0 0,-1-1 0 0 0,0-1 1 0 0,28-14-1 0 0,-44 20-4 0 0,-1-1-1 0 0,1 0 0 0 0,-1 0 1 0 0,0 0-1 0 0,0 0 1 0 0,0-1-1 0 0,0 0 0 0 0,-1 0 1 0 0,0 0-1 0 0,1 0 0 0 0,-1-1 1 0 0,-1 1-1 0 0,5-9 0 0 0,-6 11 27 0 0,0-1-1 0 0,-1 0 1 0 0,1 0-1 0 0,-1 0 1 0 0,1 0-1 0 0,-1 1 1 0 0,0-1-1 0 0,0 0 1 0 0,0 0-1 0 0,-1 0 1 0 0,1 0-1 0 0,-1 0 1 0 0,1 1-1 0 0,-1-1 1 0 0,0 0-1 0 0,0 0 0 0 0,0 1 1 0 0,-1-1-1 0 0,1 0 1 0 0,-1 1-1 0 0,1 0 1 0 0,-1-1-1 0 0,0 1 1 0 0,0 0-1 0 0,-4-4 1 0 0,-1-2 63 0 0,0 1 0 0 0,-1 0 1 0 0,0 0-1 0 0,-1 0 0 0 0,1 1 1 0 0,-1 0-1 0 0,0 1 0 0 0,-1 0 1 0 0,1 0-1 0 0,-1 1 1 0 0,0 0-1 0 0,0 1 0 0 0,-1 0 1 0 0,1 1-1 0 0,-14-2 0 0 0,15 3-7 0 0,0 1 0 0 0,0 0 0 0 0,-1 0 0 0 0,1 1 0 0 0,-16 2 0 0 0,24-2-70 0 0,-1-1-1 0 0,0 1 1 0 0,0-1 0 0 0,0 1 0 0 0,1 0 0 0 0,-1 0 0 0 0,0 0 0 0 0,1 0-1 0 0,-1 0 1 0 0,1 0 0 0 0,-1 0 0 0 0,1 0 0 0 0,0 1 0 0 0,-1-1 0 0 0,1 1-1 0 0,0-1 1 0 0,0 1 0 0 0,0-1 0 0 0,0 1 0 0 0,0-1 0 0 0,0 1-1 0 0,1 0 1 0 0,-1 0 0 0 0,0-1 0 0 0,1 1 0 0 0,0 0 0 0 0,-1 0 0 0 0,1 0-1 0 0,0 0 1 0 0,0-1 0 0 0,0 1 0 0 0,0 0 0 0 0,0 0 0 0 0,0 0-1 0 0,1 2 1 0 0,1 4-3 0 0,0 0-1 0 0,0-1 0 0 0,1 1 0 0 0,0-1 1 0 0,0 1-1 0 0,1-1 0 0 0,0 0 1 0 0,1 0-1 0 0,-1-1 0 0 0,1 1 0 0 0,0-1 1 0 0,1 0-1 0 0,-1-1 0 0 0,1 1 0 0 0,13 8 1 0 0,-9-6-9 0 0,1-1 0 0 0,1 0 0 0 0,-1 0 0 0 0,1-2 0 0 0,0 1-1 0 0,1-1 1 0 0,-1-1 0 0 0,26 5 0 0 0,-33-8-5 0 0,-1 0 0 0 0,1-1 0 0 0,0 0 0 0 0,-1 0 1 0 0,1 0-1 0 0,-1 0 0 0 0,1-1 0 0 0,-1 0 0 0 0,1 0 0 0 0,-1 0 0 0 0,1 0 0 0 0,-1-1 0 0 0,0 1 0 0 0,0-1 0 0 0,7-4 0 0 0,-8 4-2 0 0,0-1 0 0 0,-1 0 0 0 0,1 1 0 0 0,0-1 0 0 0,-1 0 0 0 0,1 0 0 0 0,-1-1 0 0 0,0 1 0 0 0,0 0 0 0 0,-1-1 1 0 0,1 1-1 0 0,-1-1 0 0 0,1 0 0 0 0,-1 1 0 0 0,0-1 0 0 0,-1 0 0 0 0,1 0 0 0 0,0-6 0 0 0,-1-6-5 0 0,0 0 1 0 0,-1 0-1 0 0,0 1 1 0 0,-2-1-1 0 0,0 0 1 0 0,0 1-1 0 0,-11-28 1 0 0,-52-99 22 0 0,52 115 1 0 0,-2-5 63 0 0,-1 2 1 0 0,-2 0-1 0 0,0 2 1 0 0,-47-52 0 0 0,54 69 20 0 0,12 10-84 0 0,-1 1 0 0 0,1-1 0 0 0,-1 1 0 0 0,1 0 0 0 0,-1-1 0 0 0,1 1 0 0 0,-1-1 0 0 0,1 1 0 0 0,-1 0 0 0 0,0 0 0 0 0,1-1 0 0 0,-1 1 0 0 0,1 0-1 0 0,-1 0 1 0 0,0 0 0 0 0,1-1 0 0 0,-1 1 0 0 0,1 0 0 0 0,-1 0 0 0 0,0 0 0 0 0,1 0 0 0 0,-2 1 0 0 0,1 1-1 0 0,-1 0 0 0 0,1 0 0 0 0,0 0 0 0 0,0 0 0 0 0,0 1 0 0 0,0-1 0 0 0,0 0 0 0 0,1 1 0 0 0,-1-1 1 0 0,1 1-1 0 0,-1-1 0 0 0,1 1 0 0 0,0-1 0 0 0,0 1 0 0 0,0-1 0 0 0,0 1 0 0 0,0-1 0 0 0,1 1 0 0 0,-1-1 0 0 0,1 1 0 0 0,1 2 0 0 0,2 8 6 0 0,0 1-1 0 0,9 16 1 0 0,-12-28-10 0 0,26 47 14 0 0,1-1 1 0 0,2-2-1 0 0,62 73 0 0 0,110 106-673 0 0,-172-198-161 0 0,-5-14-4666 0 0,-11-10-1027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40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54 478 2356 0 0,'-14'39'12254'0'0,"1"0"-6580"0"0,-7 23 66 0 0,14-30-2689 0 0,5-30-1300 0 0,5-8-1607 0 0,5-15-54 0 0,-1 0 1 0 0,-1-1-1 0 0,7-38 0 0 0,2-4-7 0 0,6-14-12 0 0,38-119 125 0 0,-58 187-160 0 0,-2 7 42 0 0,0 6 221 0 0,0 5-292 0 0,-1 1 1 0 0,1-1-1 0 0,1 1 1 0 0,0-1 0 0 0,0 1-1 0 0,1-1 1 0 0,0 0 0 0 0,4 12-1 0 0,10 18-1 0 0,24 68 112 0 0,-36-94-79 0 0,-1 1 1 0 0,-1 0-1 0 0,0-1 1 0 0,0 1-1 0 0,-1 0 1 0 0,-2 21-1 0 0,1-32-37 0 0,0-1-1 0 0,0 1 1 0 0,0-1-1 0 0,-1 1 1 0 0,1-1 0 0 0,0 1-1 0 0,-1-1 1 0 0,1 0-1 0 0,-1 1 1 0 0,1-1-1 0 0,-1 0 1 0 0,0 1-1 0 0,0-1 1 0 0,1 0-1 0 0,-1 0 1 0 0,0 0 0 0 0,0 1-1 0 0,0-1 1 0 0,0 0-1 0 0,-1 0 1 0 0,1-1-1 0 0,0 1 1 0 0,-2 1-1 0 0,1-1-8 0 0,0-1-1 0 0,0 1 1 0 0,-1-1-1 0 0,1 1 1 0 0,0-1-1 0 0,-1 0 1 0 0,1 0-1 0 0,-1 0 1 0 0,1 0-1 0 0,0 0 0 0 0,-1 0 1 0 0,-3-2-1 0 0,-4-1-63 0 0,0 0 0 0 0,0-1 0 0 0,1 0-1 0 0,-1-1 1 0 0,-9-7 0 0 0,14 9-75 0 0,-1-1 0 0 0,1 0 0 0 0,0-1 0 0 0,0 1 0 0 0,0-1 1 0 0,1 0-1 0 0,0 0 0 0 0,0-1 0 0 0,0 1 0 0 0,-3-7 0 0 0,7 12 133 0 0,1 0 0 0 0,-1 1 0 0 0,0-1 0 0 0,0 0 0 0 0,0 0 0 0 0,1 0 0 0 0,-1 0 0 0 0,0 0 0 0 0,0 0 0 0 0,0 0 0 0 0,1 0 0 0 0,-1 0 0 0 0,0 0 0 0 0,0 0 0 0 0,1 0 0 0 0,-1 0 0 0 0,0 0 0 0 0,0 0 0 0 0,0 0-1 0 0,1 0 1 0 0,-1 0 0 0 0,0 0 0 0 0,0 0 0 0 0,0 0 0 0 0,1 0 0 0 0,-1 0 0 0 0,0 0 0 0 0,0 0 0 0 0,0 0 0 0 0,1-1 0 0 0,-1 1 0 0 0,0 0 0 0 0,0 0 0 0 0,0 0 0 0 0,0 0 0 0 0,1 0 0 0 0,-1-1 0 0 0,0 1 0 0 0,0 0 0 0 0,0 0-1 0 0,0 0 1 0 0,0-1 0 0 0,0 1 0 0 0,0 0 0 0 0,1 0 0 0 0,-1 0 0 0 0,0-1 0 0 0,0 1 0 0 0,0 0 0 0 0,0 0 0 0 0,0 0 0 0 0,0-1 0 0 0,0 1 0 0 0,0 0 0 0 0,0 0 0 0 0,0-1 0 0 0,0 1 0 0 0,0 0 0 0 0,0 0 0 0 0,-1 0 0 0 0,1-1-1 0 0,0 1 1 0 0,0 0 0 0 0,0 0 0 0 0,0 0 0 0 0,0-1 0 0 0,17 11 197 0 0,-15-8-241 0 0,0-1 68 0 0,26 16 169 0 0,32 16 1 0 0,-50-28-171 0 0,-1-1 1 0 0,1-1-1 0 0,0 0 1 0 0,0-1-1 0 0,0 1 1 0 0,0-2-1 0 0,16 1 0 0 0,-21-1-27 0 0,-1-1 0 0 0,1-1-1 0 0,-1 1 1 0 0,1 0 0 0 0,-1-1-1 0 0,1 0 1 0 0,-1 0 0 0 0,0-1-1 0 0,1 1 1 0 0,-1-1-1 0 0,0 0 1 0 0,0 0 0 0 0,0 0-1 0 0,0-1 1 0 0,0 1 0 0 0,-1-1-1 0 0,1 0 1 0 0,-1 0 0 0 0,0 0-1 0 0,3-4 1 0 0,-2 1-16 0 0,0 0-1 0 0,0 0 1 0 0,-1-1-1 0 0,0 1 1 0 0,-1-1-1 0 0,1 0 1 0 0,-1 0 0 0 0,0 0-1 0 0,-1 0 1 0 0,0 0-1 0 0,0 0 1 0 0,0-9 0 0 0,-1-7 67 0 0,-1 1 0 0 0,-1-1 0 0 0,-1 1 0 0 0,-1 0-1 0 0,-10-33 1 0 0,-45-104 1052 0 0,40 112-497 0 0,19 45-542 0 0,-1 0 0 0 0,1 1 1 0 0,-1-1-1 0 0,0 0 0 0 0,0 0 0 0 0,0 1 0 0 0,0-1 1 0 0,0 1-1 0 0,-1-1 0 0 0,1 1 0 0 0,0-1 1 0 0,-1 1-1 0 0,1 0 0 0 0,-1-1 0 0 0,1 1 0 0 0,-4-1 1 0 0,4 1 140 0 0,1 5-114 0 0,2 30-18 0 0,1 0-1 0 0,2-1 1 0 0,1 0 0 0 0,11 34 0 0 0,-14-54-46 0 0,73 211 63 0 0,-43-137-116 0 0,-17-17-388 0 0,-16-69 249 0 0,-2-8-1201 0 0,-13-61 1015 0 0,-13-129 1 0 0,28 192 432 0 0,-1 0 0 0 0,2 0 0 0 0,-1-1 0 0 0,1 1 0 0 0,1-7 0 0 0,-2 11-54 0 0,1 0 0 0 0,-1 0-1 0 0,0 0 1 0 0,0 0 0 0 0,1 0 0 0 0,-1 1 0 0 0,0-1-1 0 0,1 0 1 0 0,-1 0 0 0 0,0 1 0 0 0,1-1 0 0 0,0 0-1 0 0,-1 1 1 0 0,1-1 0 0 0,-1 0 0 0 0,1 1 0 0 0,0-1 0 0 0,-1 1-1 0 0,1-1 1 0 0,0 1 0 0 0,-1-1 0 0 0,1 1 0 0 0,0-1-1 0 0,0 1 1 0 0,0 0 0 0 0,-1 0 0 0 0,1-1 0 0 0,0 1-1 0 0,0 0 1 0 0,0 0 0 0 0,0 0 0 0 0,-1 0 0 0 0,1 0-1 0 0,0 0 1 0 0,0 0 0 0 0,0 0 0 0 0,0 0 0 0 0,0 0 0 0 0,-1 0-1 0 0,1 1 1 0 0,0-1 0 0 0,0 0 0 0 0,0 1 0 0 0,-1-1-1 0 0,1 0 1 0 0,0 1 0 0 0,0 0 0 0 0,11 6 74 0 0,-1 1-1 0 0,0 0 1 0 0,-1 0 0 0 0,1 1 0 0 0,10 12-1 0 0,45 59 312 0 0,-45-54-234 0 0,-16-20-113 0 0,-2-4-16 0 0,-1 1 0 0 0,0 0-1 0 0,1 0 1 0 0,-1-1 0 0 0,0 2 0 0 0,0-1 0 0 0,-1 0 0 0 0,1 0-1 0 0,-1 0 1 0 0,3 8 0 0 0,-9-15-26 0 0,-2-4-21 0 0,0 1 1 0 0,1-1-1 0 0,0-1 1 0 0,0 1-1 0 0,0-1 1 0 0,1 0-1 0 0,1 0 1 0 0,-5-13-1 0 0,6 13-58 0 0,0 1-1 0 0,1-1 1 0 0,1 0-1 0 0,-1 0 1 0 0,1 0-1 0 0,1 1 1 0 0,-1-1-1 0 0,2 0 1 0 0,-1 0-1 0 0,3-10 1 0 0,-3 15-4 0 0,1 1 0 0 0,0 0 0 0 0,0-1 0 0 0,0 1 0 0 0,1 0 0 0 0,-1 0 0 0 0,1 0 0 0 0,-1 0 0 0 0,1 0 0 0 0,0 0 1 0 0,0 1-1 0 0,0-1 0 0 0,1 0 0 0 0,-1 1 0 0 0,0 0 0 0 0,1 0 0 0 0,0-1 0 0 0,0 1 0 0 0,-1 1 0 0 0,1-1 0 0 0,0 0 0 0 0,0 1 0 0 0,1 0 0 0 0,-1-1 0 0 0,0 1 0 0 0,0 0 0 0 0,1 1 1 0 0,-1-1-1 0 0,5 0 0 0 0,11 1-169 0 0,1 0 0 0 0,-1 1 0 0 0,0 1 0 0 0,23 6 0 0 0,33 3 106 0 0,-69-10 2269 0 0,-15 2-1371 0 0,-20 3-644 0 0,24-6 202 0 0,-1 1-246 0 0,1 0 0 0 0,0 1 0 0 0,0-1 0 0 0,0 1 0 0 0,0 0 0 0 0,0 0 0 0 0,0 1 0 0 0,0-1 0 0 0,1 1 1 0 0,-1 0-1 0 0,1 0 0 0 0,0 1 0 0 0,-1-1 0 0 0,2 1 0 0 0,-1 0 0 0 0,0 0 0 0 0,-3 6 0 0 0,5-7-60 0 0,0 0 0 0 0,1 1 0 0 0,0-1 0 0 0,-1 1-1 0 0,1 0 1 0 0,0-1 0 0 0,1 1 0 0 0,-1 0 0 0 0,1 0-1 0 0,-1-1 1 0 0,1 1 0 0 0,0 0 0 0 0,1 0 0 0 0,-1-1-1 0 0,1 1 1 0 0,-1 0 0 0 0,1-1 0 0 0,0 1 0 0 0,1 0-1 0 0,-1-1 1 0 0,0 1 0 0 0,1-1 0 0 0,0 0 0 0 0,0 1 0 0 0,2 2-1 0 0,4 4-13 0 0,-1 0 0 0 0,1-1 0 0 0,1 0 0 0 0,0 0 0 0 0,0 0 0 0 0,15 9 0 0 0,-18-14-10 0 0,1 1 0 0 0,-1-1 0 0 0,1-1 0 0 0,0 1 0 0 0,0-1 0 0 0,0-1 0 0 0,1 1 0 0 0,-1-1 0 0 0,0 0 0 0 0,1-1 0 0 0,12 1 0 0 0,-18-2 1 0 0,-1 0 0 0 0,1 0 0 0 0,0 0 0 0 0,0 0 0 0 0,0 0 0 0 0,0-1 1 0 0,0 1-1 0 0,0-1 0 0 0,0 0 0 0 0,-1 1 0 0 0,1-1 0 0 0,0 0 0 0 0,0 0 0 0 0,-1 0 0 0 0,1 0 0 0 0,-1 0 0 0 0,1-1 0 0 0,-1 1 1 0 0,1 0-1 0 0,-1-1 0 0 0,2-1 0 0 0,-1-1-5 0 0,-1 1 1 0 0,1 0 0 0 0,-1-1-1 0 0,1 1 1 0 0,-1-1 0 0 0,0 1-1 0 0,-1-1 1 0 0,1 0 0 0 0,0 1-1 0 0,-1-7 1 0 0,0-3-13 0 0,-1-1 0 0 0,0 1 0 0 0,-1 0-1 0 0,-1 0 1 0 0,-5-16 0 0 0,-42-122 212 0 0,50 150-176 0 0,0 1 0 0 0,0 0 0 0 0,0 0-1 0 0,0-1 1 0 0,0 1 0 0 0,0 0 0 0 0,0 0 0 0 0,0 0 0 0 0,-1-1 0 0 0,1 1 0 0 0,0 0 0 0 0,0 0-1 0 0,0-1 1 0 0,0 1 0 0 0,0 0 0 0 0,0 0 0 0 0,0 0 0 0 0,0-1 0 0 0,-1 1 0 0 0,1 0 0 0 0,0 0-1 0 0,0 0 1 0 0,0 0 0 0 0,0-1 0 0 0,-1 1 0 0 0,1 0 0 0 0,0 0 0 0 0,0 0 0 0 0,0 0 0 0 0,-1 0-1 0 0,1 0 1 0 0,0 0 0 0 0,0-1 0 0 0,0 1 0 0 0,-1 0 0 0 0,1 0 0 0 0,0 0 0 0 0,0 0 0 0 0,-1 0-1 0 0,1 0 1 0 0,-5 10 67 0 0,2 18-45 0 0,5-18-25 0 0,0 0 1 0 0,0 0 0 0 0,1 0 0 0 0,0 0 0 0 0,1-1 0 0 0,1 0-1 0 0,-1 0 1 0 0,1 0 0 0 0,1 0 0 0 0,-1-1 0 0 0,1 1-1 0 0,1-1 1 0 0,0-1 0 0 0,0 0 0 0 0,0 0 0 0 0,1 0-1 0 0,0-1 1 0 0,17 11 0 0 0,-16-12-16 0 0,0 0 0 0 0,1 0-1 0 0,-1-1 1 0 0,1 0 0 0 0,0 0-1 0 0,0-1 1 0 0,0-1 0 0 0,1 0 0 0 0,-1 0-1 0 0,0-1 1 0 0,1 0 0 0 0,-1-1 0 0 0,1 0-1 0 0,-1-1 1 0 0,1 0 0 0 0,-1-1-1 0 0,1 0 1 0 0,12-4 0 0 0,-20 5-7 0 0,0 0 0 0 0,0-1 0 0 0,0 1 0 0 0,0-1 0 0 0,0 1 0 0 0,-1-1 0 0 0,1 0 0 0 0,0 0 0 0 0,-1 0 0 0 0,0 0 0 0 0,1-1 0 0 0,-1 1 0 0 0,0 0 0 0 0,0-1 0 0 0,-1 0 0 0 0,1 1 0 0 0,2-5-1 0 0,-3 2 11 0 0,0 1 0 0 0,1 0-1 0 0,-2-1 1 0 0,1 1-1 0 0,0-1 1 0 0,-1 1-1 0 0,0-1 1 0 0,0 1-1 0 0,0-1 1 0 0,-1 1-1 0 0,0-6 1 0 0,-3-4 61 0 0,0 1-1 0 0,-1-1 1 0 0,0 1-1 0 0,-1 0 1 0 0,0 1-1 0 0,-15-22 1 0 0,6 16 217 0 0,23 39-238 0 0,26 42-153 0 0,40 45-486 0 0,-36-66-2891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40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247 131 6097 0 0,'-40'-46'9713'0'0,"30"35"-7748"0"0,-1 1 0 0 0,-13-9 0 0 0,16 13-1277 0 0,0 1 0 0 0,-1 0 1 0 0,0 0-1 0 0,1 1 1 0 0,-2 0-1 0 0,1 1 1 0 0,0 0-1 0 0,-1 0 0 0 0,1 1 1 0 0,-14-2-1 0 0,21 4-609 0 0,0-1 0 0 0,1 1-1 0 0,-1 0 1 0 0,0 0-1 0 0,0 0 1 0 0,0 0 0 0 0,1 0-1 0 0,-1 1 1 0 0,0-1-1 0 0,0 0 1 0 0,0 1 0 0 0,1-1-1 0 0,-1 1 1 0 0,0 0 0 0 0,1 0-1 0 0,-1-1 1 0 0,1 1-1 0 0,-1 0 1 0 0,1 0 0 0 0,-1 1-1 0 0,1-1 1 0 0,-1 0-1 0 0,1 0 1 0 0,0 1 0 0 0,0-1-1 0 0,0 0 1 0 0,0 1 0 0 0,0-1-1 0 0,0 1 1 0 0,0 0-1 0 0,0-1 1 0 0,1 1 0 0 0,-2 3-1 0 0,4 1 59 0 0,2 0-126 0 0,0 1-1 0 0,1-2 1 0 0,0 1-1 0 0,0 0 1 0 0,0-1-1 0 0,1 0 1 0 0,0 0 0 0 0,0 0-1 0 0,0-1 1 0 0,1 0-1 0 0,-1 0 1 0 0,1-1 0 0 0,0 0-1 0 0,14 5 1 0 0,-14-6-78 0 0,0 0 0 0 0,0 0 0 0 0,1 0 0 0 0,-1-1 0 0 0,0 0 0 0 0,1 0 0 0 0,0-1 0 0 0,-1 0 0 0 0,1 0 0 0 0,-1-1 1 0 0,1 0-1 0 0,-1 0 0 0 0,0-1 0 0 0,1 0 0 0 0,11-5 0 0 0,-16 5-18 0 0,0 1 0 0 0,0-1 0 0 0,-1 0 0 0 0,1-1 0 0 0,0 1 0 0 0,-1 0 0 0 0,0-1 0 0 0,0 1 0 0 0,0-1 0 0 0,0 0 0 0 0,0 0 0 0 0,0 0 0 0 0,0 0 0 0 0,-1 0 0 0 0,0 0 0 0 0,0 0 0 0 0,0 0 0 0 0,1-5 0 0 0,-2 6 37 0 0,0-1-1 0 0,-1 1 1 0 0,1-1-1 0 0,-1 1 1 0 0,1 0 0 0 0,-1-1-1 0 0,0 1 1 0 0,0 0-1 0 0,0 0 1 0 0,0-1 0 0 0,0 1-1 0 0,-1 0 1 0 0,1 0-1 0 0,-1 0 1 0 0,1 0 0 0 0,-1 1-1 0 0,0-1 1 0 0,0 0-1 0 0,0 1 1 0 0,0-1 0 0 0,0 1-1 0 0,0 0 1 0 0,0 0-1 0 0,-4-2 1 0 0,5 3-348 0 0,-8 14-13521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4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271 382 7201 0 0,'1'0'592'0'0,"1"-1"0"0"0,0 0 1 0 0,-1 0-1 0 0,1 0 1 0 0,-1 0-1 0 0,1 0 1 0 0,-1 0-1 0 0,1-1 0 0 0,-1 1 1 0 0,0 0-1 0 0,1-1 1 0 0,-1 1-1 0 0,0-1 0 0 0,0 1 1 0 0,0-1-1 0 0,0 1 1 0 0,-1-1-1 0 0,1 0 1 0 0,0 0-1 0 0,-1 1 0 0 0,1-3 1 0 0,0 2-370 0 0,-2 0 1 0 0,1 0 0 0 0,0 0 0 0 0,0 0-1 0 0,-1 0 1 0 0,1 0 0 0 0,-1 0-1 0 0,1 1 1 0 0,-1-1 0 0 0,0 0-1 0 0,0 0 1 0 0,1 1 0 0 0,-1-1-1 0 0,-1 1 1 0 0,1-1 0 0 0,0 1 0 0 0,0-1-1 0 0,0 1 1 0 0,-1-1 0 0 0,1 1-1 0 0,-3-2 1 0 0,-4-2 136 0 0,1 1-1 0 0,-1-1 1 0 0,0 1 0 0 0,0 1-1 0 0,-1-1 1 0 0,1 2 0 0 0,-1-1 0 0 0,0 1-1 0 0,1 0 1 0 0,-1 1 0 0 0,0 0-1 0 0,0 0 1 0 0,0 1 0 0 0,-14 1-1 0 0,17-1-285 0 0,-1 1 0 0 0,0 0-1 0 0,0 0 1 0 0,1 0-1 0 0,-1 1 1 0 0,1 0 0 0 0,-1 0-1 0 0,1 1 1 0 0,0 0-1 0 0,0 0 1 0 0,0 0 0 0 0,0 1-1 0 0,0 0 1 0 0,1 0-1 0 0,0 0 1 0 0,-1 1-1 0 0,2 0 1 0 0,-1 0 0 0 0,-6 8-1 0 0,9-10-62 0 0,1 0 0 0 0,-1 0 0 0 0,1 0 0 0 0,0 0-1 0 0,0 0 1 0 0,0 0 0 0 0,0 0 0 0 0,1 1 0 0 0,-1-1 0 0 0,1 0-1 0 0,-1 0 1 0 0,1 1 0 0 0,0-1 0 0 0,1 0 0 0 0,-1 0 0 0 0,1 4-1 0 0,1-2-7 0 0,-1 0 0 0 0,1-1 0 0 0,0 1-1 0 0,0 0 1 0 0,1-1 0 0 0,-1 0 0 0 0,1 0-1 0 0,0 0 1 0 0,6 6 0 0 0,2 1-38 0 0,1 0 0 0 0,1-1 0 0 0,-1-1 0 0 0,2 0 0 0 0,21 11 0 0 0,-29-17-27 0 0,1 1 0 0 0,0-1-1 0 0,0 0 1 0 0,0-1 0 0 0,0 0 0 0 0,1 0 0 0 0,-1 0 0 0 0,1-1 0 0 0,-1 0 0 0 0,1-1 0 0 0,-1 1 0 0 0,1-1 0 0 0,-1-1 0 0 0,1 0 0 0 0,13-3 0 0 0,-18 3 32 0 0,-1 0 1 0 0,0 0 0 0 0,0-1-1 0 0,0 1 1 0 0,0-1 0 0 0,0 0-1 0 0,0 1 1 0 0,0-1-1 0 0,0 0 1 0 0,0 0 0 0 0,-1 0-1 0 0,1 0 1 0 0,-1-1 0 0 0,0 1-1 0 0,1 0 1 0 0,-1-1-1 0 0,0 1 1 0 0,-1-1 0 0 0,1 1-1 0 0,0-1 1 0 0,-1 1 0 0 0,1-1-1 0 0,-1 1 1 0 0,0-4 0 0 0,1-7 36 0 0,0 0 0 0 0,-1 0 0 0 0,-3-18 0 0 0,1 8 86 0 0,-8-48 454 0 0,9 69-52 0 0,0 6-389 0 0,-3 13-45 0 0,0 0 0 0 0,1 0 0 0 0,1 1 1 0 0,1-1-1 0 0,1 0 0 0 0,0 1 0 0 0,4 23 0 0 0,2 0 12 0 0,1 0 0 0 0,15 43 0 0 0,72 228 275 0 0,-92-307-342 0 0,-1 0 1 0 0,0 0-1 0 0,0 0 1 0 0,0 0-1 0 0,0 0 1 0 0,-1 0 0 0 0,0 0-1 0 0,-1 9 1 0 0,0-13-6 0 0,1 1 1 0 0,-1-1 0 0 0,1 1-1 0 0,-1-1 1 0 0,0 1 0 0 0,1-1-1 0 0,-1 0 1 0 0,0 1 0 0 0,0-1-1 0 0,0 0 1 0 0,0 0 0 0 0,0 0-1 0 0,0 0 1 0 0,0 0 0 0 0,-1 0 0 0 0,1 0-1 0 0,0 0 1 0 0,-1 0 0 0 0,1 0-1 0 0,0-1 1 0 0,-1 1 0 0 0,1 0-1 0 0,-1-1 1 0 0,1 0 0 0 0,-1 1-1 0 0,1-1 1 0 0,-1 0 0 0 0,1 0-1 0 0,-1 1 1 0 0,0-1 0 0 0,-2-1-1 0 0,-9 0-6 0 0,0-1 0 0 0,0 0-1 0 0,0-1 1 0 0,0 0 0 0 0,1-1 0 0 0,-1-1-1 0 0,1 0 1 0 0,0 0 0 0 0,0-1 0 0 0,1-1-1 0 0,0 0 1 0 0,-13-11 0 0 0,21 15-19 0 0,1 0 0 0 0,-1 0 0 0 0,1 0 0 0 0,0 0 0 0 0,0-1 0 0 0,0 1 1 0 0,1-1-1 0 0,-1 1 0 0 0,1-1 0 0 0,0 0 0 0 0,0 1 0 0 0,0-1 0 0 0,0 0 0 0 0,1 0 1 0 0,-1 1-1 0 0,1-1 0 0 0,0 0 0 0 0,0 0 0 0 0,1 0 0 0 0,-1 0 0 0 0,1 1 0 0 0,0-1 1 0 0,1-4-1 0 0,4-11-137 0 0,0 0 0 0 0,1 1 1 0 0,12-21-1 0 0,-17 34 130 0 0,201-360-1927 0 0,-143 256 1428 0 0,-52 92 517 0 0,-2 1 1 0 0,0-1-1 0 0,0 0 1 0 0,-2 0-1 0 0,3-19 1 0 0,-7 30 134 0 0,0-1 0 0 0,0 1 0 0 0,0 0-1 0 0,-1 0 1 0 0,0 0 0 0 0,0 0 0 0 0,-1 0 0 0 0,0 0 0 0 0,0 0 0 0 0,0 0-1 0 0,0 1 1 0 0,-1-1 0 0 0,0 1 0 0 0,-1-1 0 0 0,1 1 0 0 0,-6-6 0 0 0,9 11-101 0 0,0-1 1 0 0,0 1 0 0 0,-1-1 0 0 0,1 1-1 0 0,-1-1 1 0 0,1 0 0 0 0,-1 1 0 0 0,1-1-1 0 0,-1 1 1 0 0,1 0 0 0 0,-1-1 0 0 0,1 1 0 0 0,-1-1-1 0 0,1 1 1 0 0,-1 0 0 0 0,0-1 0 0 0,1 1-1 0 0,-1 0 1 0 0,0 0 0 0 0,1 0 0 0 0,-1-1 0 0 0,0 1-1 0 0,1 0 1 0 0,-1 0 0 0 0,0 0 0 0 0,1 0-1 0 0,-1 0 1 0 0,0 0 0 0 0,1 0 0 0 0,-1 1-1 0 0,0-1 1 0 0,1 0 0 0 0,-1 0 0 0 0,0 0 0 0 0,1 1-1 0 0,-1-1 1 0 0,0 0 0 0 0,1 1 0 0 0,-1-1-1 0 0,1 0 1 0 0,-1 1 0 0 0,1-1 0 0 0,-1 1 0 0 0,1-1-1 0 0,-1 1 1 0 0,0 0 0 0 0,-1 1-4 0 0,1 0 1 0 0,-1 1-1 0 0,1-1 1 0 0,-1 1-1 0 0,1-1 1 0 0,0 1 0 0 0,-1 0-1 0 0,0 4 1 0 0,-1 11 21 0 0,1 0 1 0 0,1 0-1 0 0,0 0 1 0 0,1 0-1 0 0,1 0 1 0 0,1 0-1 0 0,7 34 1 0 0,3-7 5 0 0,31 80 0 0 0,5-31-65 0 0,-39-77-26 0 0,-9-17 41 0 0,0 0 1 0 0,0 0-1 0 0,0 1 1 0 0,0-1 0 0 0,1 0-1 0 0,-1 0 1 0 0,0 1-1 0 0,0-1 1 0 0,0 0-1 0 0,0 0 1 0 0,1 0 0 0 0,-1 0-1 0 0,0 1 1 0 0,0-1-1 0 0,0 0 1 0 0,1 0-1 0 0,-1 0 1 0 0,0 0 0 0 0,0 0-1 0 0,0 1 1 0 0,1-1-1 0 0,-1 0 1 0 0,0 0-1 0 0,0 0 1 0 0,1 0 0 0 0,-1 0-1 0 0,0 0 1 0 0,1 0-1 0 0,-1 0 1 0 0,0 0-1 0 0,0 0 1 0 0,1 0 0 0 0,-1 0-1 0 0,0 0 1 0 0,0 0-1 0 0,1 0 1 0 0,-1-1-1 0 0,0 1 1 0 0,0 0 0 0 0,0 0-1 0 0,1 0 1 0 0,-1 0-1 0 0,0 0 1 0 0,0 0-1 0 0,1-1 1 0 0,-1 1 0 0 0,0 0-1 0 0,0 0 1 0 0,0 0-1 0 0,0-1 1 0 0,1 1 0 0 0,-1 0-1 0 0,0 0 1 0 0,0 0-1 0 0,0-1 1 0 0,0 1-1 0 0,0 0 1 0 0,0 0 0 0 0,0-1-1 0 0,0 1 1 0 0,0 0-1 0 0,0-1 1 0 0,6-12-93 0 0,-4 0 1 0 0,0 0 0 0 0,-2 0 0 0 0,1 0 1 0 0,-1 0-1 0 0,-4-23 0 0 0,1-6-130 0 0,2 22 115 0 0,0 6 52 0 0,1 0 0 0 0,3-21 0 0 0,-3 33 165 0 0,4 5-76 0 0,39 39 67 0 0,-32-30-54 0 0,1-1-1 0 0,0 0 1 0 0,0 0-1 0 0,1-1 1 0 0,18 10 0 0 0,-18-13-26 0 0,1-1 0 0 0,-1-1 0 0 0,1 0 0 0 0,-1-1 0 0 0,1 0 0 0 0,0-1 0 0 0,1-1 0 0 0,16 1 0 0 0,-24-2-11 0 0,0-1 0 0 0,1-1 1 0 0,-1 1-1 0 0,0-1 1 0 0,1 0-1 0 0,-1-1 1 0 0,0 0-1 0 0,0 0 1 0 0,0 0-1 0 0,0-1 0 0 0,-1 0 1 0 0,1 0-1 0 0,-1-1 1 0 0,1 0-1 0 0,-1 0 1 0 0,-1-1-1 0 0,10-8 1 0 0,-12 9-5 0 0,0 0 0 0 0,0 0 0 0 0,-1 0 1 0 0,0-1-1 0 0,0 1 0 0 0,0-1 1 0 0,0 0-1 0 0,-1 1 0 0 0,0-1 0 0 0,0 0 1 0 0,0 0-1 0 0,0 0 0 0 0,-1 0 1 0 0,0 0-1 0 0,0-7 0 0 0,-1-3 11 0 0,-1 1 0 0 0,0 0 0 0 0,-1 1 0 0 0,-5-17 0 0 0,-3-2 24 0 0,-2 1 1 0 0,-1 1-1 0 0,-1 0 1 0 0,-2 1-1 0 0,0 1 1 0 0,-34-40 0 0 0,31 48 37 0 0,19 19-39 0 0,-1 4-18 0 0,1 0-17 0 0,-1-1 0 0 0,1 1 1 0 0,0 0-1 0 0,0-1 0 0 0,0 1 1 0 0,1 0-1 0 0,-1 0 0 0 0,1 0 1 0 0,-1 0-1 0 0,1-1 0 0 0,0 1 1 0 0,0 0-1 0 0,0 0 0 0 0,1 0 1 0 0,-1 0-1 0 0,1 0 0 0 0,-1 0 1 0 0,2 3-1 0 0,4 12 8 0 0,13 30 0 0 0,-11-28-5 0 0,10 24 4 0 0,1-1 1 0 0,2 0-1 0 0,48 70 1 0 0,26 35-1358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4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12965 0 0,'0'0'10149'0'0,"22"-19"-8645"0"0,3 5-320 0 0,11-5-248 0 0,4 1-211 0 0,3 0-257 0 0,17-9-248 0 0,-17 11-196 0 0,-1 3-180 0 0,-8 0-256 0 0,-10 8-429 0 0,-12 1-751 0 0,-5 2-3132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0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289 365 10465 0 0,'-63'10'10760'0'0,"48"-6"-9585"0"0,1 0 0 0 0,0 1 0 0 0,0 1 0 0 0,-17 10 0 0 0,19-9-837 0 0,0 0 1 0 0,1 0-1 0 0,0 1 0 0 0,1 1 1 0 0,-1 0-1 0 0,2 0 0 0 0,-1 1 1 0 0,-14 20-1 0 0,21-24-288 0 0,-1 0 0 0 0,1 0 0 0 0,0 0 0 0 0,0 0 0 0 0,1 0 0 0 0,0 0 0 0 0,0 1 0 0 0,0-1 0 0 0,1 1 0 0 0,0-1 0 0 0,0 1 0 0 0,1 0 0 0 0,0 0-1 0 0,0-1 1 0 0,0 1 0 0 0,1 0 0 0 0,0-1 0 0 0,0 1 0 0 0,1-1 0 0 0,2 9 0 0 0,-1-8-53 0 0,0 1 0 0 0,0-1-1 0 0,1 0 1 0 0,0 0-1 0 0,0 0 1 0 0,1-1 0 0 0,0 1-1 0 0,0-1 1 0 0,0 0 0 0 0,1 0-1 0 0,10 7 1 0 0,-13-10-7 0 0,1-1 0 0 0,0 0-1 0 0,0 0 1 0 0,0 0 0 0 0,0-1-1 0 0,0 1 1 0 0,0-1 0 0 0,0 0 0 0 0,0 0-1 0 0,0 0 1 0 0,1-1 0 0 0,-1 0 0 0 0,0 1-1 0 0,1-2 1 0 0,-1 1 0 0 0,0 0-1 0 0,1-1 1 0 0,-1 0 0 0 0,0 0 0 0 0,0 0-1 0 0,0 0 1 0 0,0-1 0 0 0,7-3 0 0 0,-3 1 7 0 0,-1 0 1 0 0,0-1 0 0 0,0 0 0 0 0,-1 0 0 0 0,0 0 0 0 0,0-1 0 0 0,0 0 0 0 0,0 0 0 0 0,-1 0 0 0 0,0-1 0 0 0,0 0 0 0 0,-1 0 0 0 0,0 0 0 0 0,0 0-1 0 0,3-11 1 0 0,-4 9 61 0 0,0-1 0 0 0,0 0 0 0 0,-1 1 0 0 0,0-1-1 0 0,-1 0 1 0 0,0 0 0 0 0,-1 0 0 0 0,0 0 0 0 0,-1-1-1 0 0,1 1 1 0 0,-2 0 0 0 0,-2-11 0 0 0,4 21-45 0 0,0-1 0 0 0,0 0 0 0 0,-1 0 0 0 0,1 1 0 0 0,0-1 0 0 0,0 0-1 0 0,0 0 1 0 0,-1 1 0 0 0,1-1 0 0 0,0 0 0 0 0,-1 1 0 0 0,1-1 0 0 0,0 0 0 0 0,-1 1 0 0 0,1-1 0 0 0,-1 0 0 0 0,1 1 0 0 0,-1-1 0 0 0,1 1 0 0 0,-1-1 0 0 0,0 1-1 0 0,1 0 1 0 0,-1-1 0 0 0,0 1 0 0 0,1-1 0 0 0,-2 1 0 0 0,1 0 3 0 0,0 0 1 0 0,0 0-1 0 0,0 1 0 0 0,0-1 1 0 0,0 0-1 0 0,0 1 0 0 0,0-1 1 0 0,0 1-1 0 0,0-1 0 0 0,0 1 1 0 0,1 0-1 0 0,-1-1 0 0 0,-1 3 1 0 0,-1 3 6 0 0,2 0-32 0 0,1 1 0 0 0,1-1 0 0 0,-1 0 0 0 0,1 0 0 0 0,0 1 0 0 0,0-1 0 0 0,1 0 0 0 0,0 0 0 0 0,0 0 0 0 0,0 0 0 0 0,1 0 0 0 0,0-1 0 0 0,0 1 0 0 0,5 6 0 0 0,-2-5-18 0 0,0 1 0 0 0,1-1-1 0 0,0 0 1 0 0,0-1 0 0 0,1 0 0 0 0,0 0 0 0 0,0-1-1 0 0,17 9 1 0 0,-7-5-23 0 0,1-1 0 0 0,-1-1 0 0 0,1-1-1 0 0,1-1 1 0 0,24 4 0 0 0,-34-7-12 0 0,0-1-1 0 0,1 0 1 0 0,-1-1 0 0 0,1 0 0 0 0,-1-1 0 0 0,1 0-1 0 0,-1-1 1 0 0,1 0 0 0 0,-1 0 0 0 0,0-1-1 0 0,17-8 1 0 0,-25 10 37 0 0,1 0-1 0 0,-1 0 1 0 0,0-1 0 0 0,1 0-1 0 0,-1 1 1 0 0,0-1 0 0 0,0 0-1 0 0,0 0 1 0 0,0 0 0 0 0,-1 0-1 0 0,1 0 1 0 0,-1-1 0 0 0,1 1-1 0 0,-1 0 1 0 0,0-1 0 0 0,0 1-1 0 0,2-4 1 0 0,-2 2 26 0 0,-1-1 1 0 0,1 1-1 0 0,0-1 1 0 0,-1 1-1 0 0,0-1 1 0 0,0 1-1 0 0,-1 0 1 0 0,1-1-1 0 0,-2-7 1 0 0,-2-1 125 0 0,0 0 0 0 0,-1 0 0 0 0,-1 0 0 0 0,0 0 0 0 0,-14-20 0 0 0,18 29-61 0 0,0 0 0 0 0,0 1 1 0 0,-1-1-1 0 0,0 0 0 0 0,0 1 1 0 0,0 0-1 0 0,0-1 0 0 0,0 1 0 0 0,-1 0 1 0 0,1 1-1 0 0,-1-1 0 0 0,-7-4 1 0 0,9 7-9 0 0,1 0-54 0 0,0 1 0 0 0,0-1 0 0 0,0 1 0 0 0,1-1 0 0 0,-1 1 1 0 0,0 0-1 0 0,0-1 0 0 0,1 1 0 0 0,-1 0 0 0 0,1-1 0 0 0,-1 1 0 0 0,1 0 0 0 0,-1 0 0 0 0,1 0 0 0 0,-1 0 1 0 0,1-1-1 0 0,0 1 0 0 0,-1 0 0 0 0,1 0 0 0 0,0 0 0 0 0,0 0 0 0 0,0 0 0 0 0,-1 0 0 0 0,1 0 0 0 0,0 0 1 0 0,0 0-1 0 0,1 1 0 0 0,2 30 57 0 0,-3-30-58 0 0,3 12 10 0 0,1 0 0 0 0,0 0 0 0 0,1-1 0 0 0,0 1 0 0 0,11 19 0 0 0,1-4-50 0 0,25 33 0 0 0,-41-61 22 0 0,-1 0 0 0 0,1 0 1 0 0,0 1-1 0 0,0-1 0 0 0,0 0 1 0 0,0 0-1 0 0,0 0 0 0 0,0 0 1 0 0,0 0-1 0 0,0 0 0 0 0,0-1 0 0 0,1 1 1 0 0,-1 0-1 0 0,0 0 0 0 0,0-1 1 0 0,1 1-1 0 0,-1-1 0 0 0,1 1 1 0 0,-1-1-1 0 0,0 0 0 0 0,1 0 1 0 0,-1 1-1 0 0,1-1 0 0 0,1 0 1 0 0,-2-1-6 0 0,1 0 1 0 0,-1 1-1 0 0,1-1 1 0 0,-1 0-1 0 0,1 0 1 0 0,-1 0-1 0 0,1 0 1 0 0,-1 0-1 0 0,0 0 1 0 0,0 0-1 0 0,0 0 1 0 0,1-1 0 0 0,-1 1-1 0 0,0 0 1 0 0,-1-1-1 0 0,1 1 1 0 0,0-1-1 0 0,0 1 1 0 0,0-3-1 0 0,11-27-273 0 0,-2 1-1 0 0,9-43 0 0 0,2-7-179 0 0,-3 31 375 0 0,-18 47 193 0 0,2 7-69 0 0,1 6-19 0 0,0 0 0 0 0,1 0 0 0 0,0-1 0 0 0,1 1 0 0 0,0-1 0 0 0,1 0 0 0 0,0 0 0 0 0,1-1 0 0 0,-1 0 0 0 0,2 0 0 0 0,0 0 0 0 0,0-1 0 0 0,0 0 0 0 0,1-1 0 0 0,0 0 0 0 0,0 0 0 0 0,16 8-1 0 0,-8-7-5 0 0,1-1-1 0 0,0-1 0 0 0,1 0 0 0 0,-1-2 1 0 0,1 0-1 0 0,0-1 0 0 0,0-1 0 0 0,0 0 1 0 0,1-2-1 0 0,-1 0 0 0 0,0-1 0 0 0,0-1 1 0 0,29-7-1 0 0,-44 8-6 0 0,1 0 0 0 0,-1-1 1 0 0,1 0-1 0 0,-1 1 0 0 0,0-1 0 0 0,0-1 1 0 0,0 1-1 0 0,0-1 0 0 0,0 1 1 0 0,0-1-1 0 0,0 0 0 0 0,-1-1 0 0 0,0 1 1 0 0,0-1-1 0 0,0 1 0 0 0,0-1 1 0 0,4-7-1 0 0,-5 7 20 0 0,-1 0 1 0 0,0 0-1 0 0,1 0 0 0 0,-2 0 1 0 0,1 0-1 0 0,0 0 0 0 0,-1 0 1 0 0,0-1-1 0 0,0 1 0 0 0,0 0 1 0 0,0 0-1 0 0,-1 0 0 0 0,0 0 1 0 0,1-1-1 0 0,-2 1 0 0 0,1 0 1 0 0,0 0-1 0 0,-1 1 0 0 0,0-1 1 0 0,-2-4-1 0 0,-2-1 52 0 0,0 0-1 0 0,0 0 1 0 0,-1 0 0 0 0,0 1-1 0 0,-1 1 1 0 0,1-1 0 0 0,-2 1-1 0 0,1 0 1 0 0,-1 1 0 0 0,-10-6-1 0 0,13 8-29 0 0,0 0 0 0 0,-1 1 0 0 0,1 0 0 0 0,-1 1 0 0 0,1-1 0 0 0,-1 1 0 0 0,0 0 0 0 0,0 1 0 0 0,0 0-1 0 0,0 0 1 0 0,0 0 0 0 0,0 1 0 0 0,0 0 0 0 0,0 1 0 0 0,0-1 0 0 0,-11 3 0 0 0,15-1-32 0 0,0-1 0 0 0,0 0 1 0 0,1 1-1 0 0,-1-1 0 0 0,0 1 0 0 0,1 0 1 0 0,-1 0-1 0 0,1 0 0 0 0,0 0 0 0 0,-1 0 1 0 0,1 1-1 0 0,0-1 0 0 0,0 0 0 0 0,1 1 1 0 0,-1 0-1 0 0,0 0 0 0 0,1-1 0 0 0,0 1 1 0 0,-1 0-1 0 0,1 0 0 0 0,0 0 0 0 0,1 0 1 0 0,-1 0-1 0 0,1 0 0 0 0,-1 0 0 0 0,1 1 1 0 0,0-1-1 0 0,0 0 0 0 0,1 5 0 0 0,-1-1-10 0 0,1 0 0 0 0,0 0 0 0 0,0 1 0 0 0,1-2-1 0 0,0 1 1 0 0,0 0 0 0 0,1 0 0 0 0,-1-1-1 0 0,1 1 1 0 0,1-1 0 0 0,0 0 0 0 0,4 7-1 0 0,-1-6-3 0 0,0 1 0 0 0,1-1 0 0 0,-1-1 0 0 0,1 0 0 0 0,0 0 0 0 0,1 0 0 0 0,0-1 0 0 0,0 0 0 0 0,12 4 0 0 0,-16-7-1 0 0,0 0 0 0 0,0-1-1 0 0,0 1 1 0 0,1-1 0 0 0,-1 0-1 0 0,0 0 1 0 0,1-1 0 0 0,-1 0 0 0 0,1 0-1 0 0,-1 0 1 0 0,1-1 0 0 0,-1 1 0 0 0,1-1-1 0 0,-1-1 1 0 0,0 1 0 0 0,0-1-1 0 0,1 0 1 0 0,8-4 0 0 0,-11 3-2 0 0,0 1 0 0 0,-1-1 0 0 0,1 1 0 0 0,0-1 0 0 0,-1 0 0 0 0,0 0 0 0 0,0 0 0 0 0,0 0 0 0 0,0 0-1 0 0,0-1 1 0 0,-1 1 0 0 0,1-1 0 0 0,-1 1 0 0 0,0-1 0 0 0,0 1 0 0 0,0-1 0 0 0,0 0 0 0 0,-1 0 0 0 0,1-5 0 0 0,-1-9-27 0 0,0 0 0 0 0,-3-29 0 0 0,2 43 37 0 0,-2-20-7 0 0,-2 0 0 0 0,0 0 0 0 0,-2 0 0 0 0,-12-28 0 0 0,-46-87 102 0 0,53 117-64 0 0,10 17-19 0 0,-9-17 94 0 0,0 0 1 0 0,-1 1 0 0 0,-2 1 0 0 0,-21-27 0 0 0,35 47-100 0 0,0 0 1 0 0,0-1-1 0 0,-1 1 0 0 0,1-1 0 0 0,0 1 0 0 0,0-1 0 0 0,-1 1 0 0 0,1 0 1 0 0,-1-1-1 0 0,1 1 0 0 0,0 0 0 0 0,-1-1 0 0 0,1 1 0 0 0,-1 0 0 0 0,1 0 1 0 0,-1-1-1 0 0,1 1 0 0 0,-1 0 0 0 0,1 0 0 0 0,-1 0 0 0 0,1 0 0 0 0,-1 0 1 0 0,1-1-1 0 0,-1 1 0 0 0,1 0 0 0 0,-1 0 0 0 0,1 0 0 0 0,-1 0 0 0 0,1 1 1 0 0,-1-1-1 0 0,1 0 0 0 0,-1 0 0 0 0,1 0 0 0 0,-1 0 0 0 0,1 0 0 0 0,-1 1 1 0 0,1-1-1 0 0,-1 0 0 0 0,1 0 0 0 0,0 1 0 0 0,-1-1 0 0 0,1 0 0 0 0,-1 1 1 0 0,1-1-1 0 0,0 0 0 0 0,-1 1 0 0 0,1-1 0 0 0,0 1 0 0 0,-1-1 0 0 0,1 1 1 0 0,0-1-1 0 0,0 0 0 0 0,-1 1 0 0 0,1 0 0 0 0,-1 3 6 0 0,-1 0 0 0 0,1 0 1 0 0,0 0-1 0 0,0 0 0 0 0,1 0 0 0 0,-1 6 0 0 0,2 8 2 0 0,0 0 0 0 0,1 0 0 0 0,1 0 1 0 0,0 0-1 0 0,2-1 0 0 0,11 31 0 0 0,53 102-17 0 0,-38-89-29 0 0,-7-16-332 0 0,2-1-1 0 0,60 77 0 0 0,-81-115-1062 0 0,0-1 0 0 0,1 1 0 0 0,11 8 1 0 0,-4-3-5087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2548 0 0,'0'-4'11854'0'0,"2"-13"3642"0"0,1 22-15130 0 0,15 40 173 0 0,-2 1 0 0 0,16 77 0 0 0,-28-106-487 0 0,-2-12-50 0 0,2 13-18 0 0,0 1 0 0 0,-1-1 0 0 0,1 23 1 0 0,-4-43 10 0 0,0 0 1 0 0,0 0 0 0 0,0 0 0 0 0,-1 0-1 0 0,1 0 1 0 0,-1 0 0 0 0,0 0-1 0 0,0 0 1 0 0,0 0 0 0 0,-1-3 0 0 0,-2-3-5 0 0,1-5-15 0 0,0 1 0 0 0,2-1 0 0 0,-1 0 1 0 0,2-23-1 0 0,0 25 15 0 0,0 2 15 0 0,1 0 0 0 0,-1-1 0 0 0,2 1 0 0 0,-1 0 1 0 0,4-10-1 0 0,-4 16 15 0 0,0 0 1 0 0,0 0-1 0 0,0 0 1 0 0,1 0-1 0 0,0 0 1 0 0,-1 0-1 0 0,1 0 1 0 0,0 1-1 0 0,0-1 1 0 0,1 0-1 0 0,-1 1 1 0 0,0 0-1 0 0,1 0 1 0 0,-1-1-1 0 0,1 1 1 0 0,5-2-1 0 0,-7 4-15 0 0,0 0 0 0 0,0-1 0 0 0,0 1-1 0 0,-1 0 1 0 0,1 1 0 0 0,0-1 0 0 0,0 0 0 0 0,0 0 0 0 0,0 0-1 0 0,0 1 1 0 0,0-1 0 0 0,0 0 0 0 0,-1 1 0 0 0,1-1-1 0 0,0 0 1 0 0,0 1 0 0 0,0-1 0 0 0,-1 1 0 0 0,2 1-1 0 0,15 12 42 0 0,-15-12-41 0 0,5 6 7 0 0,-1 0 0 0 0,0 1 0 0 0,0-1 0 0 0,-1 1 0 0 0,0 0 0 0 0,-1 1 0 0 0,0-1 0 0 0,-1 1 0 0 0,0 0 0 0 0,3 12 0 0 0,6 16 15 0 0,-12-37-32 0 0,0 1-1 0 0,1-1 1 0 0,-1 1-1 0 0,1-1 1 0 0,-1 1-1 0 0,1-1 1 0 0,0 0-1 0 0,-1 1 1 0 0,1-1-1 0 0,0 0 1 0 0,0 0-1 0 0,0 1 1 0 0,2 1-1 0 0,-2-3 1 0 0,-1-1-1 0 0,1 1 1 0 0,-1 0-1 0 0,0-1 1 0 0,1 1-1 0 0,-1 0 1 0 0,1-1-1 0 0,-1 1 1 0 0,0 0-1 0 0,0-1 1 0 0,1 1-1 0 0,-1-1 1 0 0,0 1-1 0 0,0 0 1 0 0,1-1-1 0 0,-1 1 1 0 0,0-1-1 0 0,0 1 1 0 0,0-1-1 0 0,0 1 1 0 0,0-1-1 0 0,0 1 1 0 0,0-1-1 0 0,0 1 1 0 0,0-1-1 0 0,0 1 1 0 0,0-1-1 0 0,2-56-203 0 0,-2 50 204 0 0,3-19-112 0 0,0 0 0 0 0,2 1 0 0 0,0 0-1 0 0,2 0 1 0 0,11-27 0 0 0,-8 31-21 0 0,-10 21 131 0 0,0-1 0 0 0,0 0 0 0 0,0 1 1 0 0,1-1-1 0 0,-1 0 0 0 0,0 0 0 0 0,1 1 0 0 0,-1-1 0 0 0,0 1 0 0 0,1-1 0 0 0,-1 0 0 0 0,1 1 0 0 0,-1-1 0 0 0,1 1 0 0 0,-1-1 0 0 0,1 1 0 0 0,0-1 0 0 0,-1 1 0 0 0,1 0 0 0 0,-1-1 1 0 0,1 1-1 0 0,0 0 0 0 0,-1-1 0 0 0,1 1 0 0 0,1 0 0 0 0,6 9 25 0 0,-2 0 0 0 0,1 1 0 0 0,-1 1 1 0 0,0-1-1 0 0,7 20 0 0 0,-6-13 21 0 0,1 0-1 0 0,14 19 1 0 0,-14-24-25 0 0,0-2 0 0 0,1 1 0 0 0,0-1 1 0 0,1 0-1 0 0,0-1 0 0 0,0 0 0 0 0,23 14 0 0 0,-28-20-24 0 0,1 0-1 0 0,0 0 0 0 0,0-1 0 0 0,1 1 1 0 0,-1-2-1 0 0,0 1 0 0 0,1 0 0 0 0,-1-1 1 0 0,1 0-1 0 0,0-1 0 0 0,-1 0 0 0 0,1 0 0 0 0,-1 0 1 0 0,1-1-1 0 0,0 1 0 0 0,-1-2 0 0 0,0 1 1 0 0,10-4-1 0 0,-5 2-26 0 0,-1-1 0 0 0,0-1 0 0 0,1 0 0 0 0,-2-1 0 0 0,1 1 0 0 0,-1-2 0 0 0,14-11-1 0 0,-18 14 25 0 0,-1 0 0 0 0,-1-1 0 0 0,1 0 0 0 0,0 1 0 0 0,-1-1 0 0 0,0 0 0 0 0,-1-1 0 0 0,1 1 0 0 0,-1 0 0 0 0,0-1-1 0 0,0 1 1 0 0,0-1 0 0 0,-1 0 0 0 0,0 0 0 0 0,0 0 0 0 0,0-8 0 0 0,-1 10 41 0 0,-1 0-1 0 0,1 0 1 0 0,-1 0 0 0 0,1 0 0 0 0,-1 0 0 0 0,-1 0 0 0 0,1 0 0 0 0,0 0-1 0 0,-1 1 1 0 0,0-1 0 0 0,0 1 0 0 0,0-1 0 0 0,0 1 0 0 0,-1-1-1 0 0,1 1 1 0 0,-1 0 0 0 0,0 0 0 0 0,1 1 0 0 0,-2-1 0 0 0,1 0-1 0 0,0 1 1 0 0,0 0 0 0 0,-1 0 0 0 0,1 0 0 0 0,-1 0 0 0 0,0 0 0 0 0,1 1-1 0 0,-1 0 1 0 0,0 0 0 0 0,0 0 0 0 0,0 0 0 0 0,0 0 0 0 0,0 1-1 0 0,0-1 1 0 0,0 1 0 0 0,0 1 0 0 0,0-1 0 0 0,-6 1 0 0 0,4 0-13 0 0,1 0 0 0 0,0 0 0 0 0,0 0 1 0 0,0 1-1 0 0,0 0 0 0 0,0 0 1 0 0,1 0-1 0 0,-1 0 0 0 0,1 1 1 0 0,-1 0-1 0 0,1 0 0 0 0,0 0 0 0 0,0 0 1 0 0,0 1-1 0 0,0 0 0 0 0,1-1 1 0 0,-1 1-1 0 0,1 1 0 0 0,0-1 0 0 0,0 0 1 0 0,1 1-1 0 0,-1-1 0 0 0,1 1 1 0 0,0 0-1 0 0,1 0 0 0 0,-1 0 1 0 0,1 0-1 0 0,0 0 0 0 0,0 0 0 0 0,0 0 1 0 0,1 1-1 0 0,-1-1 0 0 0,1 0 1 0 0,1 0-1 0 0,-1 0 0 0 0,1 1 0 0 0,0-1 1 0 0,0 0-1 0 0,0 0 0 0 0,4 8 1 0 0,-3-8-31 0 0,1 1 1 0 0,0-1-1 0 0,0 1 1 0 0,1-1-1 0 0,-1 0 1 0 0,1 0 0 0 0,1-1-1 0 0,-1 1 1 0 0,0-1-1 0 0,1 0 1 0 0,0 0-1 0 0,0 0 1 0 0,0-1-1 0 0,1 0 1 0 0,-1 0-1 0 0,1 0 1 0 0,-1 0 0 0 0,1-1-1 0 0,7 2 1 0 0,-9-3 1 0 0,-1 0 0 0 0,0-1 0 0 0,1 1 1 0 0,-1-1-1 0 0,1 0 0 0 0,-1 0 0 0 0,1 0 0 0 0,-1-1 1 0 0,1 1-1 0 0,-1-1 0 0 0,1 1 0 0 0,-1-1 1 0 0,1 0-1 0 0,-1-1 0 0 0,0 1 0 0 0,0-1 0 0 0,0 1 1 0 0,0-1-1 0 0,0 0 0 0 0,0 0 0 0 0,0 0 0 0 0,0 0 1 0 0,-1-1-1 0 0,1 1 0 0 0,-1-1 0 0 0,0 0 1 0 0,0 1-1 0 0,0-1 0 0 0,0 0 0 0 0,0 0 0 0 0,0 0 1 0 0,-1-1-1 0 0,0 1 0 0 0,2-6 0 0 0,0 0 20 0 0,0-1-1 0 0,-1 0 0 0 0,0 0 0 0 0,-1 0 1 0 0,0 0-1 0 0,-1 0 0 0 0,0 0 1 0 0,-1-13-1 0 0,-2 3 125 0 0,-1 1 0 0 0,-1-1 0 0 0,-7-19 0 0 0,12 37-80 0 0,-2 0 7 0 0,2 2-57 0 0,0 0 0 0 0,0 0 0 0 0,0-1 0 0 0,-1 1 0 0 0,1 0 1 0 0,0 0-1 0 0,0 0 0 0 0,0 0 0 0 0,0-1 0 0 0,0 1 1 0 0,0 0-1 0 0,0 0 0 0 0,0 0 0 0 0,0 0 0 0 0,0 0 0 0 0,-1-1 1 0 0,1 1-1 0 0,0 0 0 0 0,0 0 0 0 0,0 0 0 0 0,0 0 1 0 0,0 0-1 0 0,-1 0 0 0 0,1 0 0 0 0,0 0 0 0 0,0-1 0 0 0,0 1 1 0 0,-1 0-1 0 0,1 0 0 0 0,0 0 0 0 0,0 0 0 0 0,0 0 1 0 0,0 0-1 0 0,-1 0 0 0 0,1 0 0 0 0,0 0 0 0 0,0 0 0 0 0,0 0 1 0 0,0 0-1 0 0,-1 0 0 0 0,1 0 0 0 0,0 1 0 0 0,0-1 1 0 0,0 0-1 0 0,-1 0 0 0 0,1 0 0 0 0,0 0 0 0 0,0 0 0 0 0,0 0 1 0 0,0 0-1 0 0,0 0 0 0 0,-1 1 0 0 0,1-1 0 0 0,-2 4 1 0 0,1 0 0 0 0,-1 1 1 0 0,1-1-1 0 0,0 1 0 0 0,0-1 0 0 0,0 1 0 0 0,1 0 0 0 0,0-1 0 0 0,-1 1 0 0 0,2-1 0 0 0,-1 1 0 0 0,0 0 0 0 0,1-1 0 0 0,1 5 0 0 0,0-2-4 0 0,1 0-1 0 0,-1-1 1 0 0,1 1-1 0 0,1-1 1 0 0,-1 0-1 0 0,1 0 1 0 0,0 0-1 0 0,9 9 1 0 0,-6-7-12 0 0,0-1 0 0 0,1 0-1 0 0,1 0 1 0 0,-1-1 0 0 0,1 0 0 0 0,0 0 0 0 0,0-1 0 0 0,1-1 0 0 0,0 1 0 0 0,0-1 0 0 0,0-1 0 0 0,20 5 0 0 0,-21-7-24 0 0,0 0 0 0 0,0-1 0 0 0,0 0 0 0 0,0 0 0 0 0,1-1 0 0 0,-1 0 0 0 0,0 0 0 0 0,0-1 0 0 0,0 0 0 0 0,0-1 0 0 0,13-6 1 0 0,-18 8 23 0 0,-1-1 0 0 0,1-1 0 0 0,0 1 0 0 0,-1 0 0 0 0,0-1 0 0 0,1 0 0 0 0,-1 0 0 0 0,0 0 0 0 0,0 0 0 0 0,-1 0 0 0 0,1 0 0 0 0,-1-1 0 0 0,0 0 0 0 0,1 1 0 0 0,-1-1 0 0 0,-1 0 0 0 0,1 0 0 0 0,-1 0 0 0 0,1 0 0 0 0,-1 0 0 0 0,0 0 0 0 0,-1 0 0 0 0,1-1 0 0 0,-1 1 0 0 0,0 0 0 0 0,0 0 0 0 0,0-6 0 0 0,-4-11 136 0 0,0 1 1 0 0,-2-1-1 0 0,0 1 0 0 0,-10-22 1 0 0,10 32 88 0 0,4 17-125 0 0,5 33-88 0 0,-1-9 46 0 0,-1 21-19 0 0,0-7 11 0 0,7 53 1 0 0,-7-85-38 0 0,1-7-1 0 0,-1-5-3 0 0,0-7-23 0 0,18-79-28 0 0,-15 59 31 0 0,1 0 0 0 0,2 0 0 0 0,0 0 0 0 0,22-46 0 0 0,-29 71 25 0 0,0 1 1 0 0,0-1-1 0 0,0 1 1 0 0,1-1-1 0 0,-1 0 1 0 0,0 1-1 0 0,0-1 1 0 0,1 1 0 0 0,-1-1-1 0 0,0 1 1 0 0,1 0-1 0 0,-1-1 1 0 0,1 1-1 0 0,-1-1 1 0 0,1 1-1 0 0,-1 0 1 0 0,1-1-1 0 0,-1 1 1 0 0,1 0 0 0 0,-1-1-1 0 0,1 1 1 0 0,-1 0-1 0 0,1 0 1 0 0,-1 0-1 0 0,1-1 1 0 0,0 1-1 0 0,-1 0 1 0 0,1 0-1 0 0,-1 0 1 0 0,2 0 0 0 0,-1 1-1 0 0,0-1 0 0 0,1 1 1 0 0,-1 0-1 0 0,0-1 0 0 0,0 1 1 0 0,0 0-1 0 0,0 0 1 0 0,0 0-1 0 0,0 0 0 0 0,0 0 1 0 0,0 0-1 0 0,-1 0 0 0 0,2 2 1 0 0,4 7 1 0 0,0 0 1 0 0,6 18 0 0 0,-10-22 1 0 0,19 57-5 0 0,-17-49-108 0 0,0 0 0 0 0,1 0-1 0 0,0 0 1 0 0,2-1 0 0 0,-1 0 0 0 0,14 20 0 0 0,-20-32-199 0 0,1 0 236 0 0,1 1 0 0 0,-1-1 1 0 0,0 0-1 0 0,0 0 1 0 0,0 1-1 0 0,1-1 1 0 0,-1 0-1 0 0,1 0 1 0 0,-1 0-1 0 0,3 1 0 0 0,6-3-5878 0 0,3-4-546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3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38 165 7721 0 0,'-4'-50'8740'0'0,"2"30"-5329"0"0,-1 1 0 0 0,-1 0 0 0 0,-12-36 0 0 0,15 53-2144 0 0,-2 17-1094 0 0,1 1-1 0 0,0-1 1 0 0,1 0 0 0 0,1 1-1 0 0,3 27 1 0 0,17 79-23 0 0,-14-90-80 0 0,9 40-112 0 0,2 0 0 0 0,34 86 0 0 0,-48-153-890 0 0,-2-6 343 0 0,-2-16 110 0 0,-9-30-6 0 0,3 27 317 0 0,4 11 148 0 0,0 0-1 0 0,0 0 1 0 0,1 0 0 0 0,0-1-1 0 0,1 1 1 0 0,-1-15 0 0 0,4-2 6 0 0,6 16 6 0 0,-4 5 2 0 0,3-2-1 0 0,0 1 0 0 0,1-1 1 0 0,0 1-1 0 0,0 0 1 0 0,1 1-1 0 0,0 0 0 0 0,0 1 1 0 0,0-1-1 0 0,0 2 1 0 0,0-1-1 0 0,19-3 0 0 0,-21 5 49 0 0,0 0-1 0 0,0-1 0 0 0,0 0 0 0 0,0 0 0 0 0,0-1 0 0 0,-1 0 0 0 0,0 0 1 0 0,0 0-1 0 0,0-1 0 0 0,6-5 0 0 0,-12 9 509 0 0,0 1-539 0 0,0 0 0 0 0,-1 0 0 0 0,1 0 0 0 0,-1 0-1 0 0,1-1 1 0 0,-1 1 0 0 0,1 0 0 0 0,0 0 0 0 0,-1 0 0 0 0,1 0-1 0 0,0-1 1 0 0,-1 1 0 0 0,1 0 0 0 0,-1 0 0 0 0,1-1 0 0 0,0 1 0 0 0,0 0-1 0 0,-1-1 1 0 0,1 1 0 0 0,0 0 0 0 0,-1-1 0 0 0,1 1 0 0 0,0 0-1 0 0,0-1 1 0 0,0 1 0 0 0,-1-1 0 0 0,1 0 6 0 0,0 0 0 0 0,-1 1 1 0 0,1-1-1 0 0,-1 0 0 0 0,1 1 0 0 0,-1-1 1 0 0,0 0-1 0 0,1 1 0 0 0,-1-1 0 0 0,1 0 1 0 0,-1 1-1 0 0,0-1 0 0 0,0 1 0 0 0,1 0 1 0 0,-1-1-1 0 0,-1 0 0 0 0,0 1 33 0 0,-1-1 0 0 0,0 0-1 0 0,1 1 1 0 0,-1 0 0 0 0,0-1-1 0 0,1 1 1 0 0,-1 0 0 0 0,0 0-1 0 0,1 1 1 0 0,-1-1 0 0 0,0 0-1 0 0,1 1 1 0 0,-1 0 0 0 0,-4 1-1 0 0,2 1 4 0 0,-1-1-1 0 0,1 1 0 0 0,0 0 1 0 0,0 1-1 0 0,0-1 0 0 0,-7 8 1 0 0,7-6-32 0 0,0 0 0 0 0,0 0 1 0 0,1 0-1 0 0,0 1 0 0 0,0-1 1 0 0,0 1-1 0 0,1 0 0 0 0,0 1 1 0 0,0-1-1 0 0,0 0 0 0 0,1 1 1 0 0,-3 10-1 0 0,5-8-14 0 0,0 0 0 0 0,0-1 0 0 0,1 1 0 0 0,0 0 0 0 0,0 0 0 0 0,1-1 0 0 0,0 1 0 0 0,1-1 0 0 0,0 1 0 0 0,0-1 0 0 0,1 0 1 0 0,0 0-1 0 0,0-1 0 0 0,1 1 0 0 0,0-1 0 0 0,0 0 0 0 0,7 7 0 0 0,-6-8-8 0 0,-1 0 0 0 0,1-1 0 0 0,0 1 0 0 0,0-2 0 0 0,1 1 1 0 0,-1-1-1 0 0,1 1 0 0 0,0-2 0 0 0,0 1 0 0 0,1-1 0 0 0,-1 0 0 0 0,0-1 0 0 0,1 1 1 0 0,0-2-1 0 0,0 1 0 0 0,0-1 0 0 0,-1 0 0 0 0,1-1 0 0 0,10 0 0 0 0,-16 0-2 0 0,1 0 0 0 0,-1-1 0 0 0,0 1 0 0 0,1-1 0 0 0,-1 1 0 0 0,0-1-1 0 0,0 0 1 0 0,0 0 0 0 0,1 0 0 0 0,-1 0 0 0 0,0 0 0 0 0,0-1 0 0 0,0 1-1 0 0,-1-1 1 0 0,1 1 0 0 0,0-1 0 0 0,-1 0 0 0 0,3-2 0 0 0,-2 1-1 0 0,0 0 0 0 0,0-1 0 0 0,-1 1 0 0 0,1-1 0 0 0,-1 0 0 0 0,0 0 0 0 0,0 1 0 0 0,0-1 0 0 0,0 0 0 0 0,0-4 0 0 0,-1-7-4 0 0,0 1-1 0 0,-1 0 1 0 0,0 0-1 0 0,-1 0 1 0 0,-4-14-1 0 0,1 7 26 0 0,0 0-1 0 0,-2 1 1 0 0,0 0 0 0 0,-1 1-1 0 0,-12-22 1 0 0,20 40 49 0 0,0 1-66 0 0,-1 0 1 0 0,1 1-1 0 0,0-1 0 0 0,0 0 1 0 0,0 1-1 0 0,0-1 1 0 0,0 0-1 0 0,0 1 1 0 0,0-1-1 0 0,0 0 0 0 0,0 1 1 0 0,-1-1-1 0 0,1 0 1 0 0,0 0-1 0 0,0 1 1 0 0,0-1-1 0 0,-1 0 0 0 0,1 0 1 0 0,0 1-1 0 0,0-1 1 0 0,-1 0-1 0 0,1 0 1 0 0,0 0-1 0 0,0 0 0 0 0,-1 1 1 0 0,1-1-1 0 0,0 0 1 0 0,-1 0-1 0 0,1 0 1 0 0,-1 0-1 0 0,1 0 0 0 0,-1 1 1 0 0,1-1-1 0 0,-1 0 1 0 0,1 0-1 0 0,-1 1 1 0 0,1-1-1 0 0,-1 0 1 0 0,1 1-1 0 0,-1-1 0 0 0,1 0 1 0 0,0 1-1 0 0,-1-1 1 0 0,1 0-1 0 0,-1 1 1 0 0,1-1-1 0 0,0 1 1 0 0,0-1-1 0 0,-1 1 0 0 0,1-1 1 0 0,0 1-1 0 0,0-1 1 0 0,-1 1-1 0 0,1-1 1 0 0,0 1-1 0 0,0-1 1 0 0,0 2-1 0 0,-1 8 2 0 0,1 1 0 0 0,0 0 1 0 0,1-1-1 0 0,0 1 0 0 0,1-1 0 0 0,0 0 0 0 0,1 1 1 0 0,0-1-1 0 0,0 0 0 0 0,1 0 0 0 0,0-1 0 0 0,1 1 1 0 0,0-1-1 0 0,8 10 0 0 0,-9-12-5 0 0,2 0-1 0 0,-1-1 1 0 0,1 1-1 0 0,0-1 1 0 0,0 0-1 0 0,1-1 1 0 0,0 0-1 0 0,8 6 1 0 0,-10-9-3 0 0,0 1-1 0 0,0-1 1 0 0,0 0 0 0 0,0 0 0 0 0,1-1-1 0 0,-1 1 1 0 0,0-1 0 0 0,1 0 0 0 0,-1-1 0 0 0,1 1-1 0 0,-1-1 1 0 0,1 0 0 0 0,7-1 0 0 0,-10 0-5 0 0,1 0 0 0 0,-1 0 0 0 0,0 0 0 0 0,-1-1 0 0 0,1 1 0 0 0,0-1 0 0 0,0 1 0 0 0,-1-1 0 0 0,1 0 0 0 0,0 0-1 0 0,-1 0 1 0 0,0-1 0 0 0,0 1 0 0 0,1 0 0 0 0,-2-1 0 0 0,1 1 0 0 0,0-1 0 0 0,0 0 0 0 0,-1 0 0 0 0,1 0 0 0 0,-1 0 0 0 0,0 0 0 0 0,0 0 0 0 0,0 0 0 0 0,0 0 0 0 0,0-4 0 0 0,1-3-4 0 0,0-1 1 0 0,-1 0-1 0 0,-1 0 0 0 0,1 0 0 0 0,-2 0 1 0 0,-1-15-1 0 0,0 17 21 0 0,-1-15 92 0 0,-1 1 1 0 0,-10-29-1 0 0,9 45-7 0 0,1 9-7 0 0,-2 12-15 0 0,5-12-86 0 0,-3 14 19 0 0,5-5-2 0 0,0-1 0 0 0,0 1 0 0 0,1-1 0 0 0,0 0 0 0 0,1 1 0 0 0,0-1 0 0 0,1 0 0 0 0,0-1 0 0 0,7 14 0 0 0,-3-9 0 0 0,0-1 0 0 0,1 1 0 0 0,0-2 0 0 0,2 1 0 0 0,18 18 0 0 0,-21-25-10 0 0,0 1 1 0 0,1-1-1 0 0,-1 0 1 0 0,12 5-1 0 0,-17-9 5 0 0,1 0-1 0 0,0 0 0 0 0,0-1 1 0 0,0 0-1 0 0,0 1 0 0 0,0-1 0 0 0,0 0 1 0 0,1-1-1 0 0,-1 1 0 0 0,0-1 0 0 0,0 0 1 0 0,6-1-1 0 0,-7 1-9 0 0,0-1 0 0 0,0-1 0 0 0,0 1 0 0 0,-1 0 0 0 0,1-1 0 0 0,-1 1 0 0 0,1-1 0 0 0,-1 0 1 0 0,1 0-1 0 0,-1 0 0 0 0,0 0 0 0 0,0 0 0 0 0,0-1 0 0 0,0 1 0 0 0,-1 0 0 0 0,1-1 0 0 0,0 0 0 0 0,-1 1 0 0 0,0-1 0 0 0,0 0 0 0 0,1 0 0 0 0,-2 0 0 0 0,1 1 0 0 0,0-1 1 0 0,0-6-1 0 0,1-4 14 0 0,-1 0 0 0 0,0 0 0 0 0,-1 0 0 0 0,-1-19 0 0 0,0 23 37 0 0,0-1 1 0 0,-1 1-1 0 0,1 0 1 0 0,-2 0-1 0 0,1-1 1 0 0,-2 1 0 0 0,1 1-1 0 0,-1-1 1 0 0,0 0-1 0 0,-1 1 1 0 0,-5-8-1 0 0,9 14 24 0 0,-1 7-48 0 0,-1 4-12 0 0,0 0 1 0 0,1 1-1 0 0,1-1 0 0 0,-1 1 1 0 0,2-1-1 0 0,-1 1 1 0 0,1 0-1 0 0,1-1 1 0 0,2 18-1 0 0,24 94 1 0 0,-20-97-1 0 0,-5-12 0 0 0,0-6 0 0 0,-1 0 0 0 0,1 0 0 0 0,0 1 0 0 0,5 6 0 0 0,-2-4 0 0 0,-5-9 0 0 0,0 0 0 0 0,0 0 0 0 0,0 0 0 0 0,0 0 0 0 0,0 0 0 0 0,0 1 0 0 0,1-1 0 0 0,-1 0 0 0 0,0 0 0 0 0,0 0 0 0 0,0 0 0 0 0,0 0 0 0 0,0 0 0 0 0,1 0 0 0 0,-1 0 0 0 0,0 0 0 0 0,0 1 0 0 0,0-1 0 0 0,0 0 0 0 0,1 0 0 0 0,-1 0 0 0 0,0 0 0 0 0,0 0 0 0 0,0 0 0 0 0,0 0 0 0 0,1 0 0 0 0,-1 0 0 0 0,0 0 0 0 0,0 0 0 0 0,0 0 0 0 0,0 0 0 0 0,1-1 0 0 0,-1 1 0 0 0,0 0 0 0 0,0 0 0 0 0,0 0 0 0 0,0 0 0 0 0,0 0 0 0 0,1 0 0 0 0,-1 0 0 0 0,0 0 0 0 0,0 0 0 0 0,0-1 0 0 0,0 1 0 0 0,2-3-1 0 0,0 1 0 0 0,0-1 0 0 0,-1 0 0 0 0,1 0 0 0 0,-1 0 0 0 0,1 0 0 0 0,-1-1 0 0 0,0 1 0 0 0,-1 0 0 0 0,2-4 0 0 0,3-42-20 0 0,-3 28 13 0 0,3-30-24 0 0,-1-61 0 0 0,-2 107 96 0 0,2 15-43 0 0,5 25-13 0 0,-9-31-1 0 0,3 3-5 0 0,3 31 0 0 0,-4-27-38 0 0,0 11-239 0 0,-2-21 268 0 0,-1-1 0 0 0,1 1 0 0 0,-1-1 0 0 0,1 1 0 0 0,0-1 0 0 0,-1 1 1 0 0,1-1-1 0 0,-1 1 0 0 0,1-1 0 0 0,-1 0 0 0 0,0 1 0 0 0,1-1 0 0 0,-1 0 0 0 0,1 1 1 0 0,-1-1-1 0 0,1 0 0 0 0,-1 0 0 0 0,0 0 0 0 0,1 1 0 0 0,-1-1 0 0 0,0 0 0 0 0,1 0 1 0 0,-1 0-1 0 0,0 0 0 0 0,1 0 0 0 0,-1 0 0 0 0,0 0 0 0 0,1-1 0 0 0,-1 1 0 0 0,1 0 0 0 0,-2 0 1 0 0,0-1-62 0 0,-13 1-244 0 0,14-1 320 0 0,0 1 1 0 0,1 0-1 0 0,-1 0 1 0 0,1-1-1 0 0,-1 1 1 0 0,0 0 0 0 0,1-1-1 0 0,-1 1 1 0 0,1-1-1 0 0,-1 1 1 0 0,1-1-1 0 0,0 1 1 0 0,-1-1 0 0 0,1 1-1 0 0,-1-1 1 0 0,1 1-1 0 0,0-1 1 0 0,0 1-1 0 0,-1-1 1 0 0,1 0 0 0 0,0 1-1 0 0,0-1 1 0 0,-1 1-1 0 0,1-1 1 0 0,0 0-1 0 0,0 1 1 0 0,0-1 0 0 0,0 0-1 0 0,0 1 1 0 0,0-1-1 0 0,0 0 1 0 0,0 1-1 0 0,1-2 1 0 0,-1-1 16 0 0,2-1-11 0 0,2-7-3 0 0,1-1 1 0 0,3-19 0 0 0,-5 18-5 0 0,1 0 1 0 0,10-26-1 0 0,-13 36-7 0 0,1 0 0 0 0,-1 1 1 0 0,1-1-1 0 0,0 0 0 0 0,0 0 0 0 0,0 1 0 0 0,0 0 1 0 0,0-1-1 0 0,1 1 0 0 0,-1 0 0 0 0,1 0 0 0 0,-1 0 1 0 0,1 0-1 0 0,0 0 0 0 0,0 1 0 0 0,0-1 1 0 0,0 1-1 0 0,4-2 0 0 0,-1 2 6 0 0,0 0-1 0 0,0 0 1 0 0,0 0-1 0 0,1 0 1 0 0,-1 1 0 0 0,0 0-1 0 0,0 1 1 0 0,0-1-1 0 0,0 1 1 0 0,0 0 0 0 0,0 1-1 0 0,0-1 1 0 0,0 1-1 0 0,0 0 1 0 0,0 1 0 0 0,-1-1-1 0 0,1 1 1 0 0,-1 0-1 0 0,0 1 1 0 0,0-1 0 0 0,0 1-1 0 0,0 0 1 0 0,-1 0-1 0 0,0 1 1 0 0,0-1 0 0 0,0 1-1 0 0,0 0 1 0 0,0 0 0 0 0,-1 0-1 0 0,0 1 1 0 0,3 7-1 0 0,33 84 64 0 0,-22-51-80 0 0,-15-40-99 0 0,0 0 1 0 0,-1 0-1 0 0,1-1 1 0 0,0 12-1 0 0,-2-16-130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4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52 12037 0 0,'9'-28'11168'0'0,"-9"27"-10942"0"0,0 0 0 0 0,0 0 0 0 0,0 0 0 0 0,0 0 0 0 0,0 0-1 0 0,0 1 1 0 0,0-1 0 0 0,0 0 0 0 0,0 0 0 0 0,-1 0 0 0 0,1 0 0 0 0,0 0-1 0 0,-1 1 1 0 0,1-1 0 0 0,0 0 0 0 0,-1 0 0 0 0,1 0 0 0 0,-1 1-1 0 0,1-1 1 0 0,-1 0 0 0 0,0 1 0 0 0,1-1 0 0 0,-1 0 0 0 0,0 1 0 0 0,1-1-1 0 0,-1 1 1 0 0,0-1 0 0 0,1 1 0 0 0,-2-1 0 0 0,0 0 386 0 0,-2 3-127 0 0,1 0-396 0 0,-2 0-29 0 0,1 0 1 0 0,-1 0-1 0 0,0 1 0 0 0,1-1 0 0 0,0 1 1 0 0,0 0-1 0 0,0 0 0 0 0,0 1 0 0 0,0-1 1 0 0,1 1-1 0 0,-1 0 0 0 0,1 0 0 0 0,0 0 1 0 0,0 0-1 0 0,0 1 0 0 0,1-1 0 0 0,0 1 1 0 0,0 0-1 0 0,0-1 0 0 0,0 1 0 0 0,1 0 1 0 0,-1 0-1 0 0,1 7 0 0 0,0-12-61 0 0,1 0 1 0 0,0 1-1 0 0,0-1 1 0 0,0 0-1 0 0,0 0 1 0 0,0 1-1 0 0,0-1 1 0 0,0 0-1 0 0,0 1 1 0 0,0-1-1 0 0,0 0 1 0 0,0 0-1 0 0,0 1 1 0 0,0-1-1 0 0,0 0 1 0 0,0 0-1 0 0,0 1 1 0 0,0-1-1 0 0,0 0 1 0 0,1 0-1 0 0,-1 1 1 0 0,0-1-1 0 0,0 0 1 0 0,0 0-1 0 0,0 1 1 0 0,1-1-1 0 0,-1 0 1 0 0,0 0-1 0 0,0 0 1 0 0,0 0-1 0 0,1 1 1 0 0,-1-1-1 0 0,0 0 1 0 0,0 0-1 0 0,0 0 1 0 0,1 0-1 0 0,-1 0 1 0 0,0 0-1 0 0,1 1 1 0 0,11-6-31 0 0,4-7 13 0 0,-14 10 23 0 0,0 0 0 0 0,-1 0 0 0 0,1-1 0 0 0,0 1 0 0 0,-1 0 0 0 0,1-1 0 0 0,-1 0 0 0 0,0 1 0 0 0,0-1 0 0 0,0 0 0 0 0,0 0 1 0 0,0 1-1 0 0,-1-1 0 0 0,1 0 0 0 0,-1 0 0 0 0,0 0 0 0 0,0 0 0 0 0,0 0 0 0 0,0 0 0 0 0,0 0 0 0 0,-1 1 0 0 0,1-1 0 0 0,-1 0 0 0 0,0 0 0 0 0,0 0 1 0 0,0 1-1 0 0,-1-4 0 0 0,0 3 10 0 0,-6-2-2 0 0,-5 1 2 0 0,12 3-18 0 0,0 1 1 0 0,0 0-1 0 0,1 0 1 0 0,-1 0-1 0 0,0 0 1 0 0,0 0-1 0 0,1 1 1 0 0,-1-1-1 0 0,0 0 1 0 0,0 0-1 0 0,1 0 1 0 0,-1 1-1 0 0,0-1 1 0 0,0 0-1 0 0,1 1 1 0 0,-1-1-1 0 0,0 0 0 0 0,1 1 1 0 0,-1-1-1 0 0,1 1 1 0 0,-1-1-1 0 0,0 1 1 0 0,1 0-1 0 0,-1-1 1 0 0,1 1-1 0 0,0-1 1 0 0,-1 1-1 0 0,1 0 1 0 0,-1 1-1 0 0,0-1-63 0 0,0 1 0 0 0,0-1 0 0 0,1 1 0 0 0,-1 0 0 0 0,0-1 0 0 0,1 1 0 0 0,0 0 0 0 0,-1 0 0 0 0,1-1 0 0 0,0 1 0 0 0,0 0 0 0 0,0 0 0 0 0,0-1 0 0 0,0 3 0 0 0,1-1-199 0 0,3 11-1110 0 0,1-2-2622 0 0,2 0-2511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5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61 316 9049 0 0,'-27'73'11471'0'0,"-6"18"-1234"0"0,37-94-9983 0 0,2-3-183 0 0,0-1-1 0 0,0 1 1 0 0,0-1 0 0 0,-1 0-1 0 0,0 0 1 0 0,-1-1 0 0 0,5-8-1 0 0,26-65 179 0 0,-17 39-146 0 0,87-216 301 0 0,-99 242-353 0 0,2 0 99 0 0,-7 17-149 0 0,-1 0-1 0 0,1 0 1 0 0,0 0 0 0 0,-1 0 0 0 0,1 0-1 0 0,-1 0 1 0 0,1 1 0 0 0,-1-1 0 0 0,0 0 0 0 0,1 0-1 0 0,-1 0 1 0 0,0 0 0 0 0,0 1 0 0 0,1-1 0 0 0,-1 0-1 0 0,0 0 1 0 0,-1 2 0 0 0,10 43-44 0 0,-6-32 56 0 0,0-1-1 0 0,-1 1 0 0 0,0 0 1 0 0,-1 0-1 0 0,-1 0 0 0 0,0 0 1 0 0,-3 22-1 0 0,-2-16 2 0 0,4-8 3 0 0,-2 0-1 0 0,1 0 1 0 0,-2 0 0 0 0,1 0-1 0 0,-2-1 1 0 0,0 0 0 0 0,0 0-1 0 0,-13 20 1 0 0,11-25-17 0 0,6-5-2 0 0,0 0 0 0 0,0 0 0 0 0,0-1-1 0 0,0 1 1 0 0,0-1 0 0 0,0 1 0 0 0,0-1 0 0 0,0 1 0 0 0,0-1 0 0 0,0 0-1 0 0,0 1 1 0 0,0-1 0 0 0,0 0 0 0 0,0 0 0 0 0,0 0 0 0 0,0 1 0 0 0,-1-1-1 0 0,1-1 1 0 0,0 1 0 0 0,0 0 0 0 0,0 0 0 0 0,0 0 0 0 0,0-1-1 0 0,0 1 1 0 0,0 0 0 0 0,0-1 0 0 0,0 1 0 0 0,0-1 0 0 0,0 1 0 0 0,0-1-1 0 0,0 1 1 0 0,0-1 0 0 0,0 0 0 0 0,0 0 0 0 0,0 1 0 0 0,1-1 0 0 0,-1 0-1 0 0,0 0 1 0 0,1 0 0 0 0,-1 0 0 0 0,0 0 0 0 0,1 0 0 0 0,-1 0 0 0 0,1-1-1 0 0,-1 1-2 0 0,-2-4-50 0 0,-4-5-161 0 0,1-1 0 0 0,1 1-1 0 0,-1-1 1 0 0,1 0 0 0 0,1-1 0 0 0,0 1-1 0 0,1-1 1 0 0,0 0 0 0 0,1 0 0 0 0,-2-18-1 0 0,5 32 217 0 0,-1 0 0 0 0,0 0-1 0 0,1 1 1 0 0,-1-1 0 0 0,1 0-1 0 0,-1-1 1 0 0,1 1 0 0 0,0 0-1 0 0,0 0 1 0 0,2 3-1 0 0,0 2 2 0 0,0-2-1 0 0,-1 1 0 0 0,1-1 0 0 0,0 0 0 0 0,0 0 0 0 0,1-1 0 0 0,-1 1 0 0 0,1-1 0 0 0,0 1 0 0 0,0-1 0 0 0,1-1 0 0 0,-1 1 0 0 0,1 0 0 0 0,0-1 0 0 0,0 0 0 0 0,0 0 0 0 0,0-1 0 0 0,1 1 0 0 0,-1-1 0 0 0,1 0 0 0 0,-1-1 0 0 0,1 1 0 0 0,0-1 1 0 0,-1 0-1 0 0,1 0 0 0 0,0-1 0 0 0,0 0 0 0 0,8-1 0 0 0,-5 1 4 0 0,0-1 1 0 0,1 0 0 0 0,-1 0-1 0 0,0-1 1 0 0,0-1 0 0 0,0 1-1 0 0,0-2 1 0 0,0 1 0 0 0,0-1-1 0 0,-1 0 1 0 0,0-1 0 0 0,0 0-1 0 0,0 0 1 0 0,0-1 0 0 0,-1 0-1 0 0,7-7 1 0 0,-12 9 31 0 0,1 0 0 0 0,-1 0-1 0 0,0 0 1 0 0,0 0 0 0 0,0-1 0 0 0,0 1 0 0 0,-1-1-1 0 0,0 1 1 0 0,0-1 0 0 0,0 0 0 0 0,-1 1 0 0 0,1-1-1 0 0,-1 0 1 0 0,0 1 0 0 0,-1-7 0 0 0,0 1 102 0 0,0 0 0 0 0,-1 0 1 0 0,0 0-1 0 0,-1 0 1 0 0,-6-18-1 0 0,8 28-126 0 0,1-1 1 0 0,0 0-1 0 0,0 1 1 0 0,0-1-1 0 0,0 1 1 0 0,-1-1-1 0 0,1 0 1 0 0,0 1-1 0 0,-1-1 1 0 0,1 1-1 0 0,0-1 1 0 0,-1 1-1 0 0,1-1 1 0 0,-1 1-1 0 0,1-1 1 0 0,-1 1-1 0 0,1 0 1 0 0,-1-1-1 0 0,1 1 1 0 0,-1-1-1 0 0,1 1 1 0 0,-1 0-1 0 0,1 0 1 0 0,-2-1-1 0 0,1 1 1 0 0,1 1 0 0 0,-1-1 0 0 0,1 1 0 0 0,0-1 0 0 0,-1 0-1 0 0,1 1 1 0 0,-1-1 0 0 0,1 1 0 0 0,0-1 0 0 0,-1 1 0 0 0,1-1 0 0 0,0 1 0 0 0,-1-1 0 0 0,1 1 0 0 0,0 0-1 0 0,0-1 1 0 0,0 1 0 0 0,0-1 0 0 0,-1 2 0 0 0,-3 30 113 0 0,5-23-123 0 0,-1 0 0 0 0,2 0 0 0 0,-1 0 0 0 0,1-1 0 0 0,1 1 0 0 0,-1 0 0 0 0,1-1 0 0 0,1 0-1 0 0,0 0 1 0 0,0 0 0 0 0,0 0 0 0 0,1 0 0 0 0,0-1 0 0 0,1 0 0 0 0,10 11 0 0 0,-8-11-8 0 0,0 0 0 0 0,0-1 0 0 0,0-1 0 0 0,0 1-1 0 0,1-1 1 0 0,0-1 0 0 0,0 0 0 0 0,1 0 0 0 0,-1-1 0 0 0,1 0 0 0 0,-1 0 0 0 0,1-1-1 0 0,19 1 1 0 0,-13-2-21 0 0,1 0 1 0 0,-1-1-1 0 0,0-1 0 0 0,1-1 0 0 0,23-5 0 0 0,-34 5 0 0 0,0 0-1 0 0,1 0 1 0 0,-1 0-1 0 0,0 0 1 0 0,0-1-1 0 0,-1 0 1 0 0,1-1-1 0 0,0 1 1 0 0,-1-1-1 0 0,0 0 1 0 0,0 0-1 0 0,0-1 1 0 0,-1 1-1 0 0,1-1 1 0 0,-1 0-1 0 0,6-10 1 0 0,-8 11 21 0 0,0 0 1 0 0,-1-1-1 0 0,1 1 0 0 0,-1-1 0 0 0,0 1 1 0 0,-1-1-1 0 0,1 0 0 0 0,-1 1 1 0 0,0-1-1 0 0,0 0 0 0 0,0 1 1 0 0,0-1-1 0 0,-1 1 0 0 0,0-1 0 0 0,0 0 1 0 0,0 1-1 0 0,-1 0 0 0 0,0-1 1 0 0,0 1-1 0 0,-2-5 0 0 0,-1-1 45 0 0,-1 1-1 0 0,0-1 1 0 0,0 1 0 0 0,-1 0-1 0 0,0 1 1 0 0,-1 0-1 0 0,-11-10 1 0 0,15 14-14 0 0,0 1 0 0 0,-1 0-1 0 0,1 1 1 0 0,-1-1 0 0 0,1 1 0 0 0,-1 0 0 0 0,0 0 0 0 0,0 0 0 0 0,0 1-1 0 0,0 0 1 0 0,0 0 0 0 0,-1 0 0 0 0,1 0 0 0 0,-9 1 0 0 0,12 0-19 0 0,0 0 0 0 0,0 1 0 0 0,0-1 0 0 0,0 1 0 0 0,0-1-1 0 0,0 1 1 0 0,0 0 0 0 0,0 0 0 0 0,1-1 0 0 0,-1 1 0 0 0,0 0 0 0 0,0 1 0 0 0,1-1 0 0 0,-1 0 0 0 0,0 0 0 0 0,-1 3 0 0 0,2-2-4 0 0,-1 0-1 0 0,1 0 0 0 0,0 0 1 0 0,0 1-1 0 0,0-1 0 0 0,0 0 1 0 0,0 1-1 0 0,1-1 1 0 0,-1 1-1 0 0,1-1 0 0 0,-1 1 1 0 0,1-1-1 0 0,0 1 0 0 0,0-1 1 0 0,0 1-1 0 0,1 2 1 0 0,0 5-6 0 0,0 0 0 0 0,1-1 1 0 0,0 1-1 0 0,1-1 0 0 0,0 1 0 0 0,0-1 1 0 0,1 0-1 0 0,0-1 0 0 0,6 11 1 0 0,-6-14-11 0 0,-1 0 0 0 0,1 0 0 0 0,0-1 0 0 0,0 1 1 0 0,1-1-1 0 0,0 0 0 0 0,-1 0 0 0 0,1 0 0 0 0,1 0 0 0 0,-1-1 1 0 0,0 0-1 0 0,1 0 0 0 0,0-1 0 0 0,11 4 0 0 0,-15-5 9 0 0,-1-1 0 0 0,1 0 0 0 0,0 0 1 0 0,-1 0-1 0 0,1 0 0 0 0,0 0 0 0 0,-1 0 0 0 0,1-1 0 0 0,0 1 0 0 0,-1 0 0 0 0,1-1 0 0 0,-1 1 0 0 0,1-1 0 0 0,-1 0 0 0 0,1 0 0 0 0,-1 1 0 0 0,1-1 0 0 0,-1 0 0 0 0,0 0 1 0 0,1 0-1 0 0,-1 0 0 0 0,0-1 0 0 0,0 1 0 0 0,0 0 0 0 0,2-3 0 0 0,1-2 2 0 0,1-1 0 0 0,-1 1 0 0 0,5-14 0 0 0,-7 13 14 0 0,0 1 0 0 0,-1-1 0 0 0,1 1 0 0 0,-1-1 0 0 0,-1 0 0 0 0,1 1 0 0 0,-2-13 0 0 0,1 9 7 0 0,0 7 33 0 0,-3 10-49 0 0,-5 12-1 0 0,1 0 0 0 0,1 0-1 0 0,1 1 1 0 0,0 0 0 0 0,2 0-1 0 0,-2 31 1 0 0,2 7 11 0 0,6 67 0 0 0,9 2 109 0 0,46 205-1 0 0,-56-308-97 0 0,-2-23-22 0 0,-1-1-1 0 0,1 1 0 0 0,0 0 1 0 0,0-1-1 0 0,0 1 0 0 0,0 0 1 0 0,-1-1-1 0 0,1 1 1 0 0,0 0-1 0 0,-1-1 0 0 0,1 1 1 0 0,0-1-1 0 0,-1 1 0 0 0,1 0 1 0 0,-1-1-1 0 0,1 1 1 0 0,-1-1-1 0 0,1 1 0 0 0,-1-1 1 0 0,1 0-1 0 0,-1 1 1 0 0,0-1-1 0 0,1 1 0 0 0,-1-1 1 0 0,-1 1-1 0 0,1-2 0 0 0,0 1 1 0 0,0 0-1 0 0,-1-1 1 0 0,1 1-1 0 0,0 0 1 0 0,0-1-1 0 0,0 1 1 0 0,0-1-1 0 0,0 0 1 0 0,0 1-1 0 0,0-1 1 0 0,0 0-1 0 0,0 0 1 0 0,0 1-1 0 0,-1-2 1 0 0,1 0 1 0 0,-7-4 0 0 0,1 0-1 0 0,0-1 1 0 0,1 0 0 0 0,0-1-1 0 0,-9-12 1 0 0,1 1-2 0 0,-2-1-1 0 0,1-2 0 0 0,0 0 0 0 0,2 0 0 0 0,1-2 0 0 0,1 1 0 0 0,1-1 0 0 0,-14-48 0 0 0,20 55-409 0 0,1-1 0 0 0,1 1 0 0 0,1 0 0 0 0,0-24 0 0 0,2 31-130 0 0,0-1 1 0 0,1 1-1 0 0,0 0 0 0 0,0 0 0 0 0,1 0 0 0 0,1 1 0 0 0,0-1 0 0 0,8-15 0 0 0,-1 6-5971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6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14 533 3648 0 0,'0'-9'9777'0'0,"0"1"-4438"0"0,-4-26 1175 0 0,4 33-5221 0 0,-4-10 584 0 0,1 6-990 0 0,1 8 1524 0 0,3 30-2236 0 0,1 0 0 0 0,1 0-1 0 0,2 0 1 0 0,15 54 0 0 0,-4-17-77 0 0,-10-56-158 0 0,-6-34 31 0 0,-4-43-62 0 0,2 36-33 0 0,2-1 0 0 0,4-50 0 0 0,-2 62 56 0 0,1 0 1 0 0,0 0-1 0 0,1 1 0 0 0,1-1 1 0 0,0 1-1 0 0,10-18 1 0 0,-14 31 82 0 0,0 2-7 0 0,1 1 0 0 0,-1-1-1 0 0,0 1 1 0 0,0-1 0 0 0,0 1-1 0 0,0 0 1 0 0,0-1 0 0 0,0 1 0 0 0,0 0-1 0 0,0 0 1 0 0,0 0 0 0 0,0 0-1 0 0,0 0 1 0 0,0 0 0 0 0,0 0-1 0 0,-1 0 1 0 0,1 0 0 0 0,0 0 0 0 0,-1 0-1 0 0,1 0 1 0 0,-1 1 0 0 0,0-1-1 0 0,1 2 1 0 0,12 42 28 0 0,-8-24-10 0 0,-2-9-24 0 0,2-1 0 0 0,-1 0 1 0 0,1 0-1 0 0,1 0 0 0 0,0-1 0 0 0,1 0 0 0 0,0 0 1 0 0,0-1-1 0 0,1 0 0 0 0,0 0 0 0 0,11 9 0 0 0,-12-12-16 0 0,1-1 0 0 0,0 0 0 0 0,0 0 0 0 0,0-1 0 0 0,0 0 0 0 0,1 0-1 0 0,0-1 1 0 0,0 0 0 0 0,0 0 0 0 0,0-1 0 0 0,0 0 0 0 0,0-1 0 0 0,0 0 0 0 0,17-1 0 0 0,-17 0-24 0 0,1-1 1 0 0,-1 0 0 0 0,0-1 0 0 0,0 0 0 0 0,0 0 0 0 0,0-1 0 0 0,0 0-1 0 0,11-6 1 0 0,-16 7 14 0 0,0 0 0 0 0,0 0 0 0 0,0-1 0 0 0,-1 0 0 0 0,1 1 0 0 0,-1-1 0 0 0,0-1 0 0 0,0 1 0 0 0,0 0 0 0 0,0-1 0 0 0,-1 0 0 0 0,1 1 0 0 0,-1-1 0 0 0,0 0-1 0 0,0 0 1 0 0,0 0 0 0 0,-1-1 0 0 0,0 1 0 0 0,2-6 0 0 0,-2 2 35 0 0,0 0 0 0 0,-1-1 0 0 0,0 1 0 0 0,0-1 0 0 0,-1 1 0 0 0,0 0-1 0 0,0-1 1 0 0,-1 1 0 0 0,0 0 0 0 0,-1 0 0 0 0,-5-11 0 0 0,6 13 36 0 0,-1 0 0 0 0,-1 0-1 0 0,1 0 1 0 0,-1 1 0 0 0,0-1 0 0 0,0 1-1 0 0,0 0 1 0 0,-1 1 0 0 0,1-1 0 0 0,-1 1 0 0 0,-1 0-1 0 0,1 0 1 0 0,0 0 0 0 0,-1 1 0 0 0,-7-4 0 0 0,10 6-34 0 0,1 0 1 0 0,-1 0-1 0 0,0 0 1 0 0,1 1-1 0 0,-1-1 1 0 0,0 1-1 0 0,1-1 1 0 0,-1 1-1 0 0,0 0 1 0 0,1 0-1 0 0,-1 0 1 0 0,0 1-1 0 0,1-1 1 0 0,-1 1 0 0 0,0-1-1 0 0,1 1 1 0 0,-1 0-1 0 0,1 0 1 0 0,-1 0-1 0 0,1 0 1 0 0,-1 1-1 0 0,1-1 1 0 0,0 1-1 0 0,0-1 1 0 0,0 1-1 0 0,0 0 1 0 0,0-1-1 0 0,0 1 1 0 0,0 0-1 0 0,0 1 1 0 0,1-1 0 0 0,-1 0-1 0 0,1 0 1 0 0,0 1-1 0 0,0-1 1 0 0,-2 4-1 0 0,0 0-4 0 0,1 1-1 0 0,-1 0 0 0 0,1 0 1 0 0,0 0-1 0 0,1 0 1 0 0,0 0-1 0 0,0 1 1 0 0,0-1-1 0 0,1 0 0 0 0,0 0 1 0 0,1 1-1 0 0,2 12 1 0 0,-1-11-13 0 0,0-1 0 0 0,2 1 0 0 0,-1 0 0 0 0,1-1 0 0 0,0 1 0 0 0,0-1 1 0 0,9 11-1 0 0,-10-15-16 0 0,0-1 1 0 0,0 1-1 0 0,0-1 0 0 0,1 0 1 0 0,-1 0-1 0 0,1 0 0 0 0,-1-1 1 0 0,1 1-1 0 0,0-1 1 0 0,0 0-1 0 0,0 0 0 0 0,0 0 1 0 0,1 0-1 0 0,-1-1 0 0 0,0 0 1 0 0,1 0-1 0 0,4 1 1 0 0,-6-2-4 0 0,-1-1 1 0 0,0 1 0 0 0,1 0-1 0 0,-1-1 1 0 0,0 1 0 0 0,1-1-1 0 0,-1 1 1 0 0,0-1 0 0 0,0 0 0 0 0,0 0-1 0 0,1 0 1 0 0,-1-1 0 0 0,0 1-1 0 0,-1 0 1 0 0,1-1 0 0 0,0 1-1 0 0,0-1 1 0 0,0 0 0 0 0,-1 1-1 0 0,1-1 1 0 0,-1 0 0 0 0,0 0 0 0 0,1 0-1 0 0,-1 0 1 0 0,0 0 0 0 0,0 0-1 0 0,0-1 1 0 0,0-2 0 0 0,3-6-25 0 0,0-1 0 0 0,-1 1 0 0 0,0-1 0 0 0,0-13 0 0 0,-2 16 130 0 0,0-1 1 0 0,-1 1-1 0 0,0 0 0 0 0,0 0 0 0 0,-1 0 0 0 0,0 0 0 0 0,-1 0 0 0 0,-4-14 1 0 0,5 22 141 0 0,2 6-197 0 0,0 3-24 0 0,0 0 1 0 0,1 0-1 0 0,0 0 0 0 0,1 0 0 0 0,0 0 1 0 0,0 0-1 0 0,0-1 0 0 0,1 0 1 0 0,0 0-1 0 0,1 0 0 0 0,9 13 1 0 0,-6-12-4 0 0,1 1 0 0 0,0-1 1 0 0,0-1-1 0 0,0 1 1 0 0,1-1-1 0 0,0-1 0 0 0,1 0 1 0 0,13 5-1 0 0,-15-7-10 0 0,0 0-1 0 0,1-1 1 0 0,-1 0-1 0 0,1 0 1 0 0,0-2-1 0 0,0 1 1 0 0,0-1-1 0 0,0 0 1 0 0,10-1 0 0 0,-17 0-2 0 0,0-1 0 0 0,0 1 1 0 0,0-1-1 0 0,0 1 0 0 0,0-1 1 0 0,0 0-1 0 0,0 0 0 0 0,-1 0 1 0 0,1-1-1 0 0,0 1 1 0 0,-1 0-1 0 0,1-1 0 0 0,-1 0 1 0 0,0 0-1 0 0,1 0 0 0 0,-1 0 1 0 0,0 0-1 0 0,0 0 0 0 0,0 0 1 0 0,0-1-1 0 0,-1 1 1 0 0,1-1-1 0 0,-1 1 0 0 0,1-1 1 0 0,-1 0-1 0 0,0 1 0 0 0,0-1 1 0 0,0 0-1 0 0,-1 0 0 0 0,1 0 1 0 0,0 0-1 0 0,-1 0 1 0 0,0 0-1 0 0,0-5 0 0 0,-1-25-16 0 0,-2 1 1 0 0,0-1-1 0 0,-17-62 0 0 0,9 47 41 0 0,-25-84 63 0 0,17 67 0 0 0,8 32 66 0 0,-2 1 0 0 0,-19-37-1 0 0,26 57-50 0 0,6 12-92 0 0,0-1 0 0 0,0 1 0 0 0,0 0 1 0 0,0 0-1 0 0,0 0 0 0 0,0-1 0 0 0,0 1 0 0 0,0 0 0 0 0,0 0 0 0 0,0 0 0 0 0,0-1 0 0 0,0 1 0 0 0,-1 0 0 0 0,1 0 0 0 0,0 0 0 0 0,0 0 0 0 0,0-1 0 0 0,0 1 0 0 0,0 0 0 0 0,-1 0 1 0 0,1 0-1 0 0,0 0 0 0 0,0 0 0 0 0,0-1 0 0 0,-1 1 0 0 0,1 0 0 0 0,0 0 0 0 0,0 0 0 0 0,0 0 0 0 0,-1 0 0 0 0,1 0 0 0 0,0 0 0 0 0,0 0 0 0 0,0 0 0 0 0,-1 0 0 0 0,1 0 0 0 0,0 0 1 0 0,0 0-1 0 0,0 0 0 0 0,-1 0 0 0 0,-3 9 53 0 0,0 11 11 0 0,4 1-65 0 0,0 1 0 0 0,2-1 0 0 0,0 1 0 0 0,2-1 0 0 0,0 0 0 0 0,1 0 0 0 0,9 21 0 0 0,7 13 0 0 0,35 64 0 0 0,-12-39-16 0 0,20 45-102 0 0,-57-111-287 0 0,-1-5-4524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7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4088 0 0,'4'-35'14175'0'0,"-3"-14"-4499"0"0,-1 46-8734 0 0,0 3-247 0 0,0-7-376 0 0,1 10 1578 0 0,53 444-922 0 0,-50-425-975 0 0,2 0 0 0 0,1 0 0 0 0,0-1 0 0 0,2 0 0 0 0,0-1 0 0 0,20 31 0 0 0,-28-49-5 0 0,1 0 1 0 0,-1 0-1 0 0,1 0 1 0 0,-1 0-1 0 0,1 0 1 0 0,0 0-1 0 0,-1-1 1 0 0,1 1-1 0 0,0-1 1 0 0,0 1-1 0 0,1-1 1 0 0,-1 0-1 0 0,0 0 1 0 0,0 0-1 0 0,0 0 1 0 0,4 1-1 0 0,-3-2 0 0 0,-1 0 0 0 0,0 0 0 0 0,0 0 0 0 0,0-1 0 0 0,0 1 1 0 0,0-1-1 0 0,0 1 0 0 0,1-1 0 0 0,-1 0 0 0 0,-1 0 0 0 0,1 0 0 0 0,0 0 0 0 0,0 0 0 0 0,0 0 0 0 0,0-1 1 0 0,-1 1-1 0 0,1 0 0 0 0,-1-1 0 0 0,1 1 0 0 0,1-3 0 0 0,5-6-17 0 0,0 0 0 0 0,-1-1 0 0 0,0 0 0 0 0,0 0 0 0 0,-1-1-1 0 0,-1 0 1 0 0,0 0 0 0 0,0 0 0 0 0,4-25 0 0 0,-1-3 113 0 0,5-76-1 0 0,-13 111-69 0 0,1 1 0 0 0,-1 0 0 0 0,0 0 0 0 0,-1 0 0 0 0,1 0 0 0 0,-1 0 0 0 0,1 0-1 0 0,-1 0 1 0 0,-3-7 0 0 0,4 11-21 0 0,0 0 1 0 0,0 0-1 0 0,0 0 0 0 0,0 0 0 0 0,0 0 0 0 0,0 0 0 0 0,0 0 0 0 0,0 0 1 0 0,0 0-1 0 0,0 0 0 0 0,0-1 0 0 0,-1 1 0 0 0,1 0 0 0 0,0 0 0 0 0,0 0 1 0 0,0 0-1 0 0,0 0 0 0 0,0 0 0 0 0,0 0 0 0 0,0 0 0 0 0,0 0 0 0 0,0 0 1 0 0,-1 0-1 0 0,1 0 0 0 0,0 0 0 0 0,0 0 0 0 0,0 0 0 0 0,0 0 0 0 0,0 0 0 0 0,0 0 1 0 0,0 0-1 0 0,0 0 0 0 0,-1 0 0 0 0,1 0 0 0 0,0 0 0 0 0,0 0 0 0 0,0 0 1 0 0,0 0-1 0 0,0 0 0 0 0,0 0 0 0 0,0 1 0 0 0,0-1 0 0 0,0 0 0 0 0,0 0 1 0 0,-1 0-1 0 0,1 0 0 0 0,0 0 0 0 0,0 0 0 0 0,0 0 0 0 0,0 0 0 0 0,0 0 1 0 0,0 0-1 0 0,0 0 0 0 0,0 1 0 0 0,0-1 0 0 0,0 0 0 0 0,0 0 0 0 0,0 0 1 0 0,0 0-1 0 0,0 0 0 0 0,0 0 0 0 0,0 0 0 0 0,0 0 0 0 0,0 1 0 0 0,0-1 0 0 0,0 0 1 0 0,-4 5-1 0 0,0 1 0 0 0,0-1 0 0 0,1 1 0 0 0,0 0 0 0 0,0 0 0 0 0,0 0 0 0 0,1 0 0 0 0,0 1 1 0 0,0-1-1 0 0,1 1 0 0 0,-1-1 0 0 0,1 10 0 0 0,-1-7 0 0 0,1 0 0 0 0,1-1 0 0 0,-1 1 0 0 0,2 0 0 0 0,-1 0 0 0 0,1 0 0 0 0,0 0 0 0 0,1-1 0 0 0,0 1 0 0 0,7 16 0 0 0,-7-20 0 0 0,0 0 0 0 0,1 0 0 0 0,0-1 0 0 0,0 1 0 0 0,1-1 0 0 0,-1 1 0 0 0,1-1 0 0 0,0 0 0 0 0,0-1 0 0 0,0 1 0 0 0,1-1 0 0 0,-1 0 0 0 0,1 0 0 0 0,0 0 0 0 0,0 0 0 0 0,0-1 0 0 0,0 0 0 0 0,9 3 0 0 0,-2-2-7 0 0,0-1 0 0 0,1 0 1 0 0,-1 0-1 0 0,0-2 0 0 0,23 0 0 0 0,-28 0 3 0 0,0-1-1 0 0,0 0 0 0 0,0 0 1 0 0,1-1-1 0 0,-2 0 0 0 0,1 0 1 0 0,0-1-1 0 0,0 0 0 0 0,-1 0 1 0 0,1 0-1 0 0,7-6 0 0 0,-11 7-1 0 0,-1 0-1 0 0,0 0 0 0 0,0 0 1 0 0,0-1-1 0 0,0 1 0 0 0,0-1 1 0 0,0 1-1 0 0,0-1 0 0 0,-1 1 1 0 0,1-1-1 0 0,-1 0 1 0 0,0 0-1 0 0,0 0 0 0 0,0 0 1 0 0,0 0-1 0 0,-1 0 0 0 0,1 0 1 0 0,0-5-1 0 0,-2 3 4 0 0,1 0-1 0 0,-1 0 1 0 0,0 0-1 0 0,0 0 1 0 0,0 0-1 0 0,0 0 1 0 0,-1 0 0 0 0,0 0-1 0 0,0 1 1 0 0,-5-8-1 0 0,2 4 4 0 0,-1 0-1 0 0,1 0 0 0 0,-2 1 0 0 0,1-1 0 0 0,-1 2 1 0 0,0-1-1 0 0,0 1 0 0 0,-1 0 0 0 0,0 0 1 0 0,0 1-1 0 0,-16-8 0 0 0,20 12-13 0 0,-1 0 0 0 0,0 0 1 0 0,0 0-1 0 0,0 1 0 0 0,0-1 0 0 0,0 1 0 0 0,0 0 1 0 0,0 0-1 0 0,0 1 0 0 0,0 0 0 0 0,-5 1 0 0 0,7-2-39 0 0,1 1-1 0 0,0-1 0 0 0,0 1 1 0 0,0 0-1 0 0,0 0 1 0 0,0-1-1 0 0,0 1 0 0 0,0 1 1 0 0,0-1-1 0 0,0 0 0 0 0,0 0 1 0 0,1 1-1 0 0,-1-1 1 0 0,1 1-1 0 0,-1-1 0 0 0,1 1 1 0 0,-1 0-1 0 0,1-1 0 0 0,0 1 1 0 0,0 0-1 0 0,-1 0 1 0 0,1 0-1 0 0,1 0 0 0 0,-1 0 1 0 0,0 0-1 0 0,0 3 0 0 0,1-3-144 0 0,0 1 0 0 0,0-1 0 0 0,0 1-1 0 0,1-1 1 0 0,-1 1 0 0 0,1-1 0 0 0,0 1-1 0 0,0-1 1 0 0,-1 1 0 0 0,4 3 0 0 0,8 10-5179 0 0,1-6-1019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7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211 113 1236 0 0,'2'-2'852'0'0,"0"1"0"0"0,-1-1-1 0 0,1 1 1 0 0,0-1 0 0 0,0 0 0 0 0,-1 1-1 0 0,0-1 1 0 0,1 0 0 0 0,-1 0 0 0 0,0 0-1 0 0,0 0 1 0 0,0 0 0 0 0,0 0 0 0 0,0-1-1 0 0,0 1 1 0 0,0-3 0 0 0,-1 3-453 0 0,0 0-1 0 0,0 0 1 0 0,0 0-1 0 0,0 0 1 0 0,-1 0 0 0 0,1 0-1 0 0,-1 0 1 0 0,0 0-1 0 0,1 0 1 0 0,-1 1 0 0 0,0-1-1 0 0,0 0 1 0 0,0 0 0 0 0,0 1-1 0 0,0-1 1 0 0,-1 0-1 0 0,1 1 1 0 0,0-1 0 0 0,-1 1-1 0 0,-2-3 1 0 0,-2 0-10 0 0,-1-1-1 0 0,1 1 1 0 0,-1 0 0 0 0,0 1-1 0 0,0 0 1 0 0,0 0 0 0 0,-1 0-1 0 0,1 1 1 0 0,-1 0 0 0 0,1 0 0 0 0,-1 1-1 0 0,0 0 1 0 0,0 0 0 0 0,1 1-1 0 0,-1 0 1 0 0,0 1 0 0 0,-11 1 0 0 0,16-1-362 0 0,-1 0 1 0 0,0 0-1 0 0,0 1 1 0 0,1-1 0 0 0,-1 1-1 0 0,1 0 1 0 0,-1 0 0 0 0,1 0-1 0 0,0 1 1 0 0,0-1 0 0 0,0 1-1 0 0,0 0 1 0 0,0-1 0 0 0,0 1-1 0 0,1 1 1 0 0,-1-1 0 0 0,1 0-1 0 0,0 0 1 0 0,0 1 0 0 0,0-1-1 0 0,1 1 1 0 0,-1 0 0 0 0,1 0-1 0 0,0-1 1 0 0,0 1 0 0 0,0 0-1 0 0,1 0 1 0 0,-1 0 0 0 0,1 0-1 0 0,0 0 1 0 0,0 0 0 0 0,0 0-1 0 0,1 0 1 0 0,-1 0 0 0 0,1 0-1 0 0,0 0 1 0 0,0-1 0 0 0,0 1-1 0 0,1 0 1 0 0,3 6 0 0 0,-1-1-39 0 0,1-1 0 0 0,0 0 0 0 0,1-1 0 0 0,0 1 0 0 0,0-1 0 0 0,1 0 0 0 0,-1 0 0 0 0,2-1 1 0 0,-1 0-1 0 0,1 0 0 0 0,-1-1 0 0 0,2 0 0 0 0,-1 0 0 0 0,0-1 0 0 0,1 0 0 0 0,0-1 0 0 0,0 0 0 0 0,0 0 1 0 0,0-1-1 0 0,1 0 0 0 0,-1 0 0 0 0,11 0 0 0 0,-18-2 7 0 0,1 0 1 0 0,-1-1-1 0 0,0 1 0 0 0,0 0 1 0 0,0-1-1 0 0,0 1 1 0 0,0-1-1 0 0,0 0 0 0 0,0 0 1 0 0,0 0-1 0 0,0 0 0 0 0,0 0 1 0 0,0 0-1 0 0,0 0 0 0 0,-1 0 1 0 0,1-1-1 0 0,0 1 1 0 0,-1-1-1 0 0,1 1 0 0 0,-1-1 1 0 0,0 0-1 0 0,1 0 0 0 0,-1 1 1 0 0,0-1-1 0 0,0 0 1 0 0,0 0-1 0 0,-1 0 0 0 0,2-4 1 0 0,2-6 31 0 0,-2 0 0 0 0,1 0 1 0 0,-2-1-1 0 0,1-13 0 0 0,4-23 36 0 0,1 13 139 0 0,-14 110-122 0 0,3 0-1 0 0,13 144 1 0 0,49 108 144 0 0,-55-312-216 0 0,-1-7-2 0 0,-1-5-6 0 0,0 0 0 0 0,-1 0 0 0 0,0 1 1 0 0,1-1-1 0 0,-1 0 0 0 0,0 0 0 0 0,0 1 0 0 0,0-1 0 0 0,0 0 0 0 0,-1 0 0 0 0,1 0 0 0 0,-2 5 0 0 0,-2 2-1 0 0,3-9 0 0 0,1 1 0 0 0,-1-1 0 0 0,1 0 0 0 0,-1 1 0 0 0,1-1 0 0 0,-1 1 0 0 0,1-1 0 0 0,-1 0 0 0 0,0 0 0 0 0,1 1 0 0 0,-1-1 0 0 0,1 0 0 0 0,-1 0 0 0 0,0 0 0 0 0,1 0 0 0 0,-1 0 0 0 0,-1 1 0 0 0,-2-2 0 0 0,0 0 0 0 0,0 1 0 0 0,0-1 0 0 0,0 0 0 0 0,1-1 0 0 0,-1 1 0 0 0,0-1 0 0 0,1 0 0 0 0,-5-2 0 0 0,-35-25 0 0 0,29 19 0 0 0,-5-3 1 0 0,1-1-1 0 0,0-1 1 0 0,2-1-1 0 0,-19-21 1 0 0,27 28-2 0 0,1-1-1 0 0,0 0 1 0 0,0 0-1 0 0,1-1 1 0 0,0 1-1 0 0,1-2 1 0 0,0 1-1 0 0,1 0 1 0 0,-5-22-1 0 0,9 27-32 0 0,-1-1 0 0 0,1 1 0 0 0,0 0 0 0 0,0-1 0 0 0,1 1-1 0 0,0-1 1 0 0,0 1 0 0 0,1 0 0 0 0,0-1 0 0 0,0 1 0 0 0,0 0 0 0 0,0 0 0 0 0,1 0 0 0 0,4-5 0 0 0,24-33-1651 0 0,4 5-3736 0 0,-8 15-1083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8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7865 0 0,'21'-55'13671'0'0,"-20"51"-12839"0"0,0-1-1 0 0,0 1 1 0 0,0-1-1 0 0,-1 1 1 0 0,0 0-1 0 0,0-6 0 0 0,0 8 30 0 0,-1-1 164 0 0,-1-3-1096 0 0,2 6 130 0 0,0 0 0 0 0,0 0 0 0 0,0 0 0 0 0,0 0 0 0 0,0 0 0 0 0,0 0 0 0 0,0 0 0 0 0,0 0 0 0 0,0 0 0 0 0,0 0 0 0 0,0 0 0 0 0,-1 1 768 0 0,1-1-768 0 0,0 0 0 0 0,0 0 0 0 0,0 0 0 0 0,0 0 0 0 0,0 0 0 0 0,0 0 1 0 0,0 0-1 0 0,0 0 0 0 0,0 0 0 0 0,0 0 0 0 0,0 0 0 0 0,0 0 0 0 0,-1 0 0 0 0,1 0 0 0 0,0 0 0 0 0,0 0 0 0 0,0 0 0 0 0,0 0 0 0 0,0 0 0 0 0,0 0 0 0 0,0 0 0 0 0,0 0 0 0 0,0 0 1 0 0,0 0-1 0 0,0 0 0 0 0,-2 14-11 0 0,1 0 1 0 0,1 0 0 0 0,0 0 0 0 0,1-1 0 0 0,0 1-1 0 0,2 0 1 0 0,-1 0 0 0 0,1-1 0 0 0,10 25 0 0 0,-8-26-57 0 0,0-1 0 0 0,0 0 0 0 0,1 0 0 0 0,0-1 0 0 0,1 0 0 0 0,0 0 0 0 0,1 0 1 0 0,0-1-1 0 0,1 0 0 0 0,0-1 0 0 0,19 15 0 0 0,-25-21-15 0 0,1 0 1 0 0,-1 0-1 0 0,1-1 1 0 0,-1 1-1 0 0,1-1 1 0 0,-1 0-1 0 0,1 0 1 0 0,0-1-1 0 0,-1 1 1 0 0,1-1-1 0 0,0 1 1 0 0,0-1-1 0 0,-1 0 1 0 0,1-1-1 0 0,0 1 1 0 0,0-1-1 0 0,-1 1 1 0 0,1-1-1 0 0,5-2 1 0 0,28-15-1640 0 0,-5-6-3835 0 0,-13 6-1003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8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110 120 10617 0 0,'1'-8'1298'0'0,"-1"0"0"0"0,-1 0 0 0 0,1 0 0 0 0,-1 0 0 0 0,-1 0 0 0 0,-2-9 0 0 0,3 13-741 0 0,0 1-1 0 0,-1-1 1 0 0,1 0 0 0 0,-1 1-1 0 0,0 0 1 0 0,0-1 0 0 0,-1 1-1 0 0,1 0 1 0 0,0 0-1 0 0,-1 0 1 0 0,0 0 0 0 0,0 1-1 0 0,0-1 1 0 0,-4-2 0 0 0,5 4-464 0 0,1 0 1 0 0,0 1-1 0 0,0-1 1 0 0,0 1 0 0 0,-1-1-1 0 0,1 1 1 0 0,0 0 0 0 0,0 0-1 0 0,-1-1 1 0 0,1 1 0 0 0,0 0-1 0 0,-1 0 1 0 0,1 0-1 0 0,0 0 1 0 0,-1 1 0 0 0,1-1-1 0 0,0 0 1 0 0,0 0 0 0 0,-1 1-1 0 0,1-1 1 0 0,0 1 0 0 0,0-1-1 0 0,-1 1 1 0 0,1 0 0 0 0,0-1-1 0 0,0 1 1 0 0,0 0-1 0 0,0 0 1 0 0,0 0 0 0 0,0 0-1 0 0,0 0 1 0 0,0 0 0 0 0,1 0-1 0 0,-1 0 1 0 0,0 0 0 0 0,1 0-1 0 0,-1 0 1 0 0,0 3-1 0 0,-3 1-21 0 0,1 2 0 0 0,1-1 0 0 0,-1 0 0 0 0,1 1 0 0 0,0-1 0 0 0,-1 10 0 0 0,2-4-33 0 0,0-1 0 0 0,1 1-1 0 0,0-1 1 0 0,1 1-1 0 0,0 0 1 0 0,1-1 0 0 0,1 0-1 0 0,0 1 1 0 0,0-1 0 0 0,1 0-1 0 0,7 14 1 0 0,-9-19-45 0 0,1-1-1 0 0,0 0 1 0 0,0 0 0 0 0,0 0 0 0 0,1 0 0 0 0,-1-1-1 0 0,1 0 1 0 0,0 1 0 0 0,1-1 0 0 0,-1-1 0 0 0,1 1 0 0 0,-1 0-1 0 0,1-1 1 0 0,0 0 0 0 0,1 0 0 0 0,-1-1 0 0 0,0 0-1 0 0,1 1 1 0 0,-1-2 0 0 0,1 1 0 0 0,0-1 0 0 0,-1 0-1 0 0,1 0 1 0 0,8 0 0 0 0,-7-1-23 0 0,-1-1-1 0 0,0 0 1 0 0,0-1 0 0 0,1 1-1 0 0,-1-1 1 0 0,0 0 0 0 0,-1-1-1 0 0,1 1 1 0 0,0-1 0 0 0,-1 0-1 0 0,1-1 1 0 0,-1 1 0 0 0,5-6-1 0 0,26-26-1550 0 0,-10-4-3873 0 0,-12 9-1046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92 6121 0 0,'0'-5'2303'0'0,"0"-1"1"0"0,-1 1-1 0 0,1 0 1 0 0,-1 0-1 0 0,-2-6 1 0 0,1 7-1486 0 0,1 1 1 0 0,-1-1 0 0 0,1 1 0 0 0,-1-1 0 0 0,0 1 0 0 0,0 0-1 0 0,-3-4 1 0 0,2 5-604 0 0,1 0 0 0 0,0 0 0 0 0,-1 0-1 0 0,1 0 1 0 0,-1 0 0 0 0,0 0 0 0 0,0 1 0 0 0,0-1-1 0 0,1 1 1 0 0,-1 0 0 0 0,-1 0 0 0 0,1 0 0 0 0,0 0-1 0 0,0 0 1 0 0,0 1 0 0 0,0-1 0 0 0,0 1-1 0 0,-1 0 1 0 0,1 0 0 0 0,-6 1 0 0 0,3 0-84 0 0,0 0-1 0 0,0 0 1 0 0,0 1 0 0 0,0 0 0 0 0,0 0-1 0 0,0 0 1 0 0,1 1 0 0 0,-1 0 0 0 0,-9 6-1 0 0,12-7-115 0 0,1 0 0 0 0,0 0 0 0 0,0 0 0 0 0,0 0 0 0 0,0 0 0 0 0,0 0 0 0 0,0 0-1 0 0,0 1 1 0 0,1-1 0 0 0,-1 0 0 0 0,1 1 0 0 0,0 0 0 0 0,0-1 0 0 0,0 1 0 0 0,0 0 0 0 0,0 0 0 0 0,0-1-1 0 0,1 1 1 0 0,0 0 0 0 0,-1 0 0 0 0,1 0 0 0 0,0 5 0 0 0,1-7-18 0 0,-1 1 0 0 0,0 0 0 0 0,1 0 1 0 0,-1-1-1 0 0,1 1 0 0 0,0-1 0 0 0,-1 1 0 0 0,1-1 0 0 0,0 1 0 0 0,0-1 1 0 0,0 1-1 0 0,0-1 0 0 0,0 1 0 0 0,0-1 0 0 0,0 0 0 0 0,1 0 0 0 0,-1 0 1 0 0,0 0-1 0 0,1 0 0 0 0,-1 0 0 0 0,1 0 0 0 0,-1 0 0 0 0,1 0 0 0 0,0-1 1 0 0,-1 1-1 0 0,1-1 0 0 0,-1 1 0 0 0,1-1 0 0 0,0 1 0 0 0,0-1 0 0 0,-1 0 1 0 0,1 0-1 0 0,0 0 0 0 0,0 0 0 0 0,-1 0 0 0 0,1 0 0 0 0,0-1 0 0 0,2 0 1 0 0,-1 1-1 0 0,1-1-1 0 0,-1 0 1 0 0,0 1 0 0 0,1-1 0 0 0,-1-1 0 0 0,0 1 0 0 0,1 0 0 0 0,-1-1 0 0 0,0 0 0 0 0,0 0 0 0 0,0 0 0 0 0,-1 0 0 0 0,1 0 0 0 0,0 0 0 0 0,-1-1 0 0 0,1 1 0 0 0,3-6 0 0 0,-6 7 1 0 0,1 0 0 0 0,0 0 0 0 0,-1 0 0 0 0,1 0 0 0 0,-1 0 0 0 0,0 0 0 0 0,1 0 0 0 0,-1 0 0 0 0,0 0 0 0 0,1 0 0 0 0,-1 0 0 0 0,0 0 0 0 0,0 0 0 0 0,0 0 0 0 0,0 0 0 0 0,0 0 0 0 0,0 0 0 0 0,0 0 0 0 0,0 0 0 0 0,0 0 0 0 0,-1 0 0 0 0,1 0 0 0 0,0 0 0 0 0,-1 0 0 0 0,1 0 0 0 0,-1 0 0 0 0,1 0 0 0 0,-1 0 0 0 0,1 0 0 0 0,-1 1-1 0 0,0-1 1 0 0,1 0 0 0 0,-1 0 0 0 0,0 1 0 0 0,0-1 0 0 0,0 0 0 0 0,1 1 0 0 0,-1-1 0 0 0,0 1 0 0 0,0-1 0 0 0,0 1 0 0 0,0-1 0 0 0,-1 0 0 0 0,-1 1-130 0 0,0 3-78 0 0,0 0 91 0 0,0-1 0 0 0,0 1 1 0 0,0 0-1 0 0,1 1 0 0 0,-1-1 0 0 0,-2 5 0 0 0,-4 18-5891 0 0,6-12-494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58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17 13993 0 0,'0'0'6289'0'0,"-9"-6"-477"0"0,2 0-2079 0 0,-1 2-2477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1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202 197 9997 0 0,'0'-2'641'0'0,"-1"1"1"0"0,0 0 0 0 0,1 0-1 0 0,-1 0 1 0 0,0 0-1 0 0,0 0 1 0 0,1 0-1 0 0,-1 0 1 0 0,0 0-1 0 0,0 1 1 0 0,0-1 0 0 0,0 0-1 0 0,0 0 1 0 0,-1 1-1 0 0,1-1 1 0 0,0 1-1 0 0,0-1 1 0 0,0 1-1 0 0,0-1 1 0 0,-1 1-1 0 0,-1-1 1 0 0,1 1-291 0 0,0 0 0 0 0,-1 1-1 0 0,1-1 1 0 0,0 0 0 0 0,-1 1 0 0 0,1-1-1 0 0,0 1 1 0 0,0 0 0 0 0,-1-1 0 0 0,1 1-1 0 0,-2 2 1 0 0,-4 1-160 0 0,1 1 1 0 0,0 0-1 0 0,0 1 0 0 0,1-1 0 0 0,-9 10 0 0 0,3-2 73 0 0,0 1 0 0 0,1 0 0 0 0,1 1 0 0 0,0 0 0 0 0,-14 32 0 0 0,20-36-228 0 0,0-1 0 0 0,1 0 1 0 0,0 1-1 0 0,1 0 1 0 0,0-1-1 0 0,1 1 1 0 0,0 0-1 0 0,1 0 1 0 0,0 0-1 0 0,0 0 1 0 0,3 12-1 0 0,-2-20-42 0 0,-1 0-1 0 0,1-1 1 0 0,0 1-1 0 0,-1 0 0 0 0,1-1 1 0 0,1 1-1 0 0,-1 0 1 0 0,0-1-1 0 0,0 1 1 0 0,1-1-1 0 0,0 0 1 0 0,-1 0-1 0 0,1 1 0 0 0,0-1 1 0 0,0 0-1 0 0,0-1 1 0 0,0 1-1 0 0,4 2 1 0 0,-2-2-9 0 0,0 0 0 0 0,0-1 0 0 0,0 1 0 0 0,0-1 0 0 0,0 0 0 0 0,0 0 0 0 0,0 0 0 0 0,0-1 0 0 0,0 1 0 0 0,1-1 0 0 0,4 0 0 0 0,0-1-20 0 0,0 0 1 0 0,-1 0 0 0 0,1-1 0 0 0,-1 0 0 0 0,0-1 0 0 0,0 0 0 0 0,0 0 0 0 0,0-1-1 0 0,0 0 1 0 0,-1 0 0 0 0,11-8 0 0 0,-14 9 16 0 0,0 0 0 0 0,0-1 0 0 0,-1 0 0 0 0,0 0 0 0 0,1 0 0 0 0,-1 0 0 0 0,-1 0 0 0 0,1 0 0 0 0,-1-1 0 0 0,1 1 0 0 0,-1-1 0 0 0,-1 0 0 0 0,1 0 0 0 0,1-9 0 0 0,-2 8 23 0 0,-1-1-1 0 0,1 0 1 0 0,-2 0-1 0 0,1 0 1 0 0,-1 0-1 0 0,0 0 1 0 0,0 1-1 0 0,-1-1 1 0 0,-4-11-1 0 0,-6-7 101 0 0,0 0 0 0 0,-2 2 0 0 0,-1-1 0 0 0,-24-29 0 0 0,24 33-18 0 0,-11-11 60 0 0,18 21-89 0 0,-1 0-1 0 0,2-1 1 0 0,-1 0-1 0 0,-5-12 1 0 0,12 22-62 0 0,1-1 0 0 0,0 1 1 0 0,0 0-1 0 0,0 0 0 0 0,0 0 1 0 0,0 0-1 0 0,0 0 0 0 0,0-1 1 0 0,0 1-1 0 0,0 0 1 0 0,0 0-1 0 0,1 0 0 0 0,-1 0 1 0 0,0 0-1 0 0,1 0 0 0 0,-1 0 1 0 0,1 0-1 0 0,-1 0 0 0 0,1 0 1 0 0,1-2-1 0 0,16-16-83 0 0,-9 13 53 0 0,-1 1-1 0 0,1 0 1 0 0,0 0-1 0 0,1 1 1 0 0,-1 0 0 0 0,1 1-1 0 0,0 0 1 0 0,0 0-1 0 0,17-1 1 0 0,-23 3 37 0 0,-1 1 0 0 0,0-1 0 0 0,1 1 0 0 0,-1 0 0 0 0,1 0 0 0 0,-1 1 0 0 0,0-1 1 0 0,1 1-1 0 0,-1-1 0 0 0,0 1 0 0 0,1 0 0 0 0,-1 1 0 0 0,0-1 0 0 0,0 0 0 0 0,0 1 0 0 0,0 0 0 0 0,0 0 0 0 0,0-1 0 0 0,0 2 0 0 0,-1-1 1 0 0,1 0-1 0 0,-1 1 0 0 0,0-1 0 0 0,1 1 0 0 0,-1-1 0 0 0,0 1 0 0 0,-1 0 0 0 0,1 0 0 0 0,0 0 0 0 0,-1 0 0 0 0,0 0 0 0 0,2 6 1 0 0,1 8 38 0 0,-1 0 1 0 0,0 0 0 0 0,-1 1 0 0 0,-1 0 0 0 0,-2 20 0 0 0,-12 92 102 0 0,6-68-95 0 0,-3 28 9 0 0,-14 155 76 0 0,20-166-107 0 0,6 88 0 0 0,0-146-47 0 0,1 0 0 0 0,1 1 1 0 0,0-1-1 0 0,8 21 0 0 0,-8-32-11 0 0,0 0 1 0 0,0 0-1 0 0,1-1 0 0 0,0 0 0 0 0,0 1 0 0 0,1-2 0 0 0,0 1 0 0 0,1-1 0 0 0,0 0 0 0 0,10 9 1 0 0,-15-15 10 0 0,1 0 1 0 0,-1 0 0 0 0,1 0 0 0 0,0-1-1 0 0,0 1 1 0 0,0-1 0 0 0,0 1 0 0 0,0-1-1 0 0,0 0 1 0 0,0 0 0 0 0,0-1 0 0 0,0 1-1 0 0,0-1 1 0 0,1 1 0 0 0,-1-1 0 0 0,0 0 0 0 0,0 0-1 0 0,1 0 1 0 0,-1-1 0 0 0,0 1 0 0 0,0-1-1 0 0,0 0 1 0 0,0 0 0 0 0,0 0 0 0 0,0 0-1 0 0,0 0 1 0 0,0-1 0 0 0,0 1 0 0 0,0-1-1 0 0,0 0 1 0 0,-1 0 0 0 0,1 0 0 0 0,3-4-1 0 0,1-1 0 0 0,-1 1 0 0 0,0-1-1 0 0,0-1 1 0 0,-1 1-1 0 0,0-1 1 0 0,0 0-1 0 0,-1 0 1 0 0,0 0-1 0 0,0 0 1 0 0,-1-1 0 0 0,2-9-1 0 0,-1 2 43 0 0,-2-1 0 0 0,0 0 0 0 0,-1 0 0 0 0,-1 0-1 0 0,-1 0 1 0 0,0 1 0 0 0,-1-1 0 0 0,-1 0 0 0 0,0 1 0 0 0,-7-20 0 0 0,-9-18 119 0 0,-45-86 0 0 0,25 57-56 0 0,10 25-16 0 0,15 32-90 0 0,1-1 0 0 0,2-1 0 0 0,-11-34 1 0 0,20 54-16 0 0,0 0 0 0 0,1 0 0 0 0,0 0 1 0 0,0 0-1 0 0,0 0 0 0 0,1 0 0 0 0,1 0 1 0 0,-1 0-1 0 0,1 0 0 0 0,1 0 1 0 0,-1 0-1 0 0,2 1 0 0 0,-1-1 0 0 0,1 0 1 0 0,0 1-1 0 0,7-13 0 0 0,4-1-57 0 0,2 1-1 0 0,0 0 0 0 0,1 1 1 0 0,23-20-1 0 0,-6 6 93 0 0,-34 33 35 0 0,1-1 0 0 0,-1 0 0 0 0,1 1 0 0 0,-1-1 0 0 0,1 0-1 0 0,-1 1 1 0 0,1-1 0 0 0,0 1 0 0 0,-1-1 0 0 0,1 1 0 0 0,0 0 0 0 0,-1-1-1 0 0,1 1 1 0 0,0 0 0 0 0,0-1 0 0 0,-1 1 0 0 0,1 0 0 0 0,0 0-1 0 0,0-1 1 0 0,-1 1 0 0 0,1 0 0 0 0,1 0 0 0 0,-1 1-21 0 0,-1-1 1 0 0,1 1 0 0 0,-1-1 0 0 0,1 1-1 0 0,-1-1 1 0 0,0 1 0 0 0,1 0-1 0 0,-1-1 1 0 0,0 1 0 0 0,1 0-1 0 0,-1-1 1 0 0,0 1 0 0 0,0 0 0 0 0,0-1-1 0 0,0 1 1 0 0,0 0 0 0 0,0-1-1 0 0,0 1 1 0 0,0 0 0 0 0,0-1 0 0 0,0 2-1 0 0,-8 54 56 0 0,4-37 62 0 0,-4 44-114 0 0,3 0 0 0 0,3 1 1 0 0,3-1-1 0 0,15 114 1 0 0,-12-155-82 0 0,1 0 1 0 0,1 0 0 0 0,1-1-1 0 0,0 0 1 0 0,16 28 0 0 0,-17-37 4 0 0,1 1 0 0 0,1-1 0 0 0,0-1 0 0 0,1 0 0 0 0,0 0 0 0 0,0 0 0 0 0,1-1-1 0 0,0-1 1 0 0,21 15 0 0 0,-25-21 15 0 0,1 0 0 0 0,0 0-1 0 0,-1-1 1 0 0,1 1-1 0 0,0-2 1 0 0,8 2-1 0 0,-14-3 50 0 0,0 0 0 0 0,0 0 0 0 0,-1 0 0 0 0,1-1 0 0 0,0 1 0 0 0,-1 0 0 0 0,1-1 0 0 0,0 1 0 0 0,0-1-1 0 0,-1 1 1 0 0,1-1 0 0 0,-1 1 0 0 0,1-1 0 0 0,0 1 0 0 0,-1-1 0 0 0,1 0 0 0 0,-1 1 0 0 0,1-1 0 0 0,-1 0-1 0 0,0 1 1 0 0,1-1 0 0 0,-1 0 0 0 0,0 0 0 0 0,1 1 0 0 0,-1-1 0 0 0,0 0 0 0 0,0 0 0 0 0,0 0 0 0 0,0 1-1 0 0,0-1 1 0 0,0 0 0 0 0,0-1 0 0 0,-2-6 56 0 0,0 1 0 0 0,-1-1 0 0 0,0 1 0 0 0,-1 0 0 0 0,1 0 0 0 0,-1 0 0 0 0,-1 0 0 0 0,1 1 0 0 0,-1 0 0 0 0,-7-7 0 0 0,-63-59 331 0 0,68 66-350 0 0,-45-34 193 0 0,30 24-96 0 0,-26-25 0 0 0,47 40-149 0 0,1 1 1 0 0,-1-1-1 0 0,1 0 0 0 0,-1 1 0 0 0,1-1 0 0 0,-1 0 0 0 0,1 0 0 0 0,0 0 1 0 0,-1 1-1 0 0,1-1 0 0 0,0 0 0 0 0,0 0 0 0 0,0 0 0 0 0,-1 0 0 0 0,1 0 1 0 0,0 0-1 0 0,0 0 0 0 0,0 1 0 0 0,0-1 0 0 0,1 0 0 0 0,-1 0 0 0 0,0 0 1 0 0,0 0-1 0 0,0 0 0 0 0,1 0 0 0 0,-1 1 0 0 0,0-1 0 0 0,1 0 0 0 0,-1 0 1 0 0,1 0-1 0 0,-1 1 0 0 0,1-1 0 0 0,-1 0 0 0 0,1 1 0 0 0,0-1 0 0 0,-1 0 0 0 0,1 1 1 0 0,0-1-1 0 0,-1 1 0 0 0,2-1 0 0 0,3-3-76 0 0,-1 1-1 0 0,1 0 1 0 0,-1 0 0 0 0,1 1-1 0 0,8-4 1 0 0,36-9-700 0 0,-27 10-1108 0 0,-1-2-3392 0 0,-9 3-1111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17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47 769 11157 0 0,'-11'38'7458'0'0,"-7"18"-990"0"0,7-24-3836 0 0,7-19-1599 0 0,1-5 668 0 0,6-12-533 0 0,7-11-1367 0 0,0-4 257 0 0,0 1 0 0 0,-1-2 1 0 0,0 1-1 0 0,-2-1 0 0 0,5-21 0 0 0,0 2-13 0 0,37-125 44 0 0,-40 125-36 0 0,-1-1-1 0 0,3-52 1 0 0,-14 75-10 0 0,1 8 4 0 0,-1 9 35 0 0,-3 20-72 0 0,5-6-13 0 0,1-1-1 0 0,1 0 1 0 0,0 0 0 0 0,1 0-1 0 0,0 0 1 0 0,1 0 0 0 0,0 0 0 0 0,6 13-1 0 0,-2-2 0 0 0,43 167 21 0 0,-49-187-10 0 0,0 1 1 0 0,-1-1 0 0 0,0 1 0 0 0,1-1 0 0 0,-1 0 0 0 0,-1 1 0 0 0,1-1 0 0 0,-1 1-1 0 0,-1 7 1 0 0,1-12-8 0 0,1 1 0 0 0,0-1 0 0 0,0 1 0 0 0,0 0 0 0 0,-1-1 0 0 0,1 1 0 0 0,0-1 0 0 0,-1 1-1 0 0,1-1 1 0 0,0 1 0 0 0,-1-1 0 0 0,1 1 0 0 0,-1-1 0 0 0,1 0 0 0 0,-1 1 0 0 0,1-1 0 0 0,-1 0 0 0 0,1 1 0 0 0,-1-1-1 0 0,1 0 1 0 0,-1 1 0 0 0,0-1 0 0 0,1 0 0 0 0,-1 0 0 0 0,1 0 0 0 0,-1 0 0 0 0,0 1 0 0 0,0-1 0 0 0,-1 0-8 0 0,0-1 0 0 0,0 1 0 0 0,1 0 1 0 0,-1-1-1 0 0,0 1 0 0 0,0-1 1 0 0,0 0-1 0 0,1 1 0 0 0,-4-3 0 0 0,-34-25-286 0 0,36 25 250 0 0,-32-31-884 0 0,34 33 803 0 0,1 5-401 0 0,0-1 530 0 0,0 0 0 0 0,0 0 1 0 0,1 0-1 0 0,-1 0 0 0 0,1-1 1 0 0,-1 1-1 0 0,1 0 0 0 0,0 0 1 0 0,0 0-1 0 0,1-1 0 0 0,-1 1 1 0 0,1-1-1 0 0,-1 1 0 0 0,1-1 1 0 0,0 1-1 0 0,2 2 0 0 0,0-2 6 0 0,0 0 0 0 0,-1 0 0 0 0,1 0 0 0 0,0-1 0 0 0,0 1 0 0 0,1-1 0 0 0,-1 0-1 0 0,0-1 1 0 0,8 3 0 0 0,-2-1 2 0 0,0-2 0 0 0,0 1 1 0 0,0-1-1 0 0,0 0 0 0 0,0-1 0 0 0,0-1 0 0 0,0 1 0 0 0,1-1 0 0 0,14-4 0 0 0,-16 2-20 0 0,0 0 1 0 0,-1 0-1 0 0,1-1 0 0 0,-1 0 0 0 0,0 0 1 0 0,0-1-1 0 0,0 0 0 0 0,-1 0 0 0 0,0-1 1 0 0,0 0-1 0 0,0 0 0 0 0,-1-1 0 0 0,0 0 0 0 0,0 0 1 0 0,0 0-1 0 0,-1-1 0 0 0,0 0 0 0 0,-1 0 1 0 0,0 0-1 0 0,0 0 0 0 0,-1-1 0 0 0,0 0 1 0 0,0 1-1 0 0,-1-1 0 0 0,0 0 0 0 0,-1 0 1 0 0,1-15-1 0 0,-1 0-10 0 0,-2 0 1 0 0,0-1 0 0 0,-2 1-1 0 0,-6-26 1 0 0,-29-93 86 0 0,35 131-39 0 0,-2-8 101 0 0,-1 0-1 0 0,-1 1 1 0 0,-1-1-1 0 0,0 2 1 0 0,-20-31-1 0 0,28 48-118 0 0,0 1 1 0 0,0-1-1 0 0,0 1 0 0 0,-1-1 1 0 0,1 0-1 0 0,0 1 0 0 0,0-1 1 0 0,-1 1-1 0 0,1 0 0 0 0,-1-1 0 0 0,1 1 1 0 0,0-1-1 0 0,-1 1 0 0 0,1 0 1 0 0,-1-1-1 0 0,1 1 0 0 0,-1 0 1 0 0,1-1-1 0 0,-1 1 0 0 0,1 0 1 0 0,-1 0-1 0 0,1-1 0 0 0,-1 1 0 0 0,1 0 1 0 0,-1 0-1 0 0,0 0 0 0 0,1 0 1 0 0,-1 0-1 0 0,1 0 0 0 0,-1 0 1 0 0,0 0-1 0 0,1 0 0 0 0,-1 0 0 0 0,1 0 1 0 0,-1 0-1 0 0,1 0 0 0 0,-1 1 1 0 0,0-1-1 0 0,0 2-3 0 0,0-1 0 0 0,0 1 0 0 0,0-1 0 0 0,0 1 0 0 0,1 0 0 0 0,-1 0 1 0 0,1-1-1 0 0,-1 1 0 0 0,1 0 0 0 0,0 0 0 0 0,-1-1 0 0 0,1 1 0 0 0,0 0 0 0 0,1 2 0 0 0,2 46 112 0 0,2 0-1 0 0,19 79 0 0 0,-15-88-71 0 0,52 212 163 0 0,-59-249-210 0 0,16 52 38 0 0,-16-52-42 0 0,0 0 0 0 0,0 0 0 0 0,0 0 0 0 0,0 0 0 0 0,1-1 1 0 0,-1 1-1 0 0,1-1 0 0 0,0 1 0 0 0,0-1 0 0 0,5 4 0 0 0,-7-6-15 0 0,3-3-2 0 0,1-1 10 0 0,0-1 1 0 0,-1 1-1 0 0,0-1 0 0 0,0 1 1 0 0,0-1-1 0 0,0 0 0 0 0,-1-1 1 0 0,1 1-1 0 0,-1-1 0 0 0,0 1 1 0 0,0-1-1 0 0,2-7 0 0 0,16-32-111 0 0,-3 0-1 0 0,20-73 0 0 0,-33 103 129 0 0,-5 14-8 0 0,0 0 1 0 0,0 0-1 0 0,0 0 1 0 0,0 0-1 0 0,0 0 1 0 0,0 0-1 0 0,0 0 1 0 0,0 1 0 0 0,0-1-1 0 0,0 0 1 0 0,0 0-1 0 0,0 0 1 0 0,0 0-1 0 0,0 0 1 0 0,0 0-1 0 0,0 0 1 0 0,0 0-1 0 0,0 0 1 0 0,0 0-1 0 0,0 0 1 0 0,0 0-1 0 0,0 0 1 0 0,0 0-1 0 0,0 0 1 0 0,0 0 0 0 0,0 0-1 0 0,0 0 1 0 0,0 0-1 0 0,0 0 1 0 0,1 0-1 0 0,-1 0 1 0 0,0 0-1 0 0,0 0 1 0 0,0 0-1 0 0,0 0 1 0 0,0 0-1 0 0,0 0 1 0 0,0 0-1 0 0,0 0 1 0 0,-2 20 33 0 0,2-13-42 0 0,-1 3 5 0 0,0 1-1 0 0,1 0 1 0 0,1-1 0 0 0,0 1-1 0 0,1 0 1 0 0,-1-1 0 0 0,2 1 0 0 0,0-1-1 0 0,0 0 1 0 0,9 19 0 0 0,-8-23-6 0 0,-1 0 0 0 0,1 0 0 0 0,1 0 0 0 0,-1-1 0 0 0,1 0 0 0 0,0 0 0 0 0,0 0 0 0 0,1 0 0 0 0,0-1 0 0 0,-1 0 0 0 0,1 0 0 0 0,1 0 0 0 0,-1-1 0 0 0,0 0 0 0 0,1 0 0 0 0,11 3 0 0 0,-9-4-12 0 0,0 0 1 0 0,0 0-1 0 0,1-1 0 0 0,-1 0 0 0 0,1 0 0 0 0,-1-1 0 0 0,1-1 1 0 0,-1 0-1 0 0,0 0 0 0 0,1 0 0 0 0,-1-1 0 0 0,9-4 0 0 0,-13 5 17 0 0,0-1-1 0 0,-1 0 1 0 0,1 0-1 0 0,-1-1 1 0 0,1 0-1 0 0,-1 1 1 0 0,0-1-1 0 0,0-1 1 0 0,0 1-1 0 0,0 0 1 0 0,-1-1-1 0 0,0 0 1 0 0,1 0-1 0 0,-1 0 0 0 0,-1 0 1 0 0,1-1-1 0 0,-1 1 1 0 0,1-1-1 0 0,-1 1 1 0 0,0-1-1 0 0,-1 0 1 0 0,1 0-1 0 0,-1 0 1 0 0,1-6-1 0 0,-1 3 57 0 0,-1-1 0 0 0,1 0-1 0 0,-2 1 1 0 0,1-1 0 0 0,-1 1 0 0 0,0-1-1 0 0,-5-15 1 0 0,5 20-26 0 0,-1 0-1 0 0,1 1 1 0 0,0-1-1 0 0,-1 0 1 0 0,0 1-1 0 0,0 0 1 0 0,0-1 0 0 0,-1 1-1 0 0,1 0 1 0 0,-1 0-1 0 0,1 0 1 0 0,-1 1-1 0 0,0-1 1 0 0,0 1 0 0 0,0-1-1 0 0,0 1 1 0 0,-1 0-1 0 0,1 0 1 0 0,-1 0-1 0 0,-3-1 1 0 0,4 2-20 0 0,1 1 1 0 0,0-1 0 0 0,0 1-1 0 0,0 0 1 0 0,0 0-1 0 0,0 0 1 0 0,-1 0-1 0 0,1 0 1 0 0,0 0-1 0 0,0 0 1 0 0,0 1-1 0 0,0-1 1 0 0,0 1 0 0 0,-1-1-1 0 0,1 1 1 0 0,0 0-1 0 0,0 0 1 0 0,0 0-1 0 0,1 0 1 0 0,-1 0-1 0 0,0 0 1 0 0,0 1-1 0 0,1-1 1 0 0,-1 1 0 0 0,0-1-1 0 0,1 1 1 0 0,0-1-1 0 0,-1 1 1 0 0,1 0-1 0 0,0 0 1 0 0,0 0-1 0 0,0 0 1 0 0,0 0-1 0 0,0 0 1 0 0,0 0 0 0 0,1 0-1 0 0,-2 4 1 0 0,1 3-13 0 0,0 0 1 0 0,0 0 0 0 0,1 0 0 0 0,0 0-1 0 0,0 0 1 0 0,1 0 0 0 0,1 0 0 0 0,-1 0-1 0 0,1 0 1 0 0,5 13 0 0 0,-5-18-5 0 0,0 0 1 0 0,0 1 0 0 0,1-1 0 0 0,-1 0-1 0 0,1 0 1 0 0,0-1 0 0 0,0 1-1 0 0,0 0 1 0 0,0-1 0 0 0,1 0-1 0 0,-1 0 1 0 0,1 0 0 0 0,0 0-1 0 0,0-1 1 0 0,0 1 0 0 0,0-1 0 0 0,0 0-1 0 0,1 0 1 0 0,-1 0 0 0 0,1-1-1 0 0,8 2 1 0 0,-8-2-4 0 0,0 0 0 0 0,0-1 0 0 0,0 0 0 0 0,-1 0 1 0 0,1 0-1 0 0,0 0 0 0 0,0-1 0 0 0,0 0 0 0 0,0 0 0 0 0,0 0 0 0 0,0 0 1 0 0,-1-1-1 0 0,1 0 0 0 0,8-4 0 0 0,-11 4 6 0 0,0 1 1 0 0,0-1-1 0 0,0 0 1 0 0,0 0-1 0 0,0 0 1 0 0,0 0-1 0 0,0 0 1 0 0,-1 0-1 0 0,1-1 1 0 0,-1 1-1 0 0,0 0 1 0 0,0-1-1 0 0,0 1 1 0 0,0-1-1 0 0,0 1 1 0 0,0-1-1 0 0,0 0 1 0 0,-1 1-1 0 0,1-1 1 0 0,-1 0-1 0 0,0 1 1 0 0,0-1-1 0 0,0 0 1 0 0,0 0-1 0 0,-1 1 1 0 0,1-1-1 0 0,-1 0 1 0 0,1 1-1 0 0,-2-4 1 0 0,-3-11-18 0 0,-1 0 1 0 0,0 1-1 0 0,-2 0 1 0 0,0 0-1 0 0,0 0 1 0 0,-2 1-1 0 0,-11-15 1 0 0,21 29 11 0 0,-1 1 0 0 0,1 0 0 0 0,0-1 1 0 0,-1 1-1 0 0,1-1 0 0 0,0 1 0 0 0,-1-1 0 0 0,1 1 0 0 0,0-1 1 0 0,0 1-1 0 0,-1-1 0 0 0,1 1 0 0 0,0-1 0 0 0,0 1 0 0 0,0-1 1 0 0,0 1-1 0 0,0-1 0 0 0,0 0 0 0 0,0 1 0 0 0,0-1 0 0 0,0 1 1 0 0,0-1-1 0 0,0 1 0 0 0,0-1 0 0 0,0 1 0 0 0,0-1 1 0 0,0 1-1 0 0,1-1 0 0 0,-1 1 0 0 0,0-1 0 0 0,0 1 0 0 0,1-1 1 0 0,-1 1-1 0 0,0-1 0 0 0,1 0 0 0 0,0 0-16 0 0,0 1 0 0 0,0-1 0 0 0,0 0 0 0 0,0 1 0 0 0,0-1 1 0 0,0 1-1 0 0,0-1 0 0 0,0 1 0 0 0,0 0 0 0 0,0-1 0 0 0,0 1 0 0 0,0 0 0 0 0,0 0 0 0 0,0 0 0 0 0,0-1 1 0 0,0 1-1 0 0,1 0 0 0 0,0 1 0 0 0,25 2-106 0 0,0-1 1 0 0,0-2 0 0 0,44-3-1 0 0,-67 2 246 0 0,0 1 0 0 0,0-1 0 0 0,0 0 0 0 0,0 0 0 0 0,-1-1 1 0 0,1 1-1 0 0,0-1 0 0 0,4-2 0 0 0,-7 3 956 0 0,-4 4-1024 0 0,-1 1-46 0 0,1 0 0 0 0,-1 1 1 0 0,1-1-1 0 0,0 1 1 0 0,1-1-1 0 0,-1 1 1 0 0,1 0-1 0 0,0 0 0 0 0,0 0 1 0 0,0 0-1 0 0,1 0 1 0 0,0 1-1 0 0,0-1 0 0 0,0 0 1 0 0,1 1-1 0 0,-1-1 1 0 0,1 0-1 0 0,1 1 1 0 0,-1-1-1 0 0,1 1 0 0 0,0-1 1 0 0,0 0-1 0 0,0 0 1 0 0,1 0-1 0 0,0 0 0 0 0,0 0 1 0 0,0 0-1 0 0,0 0 1 0 0,1 0-1 0 0,0-1 0 0 0,0 1 1 0 0,0-1-1 0 0,1 0 1 0 0,-1 0-1 0 0,1 0 1 0 0,8 6-1 0 0,-5-5-14 0 0,1 1 1 0 0,0-2-1 0 0,0 1 1 0 0,0-1-1 0 0,1 0 1 0 0,-1-1-1 0 0,1 0 1 0 0,0 0-1 0 0,0-1 1 0 0,0 0-1 0 0,0 0 0 0 0,0-1 1 0 0,1 0-1 0 0,-1-1 1 0 0,0 0-1 0 0,0-1 1 0 0,1 0-1 0 0,10-2 1 0 0,-18 2 10 0 0,0 1 1 0 0,0-1-1 0 0,0 0 0 0 0,0 0 1 0 0,0 0-1 0 0,-1 0 1 0 0,1 0-1 0 0,0 0 1 0 0,0 0-1 0 0,-1 0 1 0 0,1-1-1 0 0,-1 1 1 0 0,1-1-1 0 0,-1 1 1 0 0,0-1-1 0 0,1 0 1 0 0,-1 1-1 0 0,0-1 0 0 0,0 0 1 0 0,0 0-1 0 0,1-3 1 0 0,-2 1 7 0 0,1 1 0 0 0,-1-1 0 0 0,1 1 0 0 0,-1-1 1 0 0,0 0-1 0 0,-1 1 0 0 0,1-1 0 0 0,-1 1 0 0 0,1-1 0 0 0,-1 1 0 0 0,-2-7 0 0 0,-1 1 16 0 0,0-1 0 0 0,-1 1 1 0 0,0-1-1 0 0,0 2 0 0 0,-1-1 0 0 0,-1 0 0 0 0,-13-14 0 0 0,6 11-2 0 0,-1 0 0 0 0,0 1 0 0 0,-1 0 0 0 0,-23-11 1 0 0,26 18-291 0 0,16 10-408 0 0,-1-4 631 0 0,0-1 1 0 0,-1 1 0 0 0,1-1-1 0 0,0 1 1 0 0,0-1 0 0 0,0 0-1 0 0,0 0 1 0 0,0 0-1 0 0,0 0 1 0 0,1 0 0 0 0,-1-1-1 0 0,3 1 1 0 0,6 0-83 0 0,1-1 0 0 0,-1-1 0 0 0,0 0 1 0 0,0 0-1 0 0,0-1 0 0 0,0 0 0 0 0,0-1 0 0 0,-1-1 0 0 0,1 0 0 0 0,16-8 0 0 0,-21 8 109 0 0,0 1 0 0 0,0-1 0 0 0,-1 0 0 0 0,1 0 0 0 0,-1-1 0 0 0,0 0 0 0 0,0 0 0 0 0,-1 0 0 0 0,0 0 0 0 0,0-1 0 0 0,0 1 0 0 0,0-1 0 0 0,-1 0 0 0 0,0 0 0 0 0,0-1 0 0 0,-1 1 0 0 0,0-1 0 0 0,3-10 0 0 0,-3-1 171 0 0,-1 0 0 0 0,-1 0-1 0 0,0 0 1 0 0,-1 0 0 0 0,-1 1 0 0 0,-1-1 0 0 0,0 0-1 0 0,-2 1 1 0 0,0 0 0 0 0,0 0 0 0 0,-2 0 0 0 0,0 0-1 0 0,-1 1 1 0 0,-1 1 0 0 0,-16-24 0 0 0,22 35-58 0 0,0 0 0 0 0,-1 0 0 0 0,1 1 0 0 0,-1 0 0 0 0,0-1-1 0 0,0 1 1 0 0,0 1 0 0 0,-5-4 0 0 0,8 6-79 0 0,1 0-1 0 0,-1 0 1 0 0,0-1-1 0 0,0 1 0 0 0,0 0 1 0 0,0 0-1 0 0,0 0 1 0 0,0 0-1 0 0,0 0 1 0 0,0 0-1 0 0,1 0 1 0 0,-1 0-1 0 0,0 0 0 0 0,0 1 1 0 0,0-1-1 0 0,0 0 1 0 0,0 0-1 0 0,0 1 1 0 0,1-1-1 0 0,-1 1 1 0 0,0-1-1 0 0,0 1 0 0 0,1-1 1 0 0,-1 1-1 0 0,0-1 1 0 0,1 1-1 0 0,-1 0 1 0 0,0-1-1 0 0,1 1 1 0 0,-1 0-1 0 0,1-1 0 0 0,-1 1 1 0 0,1 0-1 0 0,-1 0 1 0 0,1 1-1 0 0,-12 29 116 0 0,9-15-105 0 0,2-1 0 0 0,0 1 0 0 0,0 0 0 0 0,2 0 0 0 0,0-1 0 0 0,1 1 0 0 0,4 19 0 0 0,6 11 8 0 0,18 48 0 0 0,16 25-56 0 0,7-2-1 0 0,70 118 0 0 0,-120-230-19 0 0,-2-2-40 0 0,1 1 0 0 0,0-1 0 0 0,0 0 0 0 0,0 0 0 0 0,0 0 0 0 0,0 0 0 0 0,0 0 0 0 0,1-1 0 0 0,0 1 0 0 0,-1-1 0 0 0,6 4 0 0 0,-7-5-1448 0 0,13-18-9188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17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 6645 0 0,'-8'-2'14624'0'0,"17"2"-8043"0"0,37 2-6720 0 0,-11-1-1525 0 0,-17 0 3394 0 0,9 0-2168 0 0,25-1-629 0 0,-19-4-5887 0 0,-24 3 1105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18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47 12493 0 0,'0'-2'9924'0'0,"-1"-10"-2620"0"0,-1 10-7045 0 0,-2-3 324 0 0,2 5 1048 0 0,1-1-2590 0 0,-1 1 752 0 0,1 0 1 0 0,0-1-1 0 0,0 1 1 0 0,-1 0-1 0 0,1-1 0 0 0,0 0 1 0 0,0 1-1 0 0,0-1 1 0 0,-1 0-1 0 0,1 1 1 0 0,0-1-1 0 0,0 0 0 0 0,0 0 1 0 0,0 0-1 0 0,1 0 1 0 0,-2-1-1 0 0,-5-5-3765 0 0,-3 1-2457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0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29 461 10045 0 0,'0'0'5405'0'0,"-4"-12"2074"0"0,1 6-4061 0 0,-1 8 709 0 0,-1 15-3984 0 0,1 0 0 0 0,1 0-1 0 0,0 0 1 0 0,2 0 0 0 0,-1 0-1 0 0,2 0 1 0 0,0 1 0 0 0,4 22 0 0 0,-2-29-120 0 0,-1 0 0 0 0,2 0 0 0 0,-1 0 0 0 0,2 0 0 0 0,-1-1 0 0 0,1 1 0 0 0,1-1 0 0 0,0 0 0 0 0,1 0 0 0 0,-1-1 1 0 0,2 1-1 0 0,-1-1 0 0 0,2-1 0 0 0,10 11 0 0 0,-16-16-29 0 0,1 0 0 0 0,0-1 0 0 0,1 1 0 0 0,-1-1 1 0 0,0 0-1 0 0,1 0 0 0 0,-1-1 0 0 0,1 1 0 0 0,-1-1 0 0 0,1 1 0 0 0,0-1 0 0 0,0 0 0 0 0,0-1 1 0 0,0 1-1 0 0,-1-1 0 0 0,1 1 0 0 0,0-1 0 0 0,0 0 0 0 0,0-1 0 0 0,0 1 0 0 0,0-1 0 0 0,0 1 1 0 0,7-3-1 0 0,-6 0-26 0 0,0 0 1 0 0,0 0-1 0 0,0 0 0 0 0,0 0 1 0 0,-1-1-1 0 0,1 0 1 0 0,-1 0-1 0 0,0 0 1 0 0,0 0-1 0 0,-1-1 1 0 0,1 0-1 0 0,-1 1 1 0 0,0-1-1 0 0,0 0 0 0 0,4-11 1 0 0,0-1-37 0 0,-1-2 0 0 0,-1 1 0 0 0,-1 0 0 0 0,0-1-1 0 0,1-31 1 0 0,-4-98-103 0 0,-2 130 162 0 0,-2-89 407 0 0,-29-177 0 0 0,31 279-300 0 0,2 3-60 0 0,-1 1 0 0 0,0-1-1 0 0,-1 0 1 0 0,1 1 0 0 0,0-1-1 0 0,0 0 1 0 0,-1 1 0 0 0,1-1-1 0 0,-1 0 1 0 0,1 1 0 0 0,-1-1 0 0 0,0 1-1 0 0,0-1 1 0 0,-1-1 0 0 0,0 7 22 0 0,0 4-45 0 0,0-1 0 0 0,0 1 0 0 0,0-1 0 0 0,1 1 0 0 0,0 0 0 0 0,1-1 0 0 0,0 1 0 0 0,0 0 0 0 0,1 0 0 0 0,2 12 0 0 0,4 15 19 0 0,13 37-1 0 0,-7-28-9 0 0,116 381 14 0 0,-123-408-77 0 0,-1-1-174 0 0,1 0 0 0 0,16 28 0 0 0,-13-35-1120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0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26 165 11465 0 0,'-6'-3'4047'0'0,"-14"-8"7381"0"0,25 9-10705 0 0,68-17 853 0 0,-49 13-1452 0 0,0 0 0 0 0,0-1 1 0 0,-1-2-1 0 0,35-17 0 0 0,-57 26-146 0 0,1-1-1 0 0,-1 0 1 0 0,1 0-1 0 0,-1 1 1 0 0,0-1-1 0 0,0 0 1 0 0,1 0 0 0 0,-1 0-1 0 0,0-1 1 0 0,0 1-1 0 0,0 0 1 0 0,0 0-1 0 0,0 0 1 0 0,0-1-1 0 0,0 1 1 0 0,-1-1 0 0 0,1 1-1 0 0,0 0 1 0 0,-1-1-1 0 0,1-2 1 0 0,-1 3-47 0 0,0-1 0 0 0,0 1 0 0 0,-1 0 0 0 0,1 0 0 0 0,-1 0 0 0 0,1 0 0 0 0,-1 0 0 0 0,1-1 0 0 0,-1 1 0 0 0,1 0 0 0 0,-1 0 0 0 0,0 0 0 0 0,0 0 0 0 0,1 1 0 0 0,-1-1 0 0 0,0 0 0 0 0,0 0 0 0 0,0 0 0 0 0,0 1 0 0 0,-1-2 0 0 0,-5-2-934 0 0,0 1 1 0 0,0 0 0 0 0,0 0 0 0 0,0 0 0 0 0,0 1 0 0 0,-14-3 0 0 0,-17 0-5110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39:21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67 7549 0 0,'1'-3'1211'0'0,"3"-29"12882"0"0,-4 30-13401 0 0,0-1 0 0 0,0 1 0 0 0,-1-1 0 0 0,1 1 0 0 0,0-1-1 0 0,-1 1 1 0 0,0-1 0 0 0,1 1 0 0 0,-3-4 0 0 0,3 5-639 0 0,-1 1 1 0 0,1 0-1 0 0,-1-1 0 0 0,1 1 1 0 0,-1 0-1 0 0,1-1 0 0 0,-1 1 1 0 0,1 0-1 0 0,-1 0 0 0 0,1 0 0 0 0,-1-1 1 0 0,1 1-1 0 0,-1 0 0 0 0,1 0 1 0 0,-1 0-1 0 0,0 0 0 0 0,1 0 1 0 0,-1 0-1 0 0,1 0 0 0 0,-1 0 1 0 0,1 0-1 0 0,-1 0 0 0 0,0 1 1 0 0,1-1-1 0 0,-1 0 0 0 0,1 0 0 0 0,-1 1 1 0 0,1-1-1 0 0,-1 0 0 0 0,1 0 1 0 0,-1 1-1 0 0,1-1 0 0 0,-1 0 1 0 0,0 1-1 0 0,-16 14 361 0 0,15-12-388 0 0,1 0-1 0 0,-1 0 0 0 0,1 0 0 0 0,0 0 1 0 0,0 1-1 0 0,0-1 0 0 0,0 0 0 0 0,1 1 1 0 0,-1 3-1 0 0,0 2-42 0 0,1-8 7 0 0,0 0 0 0 0,0 1 0 0 0,0-1 0 0 0,1 0-1 0 0,-1 1 1 0 0,0-1 0 0 0,1 0 0 0 0,-1 1 0 0 0,1-1 0 0 0,-1 0 0 0 0,1 0-1 0 0,-1 1 1 0 0,1-1 0 0 0,0 0 0 0 0,0 0 0 0 0,0 0 0 0 0,0 0-1 0 0,-1 0 1 0 0,1 0 0 0 0,1 0 0 0 0,-1 0 0 0 0,0 0 0 0 0,0-1-1 0 0,0 1 1 0 0,0 0 0 0 0,0-1 0 0 0,1 1 0 0 0,-1-1 0 0 0,0 1-1 0 0,1-1 1 0 0,-1 0 0 0 0,0 1 0 0 0,3-1 0 0 0,-2 1-3 0 0,0-1 1 0 0,-1 0-1 0 0,1 1 0 0 0,0-1 1 0 0,-1 0-1 0 0,1 0 1 0 0,0 0-1 0 0,-1 0 0 0 0,1 0 1 0 0,0-1-1 0 0,-1 1 1 0 0,1 0-1 0 0,0-1 1 0 0,-1 1-1 0 0,1-1 0 0 0,-1 0 1 0 0,1 1-1 0 0,-1-1 1 0 0,1 0-1 0 0,-1 0 0 0 0,1 0 1 0 0,-1 0-1 0 0,0 0 1 0 0,1 0-1 0 0,-1 0 0 0 0,0-1 1 0 0,1-1-1 0 0,-1 3 17 0 0,-1-1-1 0 0,0 0 0 0 0,0 0 0 0 0,1 0 1 0 0,-1 1-1 0 0,0-1 0 0 0,0 0 0 0 0,0 0 1 0 0,0 0-1 0 0,0 0 0 0 0,0 0 1 0 0,0 0-1 0 0,0 1 0 0 0,0-1 0 0 0,0 0 1 0 0,0 0-1 0 0,-1 0 0 0 0,1 0 1 0 0,0 0-1 0 0,0 1 0 0 0,-1-1 0 0 0,1 0 1 0 0,-1 0-1 0 0,1 1 0 0 0,-1-1 0 0 0,1 0 1 0 0,-1 1-1 0 0,1-1 0 0 0,-1 0 1 0 0,-1 0-1 0 0,1 0-23 0 0,-1 0-1 0 0,1 0 1 0 0,-1 0 0 0 0,0 0 0 0 0,1 0 0 0 0,-1 1-1 0 0,0-1 1 0 0,0 0 0 0 0,1 1 0 0 0,-1 0 0 0 0,0-1-1 0 0,0 1 1 0 0,-2 0 0 0 0,2 0-205 0 0,-9 11-2544 0 0,8-3-1654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0:16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8089 0 0,'0'0'5160'0'0,"-2"7"-1576"0"0,-3 11-2293 0 0,2 0 1 0 0,0 1-1 0 0,1-1 1 0 0,1 25-1 0 0,6 85 1007 0 0,-1-72-1509 0 0,-4-50-731 0 0,20 231 2082 0 0,-15-197-1775 0 0,3-1 0 0 0,1 0 0 0 0,1 0 0 0 0,17 37 0 0 0,-27-74-351 0 0,1-1-1 0 0,-1 0 1 0 0,1 1-1 0 0,0-1 1 0 0,-1 0-1 0 0,1 1 1 0 0,0-1-1 0 0,0 0 1 0 0,0 0-1 0 0,0 0 1 0 0,0 0-1 0 0,0 0 1 0 0,0 0-1 0 0,1 0 1 0 0,-1 0-1 0 0,0 0 0 0 0,0 0 1 0 0,1-1-1 0 0,-1 1 1 0 0,3 0-1 0 0,-2-1-91 0 0,-1-2-56 0 0,8-26-707 0 0,-11 5-7055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0:1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15 10529 0 0,'-2'-4'8052'0'0,"-9"-7"-2762"0"0,7 11-659 0 0,2 2-4529 0 0,0-1-1 0 0,0 1 1 0 0,0 0-1 0 0,0 0 1 0 0,0 0 0 0 0,1 0-1 0 0,-1 0 1 0 0,1 0-1 0 0,-1 0 1 0 0,1 0 0 0 0,0 0-1 0 0,-1 1 1 0 0,1-1 0 0 0,0 1-1 0 0,1-1 1 0 0,-1 1-1 0 0,0-1 1 0 0,1 1 0 0 0,0-1-1 0 0,-1 1 1 0 0,1 0-1 0 0,0-1 1 0 0,0 1 0 0 0,0-1-1 0 0,1 1 1 0 0,0 5 0 0 0,0-8-101 0 0,-1 1 0 0 0,0-1 0 0 0,1 0 1 0 0,-1 1-1 0 0,0-1 0 0 0,1 1 1 0 0,-1-1-1 0 0,0 0 0 0 0,1 1 1 0 0,-1-1-1 0 0,1 0 0 0 0,-1 1 0 0 0,1-1 1 0 0,-1 0-1 0 0,0 0 0 0 0,1 0 1 0 0,-1 1-1 0 0,1-1 0 0 0,-1 0 1 0 0,1 0-1 0 0,-1 0 0 0 0,1 0 0 0 0,0 0 1 0 0,-1 0-1 0 0,1 0 0 0 0,-1 0 1 0 0,1 0-1 0 0,-1 0 0 0 0,1 0 1 0 0,-1 0-1 0 0,1 0 0 0 0,-1-1 1 0 0,1 1-1 0 0,0 0 0 0 0,0-1 0 0 0,0 1 0 0 0,0 0 0 0 0,0-1 0 0 0,0 1 0 0 0,0-1 0 0 0,0 1 0 0 0,0-1 0 0 0,0 0 0 0 0,0 1 0 0 0,0-1 0 0 0,-1 0 0 0 0,1 0 0 0 0,0 1 0 0 0,0-1 0 0 0,-1 0 0 0 0,2-1 0 0 0,-1-1-13 0 0,0 1 0 0 0,0-1 0 0 0,-1 0 0 0 0,1 1 0 0 0,0-1 1 0 0,-1 0-1 0 0,0 1 0 0 0,0-1 0 0 0,1 0 0 0 0,-2-3 1 0 0,1 4-44 0 0,-1 1 0 0 0,1 0 0 0 0,-1 0 1 0 0,1-1-1 0 0,-1 1 0 0 0,0 0 1 0 0,0 0-1 0 0,1 0 0 0 0,-1 0 0 0 0,0 0 1 0 0,0 0-1 0 0,0 0 0 0 0,0 0 1 0 0,-2-1-1 0 0,-3-2-273 0 0,4 4-1403 0 0,-9-5-10218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0:17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86 152 7289 0 0,'0'9'13274'0'0,"8"-5"-9412"0"0,-7-4-3770 0 0,0 0 0 0 0,0 0 1 0 0,0 0-1 0 0,0 0 0 0 0,1 0 0 0 0,-1 0 0 0 0,0 0 1 0 0,0 0-1 0 0,0-1 0 0 0,0 1 0 0 0,0-1 0 0 0,0 1 1 0 0,0 0-1 0 0,0-1 0 0 0,0 0 0 0 0,-1 1 0 0 0,1-1 0 0 0,0 0 1 0 0,0 1-1 0 0,1-3 0 0 0,4-3 247 0 0,0-1-1 0 0,0 0 0 0 0,-1-1 1 0 0,0 1-1 0 0,-1-1 1 0 0,1 0-1 0 0,-2 0 1 0 0,6-16-1 0 0,-9 20-215 0 0,-1 0 0 0 0,1 0 0 0 0,-1 0-1 0 0,0 0 1 0 0,0 0 0 0 0,-1 0 0 0 0,1 0 0 0 0,-1 0-1 0 0,0 1 1 0 0,0-1 0 0 0,0 1 0 0 0,-5-6 0 0 0,6 8-92 0 0,0-1 0 0 0,0 1 0 0 0,0 0 0 0 0,0-1 0 0 0,-1 1 0 0 0,1 0 0 0 0,-1 0 0 0 0,1 0 1 0 0,-1 0-1 0 0,1 0 0 0 0,-1 0 0 0 0,0 1 0 0 0,1-1 0 0 0,-1 0 0 0 0,0 1 0 0 0,0-1 1 0 0,1 1-1 0 0,-1 0 0 0 0,0-1 0 0 0,-3 1 0 0 0,2 1-6 0 0,0-1-1 0 0,-1 1 1 0 0,1 0 0 0 0,0 0-1 0 0,0 0 1 0 0,0 0 0 0 0,1 0 0 0 0,-1 1-1 0 0,0-1 1 0 0,0 1 0 0 0,-2 2-1 0 0,-1 1 7 0 0,0 0-1 0 0,0 0 0 0 0,1 1 1 0 0,-1 0-1 0 0,2 0 0 0 0,-1 0 1 0 0,1 0-1 0 0,-7 13 0 0 0,7-10 3 0 0,1 1-1 0 0,0 0 0 0 0,1 0 1 0 0,0 0-1 0 0,1 0 0 0 0,0 0 1 0 0,0 0-1 0 0,1 0 0 0 0,0 0 1 0 0,4 19-1 0 0,-2-15-10 0 0,1-1-1 0 0,1-1 0 0 0,0 1 1 0 0,1 0-1 0 0,0-1 1 0 0,1 0-1 0 0,12 19 1 0 0,-14-26-21 0 0,0-1-1 0 0,0 0 1 0 0,0 0 0 0 0,0 0 0 0 0,0 0 0 0 0,1-1 0 0 0,-1 0-1 0 0,1 0 1 0 0,0 0 0 0 0,0 0 0 0 0,0-1 0 0 0,1 0 0 0 0,-1 0-1 0 0,0-1 1 0 0,12 3 0 0 0,-4-5-1 0 0,-9 0-74 0 0,-1-1 1 0 0,1 1-1 0 0,-1-1 0 0 0,0 0 0 0 0,1 0 1 0 0,-1 0-1 0 0,0 0 0 0 0,0 0 0 0 0,0-1 1 0 0,-1 0-1 0 0,1 1 0 0 0,0-1 0 0 0,-1 0 1 0 0,0 0-1 0 0,0 0 0 0 0,0-1 0 0 0,3-6 1 0 0,-5 9-1471 0 0,2-10-9178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0T11:40:18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 10481 0 0,'-1'0'5900'0'0,"-11"0"3461"0"0,8 2-8840 0 0,1 0 0 0 0,-1 0 1 0 0,1 1-1 0 0,0-1 1 0 0,-1 1-1 0 0,-2 3 0 0 0,5-5 465 0 0,6-3-920 0 0,14-7-4 0 0,-19 9-66 0 0,1 0-1 0 0,-1 0 1 0 0,0 0-1 0 0,1 0 1 0 0,-1 0-1 0 0,0 0 1 0 0,0-1-1 0 0,1 1 1 0 0,-1 0-1 0 0,0 0 1 0 0,0 0-1 0 0,1 0 1 0 0,-1 0-1 0 0,0-1 1 0 0,0 1-1 0 0,1 0 1 0 0,-1 0-1 0 0,0 0 1 0 0,0-1-1 0 0,0 1 1 0 0,1 0-1 0 0,-1 0 0 0 0,0 0 1 0 0,0-1-1 0 0,0 1 1 0 0,0 0-1 0 0,0-1 1 0 0,1 1-1 0 0,-1 0 1 0 0,0 0-1 0 0,0-1 1 0 0,0 1-1 0 0,0 0 1 0 0,0-1-1 0 0,0 1 1 0 0,0 0-1 0 0,0 0 1 0 0,0-1-1 0 0,0 1 1 0 0,0 0-1 0 0,0-1 1 0 0,0 1-1 0 0,0 0 1 0 0,-1 0-1 0 0,1-1 0 0 0,0 1 1 0 0,0 0-1 0 0,0 0 1 0 0,0-1-1 0 0,0 1 1 0 0,-1 0-1 0 0,1 0 1 0 0,0-1-1 0 0,0 1 1 0 0,0 0-1 0 0,-1 0 1 0 0,1 0-1 0 0,0-1 1 0 0,0 1-1 0 0,-1 0 1 0 0,1 0-1 0 0,0 0 1 0 0,-1 0-1 0 0,-11-5-406 0 0,9 3-289 0 0,-1 4-1157 0 0,-11 7-2630 0 0,4 0-1856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7095-7FAC-515C-C485-1F6A37E61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BEEB-4790-E8F2-09D9-1E139DB25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BA945-9423-8CB5-1D22-BDC9C0E4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42111-1477-FA1C-706D-B408BB14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E8C8A-78FE-F2CF-E2FF-7D21F051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92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5DF7-F749-5DCE-1C50-00957405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ECEB7-3998-E604-11D3-AC4ED478E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56C8-ECB9-37B4-5FA3-1130C374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6402B-2448-EFE0-1B19-0D9EAA37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DA132-543D-6D81-C3F5-09FA31A6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61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AAB0-F38D-35D8-257F-F7E16FEA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13A59-E033-ABA9-FE1A-9C3EDA35F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7081-C4FA-E592-CC43-C9298491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9A71-2501-8C72-CF40-2D8526F7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6E9B-F846-8B2D-F6DD-D46044D2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66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3272-E5B4-C703-3587-1FF73C89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1B86B-728F-C71E-DCD2-FF3A44A4D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8A36C-8E10-D21B-AD7D-7C7B94166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C78EF-C170-2F33-26ED-17D5EA6E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B045-F0DA-689E-7BF9-393BD84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E3FD-85CA-B4B8-FFA3-E97A9585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64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CE02-C024-85F8-67DD-349E2529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0569A-3460-80EA-D8AE-67E7C1F50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D5C29-2FE1-7927-27B4-19DA8C52E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F05B9-5ED1-F63B-5877-E32036C97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787BE-9A01-18A2-3290-9EECC0438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C6C35-923B-28A2-9CC1-DADC6D22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107D3-B9CB-318D-3F6E-1EBED4DF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57D15-79B1-C410-7064-6103A5F8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24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2C73-C515-D3F0-B016-7F5A833C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A2DC3-B629-6B1B-5C5C-7BA542DA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45561-64C9-64AA-A82F-B7A0E21C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5B53E-F960-4FC5-E6FD-0AF94435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13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6EED3-26EA-B040-D5EF-7FBCA8BB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59005-BA60-B73E-C5C6-BE755223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E76DE-162C-FC10-F05F-5B965381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17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4F03-DE67-1CD8-BFC4-C7FD8E98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145B8-21DE-200E-D91E-9C146BE28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6FB2C-EE47-33FC-7D46-21BC6A6C2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AAD89-6C7F-570A-6814-DCA106C3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235AE-AD96-D4E3-5DFF-4F0DC80F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B94BC-2CA1-9CBC-C18F-3164B7AB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46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94C1-322B-D6BF-21E4-7614AB4F1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EAA13-057A-82A8-5172-24D9381DC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BC9C2-9672-64CC-8C3E-ED174E5BE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77424-4681-B71B-34D8-4B72F8A8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1BD3F-C46F-D542-4D02-1D089DE8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69FE2-DA8D-8553-D8F6-B0ADEFA8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4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9FBA-D30F-B955-F33F-847586C9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46532-64C7-9F02-FA18-D5E5D6FB0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DA58-88AD-24A5-4FE1-99C764B6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DE8D0-AD7B-9B84-3165-E6673AB6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1D7F9-A404-967A-28B5-D5F1988C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86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4C261-FE47-16E4-D785-A0CA0172B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18F90-3D6B-969B-70C0-2ED38B764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21FCE-198D-9740-E755-F75B29A7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25135-F00F-4B51-5DBD-FDB64806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E5C1-1C70-40A9-149D-269FC111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57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03CEC-7831-3DDA-2B0A-AE4C2BAD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1147-C54E-C485-94B8-6C1C048D5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FA627-4D66-658F-7985-1C82E188B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F70A3-FA4C-4C34-BAB8-6EA1FD379A50}" type="datetimeFigureOut">
              <a:rPr lang="en-IN" smtClean="0"/>
              <a:t>20-06-2025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2C928-2B4C-9E97-FF2D-024CDBE3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7402F-9DAD-B256-0F0C-03D81BC52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6873C-8787-4964-B239-D1006CDCC6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21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99.png"/><Relationship Id="rId42" Type="http://schemas.openxmlformats.org/officeDocument/2006/relationships/customXml" Target="../ink/ink110.xml"/><Relationship Id="rId63" Type="http://schemas.openxmlformats.org/officeDocument/2006/relationships/image" Target="../media/image120.png"/><Relationship Id="rId84" Type="http://schemas.openxmlformats.org/officeDocument/2006/relationships/customXml" Target="../ink/ink131.xml"/><Relationship Id="rId138" Type="http://schemas.openxmlformats.org/officeDocument/2006/relationships/customXml" Target="../ink/ink158.xml"/><Relationship Id="rId159" Type="http://schemas.openxmlformats.org/officeDocument/2006/relationships/image" Target="../media/image168.png"/><Relationship Id="rId170" Type="http://schemas.openxmlformats.org/officeDocument/2006/relationships/customXml" Target="../ink/ink174.xml"/><Relationship Id="rId191" Type="http://schemas.openxmlformats.org/officeDocument/2006/relationships/image" Target="../media/image184.png"/><Relationship Id="rId205" Type="http://schemas.openxmlformats.org/officeDocument/2006/relationships/image" Target="../media/image191.png"/><Relationship Id="rId226" Type="http://schemas.openxmlformats.org/officeDocument/2006/relationships/customXml" Target="../ink/ink202.xml"/><Relationship Id="rId107" Type="http://schemas.openxmlformats.org/officeDocument/2006/relationships/image" Target="../media/image142.png"/><Relationship Id="rId11" Type="http://schemas.openxmlformats.org/officeDocument/2006/relationships/image" Target="../media/image94.png"/><Relationship Id="rId32" Type="http://schemas.openxmlformats.org/officeDocument/2006/relationships/customXml" Target="../ink/ink105.xml"/><Relationship Id="rId53" Type="http://schemas.openxmlformats.org/officeDocument/2006/relationships/image" Target="../media/image115.png"/><Relationship Id="rId74" Type="http://schemas.openxmlformats.org/officeDocument/2006/relationships/customXml" Target="../ink/ink126.xml"/><Relationship Id="rId128" Type="http://schemas.openxmlformats.org/officeDocument/2006/relationships/customXml" Target="../ink/ink153.xml"/><Relationship Id="rId149" Type="http://schemas.openxmlformats.org/officeDocument/2006/relationships/image" Target="../media/image163.png"/><Relationship Id="rId5" Type="http://schemas.openxmlformats.org/officeDocument/2006/relationships/image" Target="../media/image91.png"/><Relationship Id="rId95" Type="http://schemas.openxmlformats.org/officeDocument/2006/relationships/image" Target="../media/image136.png"/><Relationship Id="rId160" Type="http://schemas.openxmlformats.org/officeDocument/2006/relationships/customXml" Target="../ink/ink169.xml"/><Relationship Id="rId181" Type="http://schemas.openxmlformats.org/officeDocument/2006/relationships/image" Target="../media/image179.png"/><Relationship Id="rId216" Type="http://schemas.openxmlformats.org/officeDocument/2006/relationships/customXml" Target="../ink/ink197.xml"/><Relationship Id="rId22" Type="http://schemas.openxmlformats.org/officeDocument/2006/relationships/customXml" Target="../ink/ink100.xml"/><Relationship Id="rId43" Type="http://schemas.openxmlformats.org/officeDocument/2006/relationships/image" Target="../media/image110.png"/><Relationship Id="rId64" Type="http://schemas.openxmlformats.org/officeDocument/2006/relationships/customXml" Target="../ink/ink121.xml"/><Relationship Id="rId118" Type="http://schemas.openxmlformats.org/officeDocument/2006/relationships/customXml" Target="../ink/ink148.xml"/><Relationship Id="rId139" Type="http://schemas.openxmlformats.org/officeDocument/2006/relationships/image" Target="../media/image158.png"/><Relationship Id="rId85" Type="http://schemas.openxmlformats.org/officeDocument/2006/relationships/image" Target="../media/image131.png"/><Relationship Id="rId150" Type="http://schemas.openxmlformats.org/officeDocument/2006/relationships/customXml" Target="../ink/ink164.xml"/><Relationship Id="rId171" Type="http://schemas.openxmlformats.org/officeDocument/2006/relationships/image" Target="../media/image174.png"/><Relationship Id="rId192" Type="http://schemas.openxmlformats.org/officeDocument/2006/relationships/customXml" Target="../ink/ink185.xml"/><Relationship Id="rId206" Type="http://schemas.openxmlformats.org/officeDocument/2006/relationships/customXml" Target="../ink/ink192.xml"/><Relationship Id="rId227" Type="http://schemas.openxmlformats.org/officeDocument/2006/relationships/image" Target="../media/image202.png"/><Relationship Id="rId12" Type="http://schemas.openxmlformats.org/officeDocument/2006/relationships/customXml" Target="../ink/ink95.xml"/><Relationship Id="rId33" Type="http://schemas.openxmlformats.org/officeDocument/2006/relationships/image" Target="../media/image105.png"/><Relationship Id="rId108" Type="http://schemas.openxmlformats.org/officeDocument/2006/relationships/customXml" Target="../ink/ink143.xml"/><Relationship Id="rId129" Type="http://schemas.openxmlformats.org/officeDocument/2006/relationships/image" Target="../media/image153.png"/><Relationship Id="rId54" Type="http://schemas.openxmlformats.org/officeDocument/2006/relationships/customXml" Target="../ink/ink116.xml"/><Relationship Id="rId75" Type="http://schemas.openxmlformats.org/officeDocument/2006/relationships/image" Target="../media/image126.png"/><Relationship Id="rId96" Type="http://schemas.openxmlformats.org/officeDocument/2006/relationships/customXml" Target="../ink/ink137.xml"/><Relationship Id="rId140" Type="http://schemas.openxmlformats.org/officeDocument/2006/relationships/customXml" Target="../ink/ink159.xml"/><Relationship Id="rId161" Type="http://schemas.openxmlformats.org/officeDocument/2006/relationships/image" Target="../media/image169.png"/><Relationship Id="rId182" Type="http://schemas.openxmlformats.org/officeDocument/2006/relationships/customXml" Target="../ink/ink180.xml"/><Relationship Id="rId217" Type="http://schemas.openxmlformats.org/officeDocument/2006/relationships/image" Target="../media/image197.png"/><Relationship Id="rId6" Type="http://schemas.openxmlformats.org/officeDocument/2006/relationships/customXml" Target="../ink/ink92.xml"/><Relationship Id="rId23" Type="http://schemas.openxmlformats.org/officeDocument/2006/relationships/image" Target="../media/image100.png"/><Relationship Id="rId119" Type="http://schemas.openxmlformats.org/officeDocument/2006/relationships/image" Target="../media/image148.png"/><Relationship Id="rId44" Type="http://schemas.openxmlformats.org/officeDocument/2006/relationships/customXml" Target="../ink/ink111.xml"/><Relationship Id="rId65" Type="http://schemas.openxmlformats.org/officeDocument/2006/relationships/image" Target="../media/image121.png"/><Relationship Id="rId86" Type="http://schemas.openxmlformats.org/officeDocument/2006/relationships/customXml" Target="../ink/ink132.xml"/><Relationship Id="rId130" Type="http://schemas.openxmlformats.org/officeDocument/2006/relationships/customXml" Target="../ink/ink154.xml"/><Relationship Id="rId151" Type="http://schemas.openxmlformats.org/officeDocument/2006/relationships/image" Target="../media/image164.png"/><Relationship Id="rId172" Type="http://schemas.openxmlformats.org/officeDocument/2006/relationships/customXml" Target="../ink/ink175.xml"/><Relationship Id="rId193" Type="http://schemas.openxmlformats.org/officeDocument/2006/relationships/image" Target="../media/image185.png"/><Relationship Id="rId207" Type="http://schemas.openxmlformats.org/officeDocument/2006/relationships/image" Target="../media/image192.png"/><Relationship Id="rId228" Type="http://schemas.openxmlformats.org/officeDocument/2006/relationships/customXml" Target="../ink/ink203.xml"/><Relationship Id="rId13" Type="http://schemas.openxmlformats.org/officeDocument/2006/relationships/image" Target="../media/image95.png"/><Relationship Id="rId109" Type="http://schemas.openxmlformats.org/officeDocument/2006/relationships/image" Target="../media/image143.png"/><Relationship Id="rId34" Type="http://schemas.openxmlformats.org/officeDocument/2006/relationships/customXml" Target="../ink/ink106.xml"/><Relationship Id="rId55" Type="http://schemas.openxmlformats.org/officeDocument/2006/relationships/image" Target="../media/image116.png"/><Relationship Id="rId76" Type="http://schemas.openxmlformats.org/officeDocument/2006/relationships/customXml" Target="../ink/ink127.xml"/><Relationship Id="rId97" Type="http://schemas.openxmlformats.org/officeDocument/2006/relationships/image" Target="../media/image137.png"/><Relationship Id="rId120" Type="http://schemas.openxmlformats.org/officeDocument/2006/relationships/customXml" Target="../ink/ink149.xml"/><Relationship Id="rId141" Type="http://schemas.openxmlformats.org/officeDocument/2006/relationships/image" Target="../media/image159.png"/><Relationship Id="rId7" Type="http://schemas.openxmlformats.org/officeDocument/2006/relationships/image" Target="../media/image92.png"/><Relationship Id="rId162" Type="http://schemas.openxmlformats.org/officeDocument/2006/relationships/customXml" Target="../ink/ink170.xml"/><Relationship Id="rId183" Type="http://schemas.openxmlformats.org/officeDocument/2006/relationships/image" Target="../media/image180.png"/><Relationship Id="rId218" Type="http://schemas.openxmlformats.org/officeDocument/2006/relationships/customXml" Target="../ink/ink198.xml"/><Relationship Id="rId24" Type="http://schemas.openxmlformats.org/officeDocument/2006/relationships/customXml" Target="../ink/ink101.xml"/><Relationship Id="rId45" Type="http://schemas.openxmlformats.org/officeDocument/2006/relationships/image" Target="../media/image111.png"/><Relationship Id="rId66" Type="http://schemas.openxmlformats.org/officeDocument/2006/relationships/customXml" Target="../ink/ink122.xml"/><Relationship Id="rId87" Type="http://schemas.openxmlformats.org/officeDocument/2006/relationships/image" Target="../media/image132.png"/><Relationship Id="rId110" Type="http://schemas.openxmlformats.org/officeDocument/2006/relationships/customXml" Target="../ink/ink144.xml"/><Relationship Id="rId131" Type="http://schemas.openxmlformats.org/officeDocument/2006/relationships/image" Target="../media/image154.png"/><Relationship Id="rId152" Type="http://schemas.openxmlformats.org/officeDocument/2006/relationships/customXml" Target="../ink/ink165.xml"/><Relationship Id="rId173" Type="http://schemas.openxmlformats.org/officeDocument/2006/relationships/image" Target="../media/image175.png"/><Relationship Id="rId194" Type="http://schemas.openxmlformats.org/officeDocument/2006/relationships/customXml" Target="../ink/ink186.xml"/><Relationship Id="rId208" Type="http://schemas.openxmlformats.org/officeDocument/2006/relationships/customXml" Target="../ink/ink193.xml"/><Relationship Id="rId229" Type="http://schemas.openxmlformats.org/officeDocument/2006/relationships/image" Target="../media/image203.png"/><Relationship Id="rId14" Type="http://schemas.openxmlformats.org/officeDocument/2006/relationships/customXml" Target="../ink/ink96.xml"/><Relationship Id="rId35" Type="http://schemas.openxmlformats.org/officeDocument/2006/relationships/image" Target="../media/image106.png"/><Relationship Id="rId56" Type="http://schemas.openxmlformats.org/officeDocument/2006/relationships/customXml" Target="../ink/ink117.xml"/><Relationship Id="rId77" Type="http://schemas.openxmlformats.org/officeDocument/2006/relationships/image" Target="../media/image127.png"/><Relationship Id="rId100" Type="http://schemas.openxmlformats.org/officeDocument/2006/relationships/customXml" Target="../ink/ink139.xml"/><Relationship Id="rId8" Type="http://schemas.openxmlformats.org/officeDocument/2006/relationships/customXml" Target="../ink/ink93.xml"/><Relationship Id="rId98" Type="http://schemas.openxmlformats.org/officeDocument/2006/relationships/customXml" Target="../ink/ink138.xml"/><Relationship Id="rId121" Type="http://schemas.openxmlformats.org/officeDocument/2006/relationships/image" Target="../media/image149.png"/><Relationship Id="rId142" Type="http://schemas.openxmlformats.org/officeDocument/2006/relationships/customXml" Target="../ink/ink160.xml"/><Relationship Id="rId163" Type="http://schemas.openxmlformats.org/officeDocument/2006/relationships/image" Target="../media/image170.png"/><Relationship Id="rId184" Type="http://schemas.openxmlformats.org/officeDocument/2006/relationships/customXml" Target="../ink/ink181.xml"/><Relationship Id="rId219" Type="http://schemas.openxmlformats.org/officeDocument/2006/relationships/image" Target="../media/image198.png"/><Relationship Id="rId230" Type="http://schemas.openxmlformats.org/officeDocument/2006/relationships/customXml" Target="../ink/ink204.xml"/><Relationship Id="rId25" Type="http://schemas.openxmlformats.org/officeDocument/2006/relationships/image" Target="../media/image101.png"/><Relationship Id="rId46" Type="http://schemas.openxmlformats.org/officeDocument/2006/relationships/customXml" Target="../ink/ink112.xml"/><Relationship Id="rId67" Type="http://schemas.openxmlformats.org/officeDocument/2006/relationships/image" Target="../media/image122.png"/><Relationship Id="rId116" Type="http://schemas.openxmlformats.org/officeDocument/2006/relationships/customXml" Target="../ink/ink147.xml"/><Relationship Id="rId137" Type="http://schemas.openxmlformats.org/officeDocument/2006/relationships/image" Target="../media/image157.png"/><Relationship Id="rId158" Type="http://schemas.openxmlformats.org/officeDocument/2006/relationships/customXml" Target="../ink/ink168.xml"/><Relationship Id="rId20" Type="http://schemas.openxmlformats.org/officeDocument/2006/relationships/customXml" Target="../ink/ink99.xml"/><Relationship Id="rId41" Type="http://schemas.openxmlformats.org/officeDocument/2006/relationships/image" Target="../media/image109.png"/><Relationship Id="rId62" Type="http://schemas.openxmlformats.org/officeDocument/2006/relationships/customXml" Target="../ink/ink120.xml"/><Relationship Id="rId83" Type="http://schemas.openxmlformats.org/officeDocument/2006/relationships/image" Target="../media/image130.png"/><Relationship Id="rId88" Type="http://schemas.openxmlformats.org/officeDocument/2006/relationships/customXml" Target="../ink/ink133.xml"/><Relationship Id="rId111" Type="http://schemas.openxmlformats.org/officeDocument/2006/relationships/image" Target="../media/image144.png"/><Relationship Id="rId132" Type="http://schemas.openxmlformats.org/officeDocument/2006/relationships/customXml" Target="../ink/ink155.xml"/><Relationship Id="rId153" Type="http://schemas.openxmlformats.org/officeDocument/2006/relationships/image" Target="../media/image165.png"/><Relationship Id="rId174" Type="http://schemas.openxmlformats.org/officeDocument/2006/relationships/customXml" Target="../ink/ink176.xml"/><Relationship Id="rId179" Type="http://schemas.openxmlformats.org/officeDocument/2006/relationships/image" Target="../media/image178.png"/><Relationship Id="rId195" Type="http://schemas.openxmlformats.org/officeDocument/2006/relationships/image" Target="../media/image186.png"/><Relationship Id="rId209" Type="http://schemas.openxmlformats.org/officeDocument/2006/relationships/image" Target="../media/image193.png"/><Relationship Id="rId190" Type="http://schemas.openxmlformats.org/officeDocument/2006/relationships/customXml" Target="../ink/ink184.xml"/><Relationship Id="rId204" Type="http://schemas.openxmlformats.org/officeDocument/2006/relationships/customXml" Target="../ink/ink191.xml"/><Relationship Id="rId220" Type="http://schemas.openxmlformats.org/officeDocument/2006/relationships/customXml" Target="../ink/ink199.xml"/><Relationship Id="rId225" Type="http://schemas.openxmlformats.org/officeDocument/2006/relationships/image" Target="../media/image201.png"/><Relationship Id="rId15" Type="http://schemas.openxmlformats.org/officeDocument/2006/relationships/image" Target="../media/image96.png"/><Relationship Id="rId36" Type="http://schemas.openxmlformats.org/officeDocument/2006/relationships/customXml" Target="../ink/ink107.xml"/><Relationship Id="rId57" Type="http://schemas.openxmlformats.org/officeDocument/2006/relationships/image" Target="../media/image117.png"/><Relationship Id="rId106" Type="http://schemas.openxmlformats.org/officeDocument/2006/relationships/customXml" Target="../ink/ink142.xml"/><Relationship Id="rId127" Type="http://schemas.openxmlformats.org/officeDocument/2006/relationships/image" Target="../media/image152.png"/><Relationship Id="rId10" Type="http://schemas.openxmlformats.org/officeDocument/2006/relationships/customXml" Target="../ink/ink94.xml"/><Relationship Id="rId31" Type="http://schemas.openxmlformats.org/officeDocument/2006/relationships/image" Target="../media/image104.png"/><Relationship Id="rId52" Type="http://schemas.openxmlformats.org/officeDocument/2006/relationships/customXml" Target="../ink/ink115.xml"/><Relationship Id="rId73" Type="http://schemas.openxmlformats.org/officeDocument/2006/relationships/image" Target="../media/image125.png"/><Relationship Id="rId78" Type="http://schemas.openxmlformats.org/officeDocument/2006/relationships/customXml" Target="../ink/ink128.xml"/><Relationship Id="rId94" Type="http://schemas.openxmlformats.org/officeDocument/2006/relationships/customXml" Target="../ink/ink136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customXml" Target="../ink/ink150.xml"/><Relationship Id="rId143" Type="http://schemas.openxmlformats.org/officeDocument/2006/relationships/image" Target="../media/image160.png"/><Relationship Id="rId148" Type="http://schemas.openxmlformats.org/officeDocument/2006/relationships/customXml" Target="../ink/ink163.xml"/><Relationship Id="rId164" Type="http://schemas.openxmlformats.org/officeDocument/2006/relationships/customXml" Target="../ink/ink171.xml"/><Relationship Id="rId169" Type="http://schemas.openxmlformats.org/officeDocument/2006/relationships/image" Target="../media/image173.png"/><Relationship Id="rId185" Type="http://schemas.openxmlformats.org/officeDocument/2006/relationships/image" Target="../media/image181.png"/><Relationship Id="rId4" Type="http://schemas.openxmlformats.org/officeDocument/2006/relationships/customXml" Target="../ink/ink91.xml"/><Relationship Id="rId9" Type="http://schemas.openxmlformats.org/officeDocument/2006/relationships/image" Target="../media/image93.png"/><Relationship Id="rId180" Type="http://schemas.openxmlformats.org/officeDocument/2006/relationships/customXml" Target="../ink/ink179.xml"/><Relationship Id="rId210" Type="http://schemas.openxmlformats.org/officeDocument/2006/relationships/customXml" Target="../ink/ink194.xml"/><Relationship Id="rId215" Type="http://schemas.openxmlformats.org/officeDocument/2006/relationships/image" Target="../media/image196.png"/><Relationship Id="rId26" Type="http://schemas.openxmlformats.org/officeDocument/2006/relationships/customXml" Target="../ink/ink102.xml"/><Relationship Id="rId231" Type="http://schemas.openxmlformats.org/officeDocument/2006/relationships/image" Target="../media/image204.png"/><Relationship Id="rId47" Type="http://schemas.openxmlformats.org/officeDocument/2006/relationships/image" Target="../media/image112.png"/><Relationship Id="rId68" Type="http://schemas.openxmlformats.org/officeDocument/2006/relationships/customXml" Target="../ink/ink123.xml"/><Relationship Id="rId89" Type="http://schemas.openxmlformats.org/officeDocument/2006/relationships/image" Target="../media/image133.png"/><Relationship Id="rId112" Type="http://schemas.openxmlformats.org/officeDocument/2006/relationships/customXml" Target="../ink/ink145.xml"/><Relationship Id="rId133" Type="http://schemas.openxmlformats.org/officeDocument/2006/relationships/image" Target="../media/image155.png"/><Relationship Id="rId154" Type="http://schemas.openxmlformats.org/officeDocument/2006/relationships/customXml" Target="../ink/ink166.xml"/><Relationship Id="rId175" Type="http://schemas.openxmlformats.org/officeDocument/2006/relationships/image" Target="../media/image176.png"/><Relationship Id="rId196" Type="http://schemas.openxmlformats.org/officeDocument/2006/relationships/customXml" Target="../ink/ink187.xml"/><Relationship Id="rId200" Type="http://schemas.openxmlformats.org/officeDocument/2006/relationships/customXml" Target="../ink/ink189.xml"/><Relationship Id="rId16" Type="http://schemas.openxmlformats.org/officeDocument/2006/relationships/customXml" Target="../ink/ink97.xml"/><Relationship Id="rId221" Type="http://schemas.openxmlformats.org/officeDocument/2006/relationships/image" Target="../media/image199.png"/><Relationship Id="rId37" Type="http://schemas.openxmlformats.org/officeDocument/2006/relationships/image" Target="../media/image107.png"/><Relationship Id="rId58" Type="http://schemas.openxmlformats.org/officeDocument/2006/relationships/customXml" Target="../ink/ink118.xml"/><Relationship Id="rId79" Type="http://schemas.openxmlformats.org/officeDocument/2006/relationships/image" Target="../media/image128.png"/><Relationship Id="rId102" Type="http://schemas.openxmlformats.org/officeDocument/2006/relationships/customXml" Target="../ink/ink140.xml"/><Relationship Id="rId123" Type="http://schemas.openxmlformats.org/officeDocument/2006/relationships/image" Target="../media/image150.png"/><Relationship Id="rId144" Type="http://schemas.openxmlformats.org/officeDocument/2006/relationships/customXml" Target="../ink/ink161.xml"/><Relationship Id="rId90" Type="http://schemas.openxmlformats.org/officeDocument/2006/relationships/customXml" Target="../ink/ink134.xml"/><Relationship Id="rId165" Type="http://schemas.openxmlformats.org/officeDocument/2006/relationships/image" Target="../media/image171.png"/><Relationship Id="rId186" Type="http://schemas.openxmlformats.org/officeDocument/2006/relationships/customXml" Target="../ink/ink182.xml"/><Relationship Id="rId211" Type="http://schemas.openxmlformats.org/officeDocument/2006/relationships/image" Target="../media/image194.png"/><Relationship Id="rId27" Type="http://schemas.openxmlformats.org/officeDocument/2006/relationships/image" Target="../media/image102.png"/><Relationship Id="rId48" Type="http://schemas.openxmlformats.org/officeDocument/2006/relationships/customXml" Target="../ink/ink113.xml"/><Relationship Id="rId69" Type="http://schemas.openxmlformats.org/officeDocument/2006/relationships/image" Target="../media/image123.png"/><Relationship Id="rId113" Type="http://schemas.openxmlformats.org/officeDocument/2006/relationships/image" Target="../media/image145.png"/><Relationship Id="rId134" Type="http://schemas.openxmlformats.org/officeDocument/2006/relationships/customXml" Target="../ink/ink156.xml"/><Relationship Id="rId80" Type="http://schemas.openxmlformats.org/officeDocument/2006/relationships/customXml" Target="../ink/ink129.xml"/><Relationship Id="rId155" Type="http://schemas.openxmlformats.org/officeDocument/2006/relationships/image" Target="../media/image166.png"/><Relationship Id="rId176" Type="http://schemas.openxmlformats.org/officeDocument/2006/relationships/customXml" Target="../ink/ink177.xml"/><Relationship Id="rId197" Type="http://schemas.openxmlformats.org/officeDocument/2006/relationships/image" Target="../media/image187.png"/><Relationship Id="rId201" Type="http://schemas.openxmlformats.org/officeDocument/2006/relationships/image" Target="../media/image189.png"/><Relationship Id="rId222" Type="http://schemas.openxmlformats.org/officeDocument/2006/relationships/customXml" Target="../ink/ink200.xml"/><Relationship Id="rId17" Type="http://schemas.openxmlformats.org/officeDocument/2006/relationships/image" Target="../media/image97.png"/><Relationship Id="rId38" Type="http://schemas.openxmlformats.org/officeDocument/2006/relationships/customXml" Target="../ink/ink108.xml"/><Relationship Id="rId59" Type="http://schemas.openxmlformats.org/officeDocument/2006/relationships/image" Target="../media/image118.png"/><Relationship Id="rId103" Type="http://schemas.openxmlformats.org/officeDocument/2006/relationships/image" Target="../media/image140.png"/><Relationship Id="rId124" Type="http://schemas.openxmlformats.org/officeDocument/2006/relationships/customXml" Target="../ink/ink151.xml"/><Relationship Id="rId70" Type="http://schemas.openxmlformats.org/officeDocument/2006/relationships/customXml" Target="../ink/ink124.xml"/><Relationship Id="rId91" Type="http://schemas.openxmlformats.org/officeDocument/2006/relationships/image" Target="../media/image134.png"/><Relationship Id="rId145" Type="http://schemas.openxmlformats.org/officeDocument/2006/relationships/image" Target="../media/image161.png"/><Relationship Id="rId166" Type="http://schemas.openxmlformats.org/officeDocument/2006/relationships/customXml" Target="../ink/ink172.xml"/><Relationship Id="rId187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5.xml"/><Relationship Id="rId28" Type="http://schemas.openxmlformats.org/officeDocument/2006/relationships/customXml" Target="../ink/ink103.xml"/><Relationship Id="rId49" Type="http://schemas.openxmlformats.org/officeDocument/2006/relationships/image" Target="../media/image113.png"/><Relationship Id="rId114" Type="http://schemas.openxmlformats.org/officeDocument/2006/relationships/customXml" Target="../ink/ink146.xml"/><Relationship Id="rId60" Type="http://schemas.openxmlformats.org/officeDocument/2006/relationships/customXml" Target="../ink/ink119.xml"/><Relationship Id="rId81" Type="http://schemas.openxmlformats.org/officeDocument/2006/relationships/image" Target="../media/image129.png"/><Relationship Id="rId135" Type="http://schemas.openxmlformats.org/officeDocument/2006/relationships/image" Target="../media/image156.png"/><Relationship Id="rId156" Type="http://schemas.openxmlformats.org/officeDocument/2006/relationships/customXml" Target="../ink/ink167.xml"/><Relationship Id="rId177" Type="http://schemas.openxmlformats.org/officeDocument/2006/relationships/image" Target="../media/image177.png"/><Relationship Id="rId198" Type="http://schemas.openxmlformats.org/officeDocument/2006/relationships/customXml" Target="../ink/ink188.xml"/><Relationship Id="rId202" Type="http://schemas.openxmlformats.org/officeDocument/2006/relationships/customXml" Target="../ink/ink190.xml"/><Relationship Id="rId223" Type="http://schemas.openxmlformats.org/officeDocument/2006/relationships/image" Target="../media/image200.png"/><Relationship Id="rId18" Type="http://schemas.openxmlformats.org/officeDocument/2006/relationships/customXml" Target="../ink/ink98.xml"/><Relationship Id="rId39" Type="http://schemas.openxmlformats.org/officeDocument/2006/relationships/image" Target="../media/image108.png"/><Relationship Id="rId50" Type="http://schemas.openxmlformats.org/officeDocument/2006/relationships/customXml" Target="../ink/ink114.xml"/><Relationship Id="rId104" Type="http://schemas.openxmlformats.org/officeDocument/2006/relationships/customXml" Target="../ink/ink141.xml"/><Relationship Id="rId125" Type="http://schemas.openxmlformats.org/officeDocument/2006/relationships/image" Target="../media/image151.png"/><Relationship Id="rId146" Type="http://schemas.openxmlformats.org/officeDocument/2006/relationships/customXml" Target="../ink/ink162.xml"/><Relationship Id="rId167" Type="http://schemas.openxmlformats.org/officeDocument/2006/relationships/image" Target="../media/image172.png"/><Relationship Id="rId188" Type="http://schemas.openxmlformats.org/officeDocument/2006/relationships/customXml" Target="../ink/ink183.xml"/><Relationship Id="rId71" Type="http://schemas.openxmlformats.org/officeDocument/2006/relationships/image" Target="../media/image124.png"/><Relationship Id="rId92" Type="http://schemas.openxmlformats.org/officeDocument/2006/relationships/customXml" Target="../ink/ink135.xml"/><Relationship Id="rId213" Type="http://schemas.openxmlformats.org/officeDocument/2006/relationships/image" Target="../media/image195.png"/><Relationship Id="rId2" Type="http://schemas.openxmlformats.org/officeDocument/2006/relationships/customXml" Target="../ink/ink90.xml"/><Relationship Id="rId29" Type="http://schemas.openxmlformats.org/officeDocument/2006/relationships/image" Target="../media/image103.png"/><Relationship Id="rId40" Type="http://schemas.openxmlformats.org/officeDocument/2006/relationships/customXml" Target="../ink/ink109.xml"/><Relationship Id="rId115" Type="http://schemas.openxmlformats.org/officeDocument/2006/relationships/image" Target="../media/image146.png"/><Relationship Id="rId136" Type="http://schemas.openxmlformats.org/officeDocument/2006/relationships/customXml" Target="../ink/ink157.xml"/><Relationship Id="rId157" Type="http://schemas.openxmlformats.org/officeDocument/2006/relationships/image" Target="../media/image167.png"/><Relationship Id="rId178" Type="http://schemas.openxmlformats.org/officeDocument/2006/relationships/customXml" Target="../ink/ink178.xml"/><Relationship Id="rId61" Type="http://schemas.openxmlformats.org/officeDocument/2006/relationships/image" Target="../media/image119.png"/><Relationship Id="rId82" Type="http://schemas.openxmlformats.org/officeDocument/2006/relationships/customXml" Target="../ink/ink130.xml"/><Relationship Id="rId199" Type="http://schemas.openxmlformats.org/officeDocument/2006/relationships/image" Target="../media/image188.png"/><Relationship Id="rId203" Type="http://schemas.openxmlformats.org/officeDocument/2006/relationships/image" Target="../media/image190.png"/><Relationship Id="rId19" Type="http://schemas.openxmlformats.org/officeDocument/2006/relationships/image" Target="../media/image98.png"/><Relationship Id="rId224" Type="http://schemas.openxmlformats.org/officeDocument/2006/relationships/customXml" Target="../ink/ink201.xml"/><Relationship Id="rId30" Type="http://schemas.openxmlformats.org/officeDocument/2006/relationships/customXml" Target="../ink/ink104.xml"/><Relationship Id="rId105" Type="http://schemas.openxmlformats.org/officeDocument/2006/relationships/image" Target="../media/image141.png"/><Relationship Id="rId126" Type="http://schemas.openxmlformats.org/officeDocument/2006/relationships/customXml" Target="../ink/ink152.xml"/><Relationship Id="rId147" Type="http://schemas.openxmlformats.org/officeDocument/2006/relationships/image" Target="../media/image162.png"/><Relationship Id="rId168" Type="http://schemas.openxmlformats.org/officeDocument/2006/relationships/customXml" Target="../ink/ink173.xml"/><Relationship Id="rId51" Type="http://schemas.openxmlformats.org/officeDocument/2006/relationships/image" Target="../media/image114.png"/><Relationship Id="rId72" Type="http://schemas.openxmlformats.org/officeDocument/2006/relationships/customXml" Target="../ink/ink125.xml"/><Relationship Id="rId93" Type="http://schemas.openxmlformats.org/officeDocument/2006/relationships/image" Target="../media/image135.png"/><Relationship Id="rId189" Type="http://schemas.openxmlformats.org/officeDocument/2006/relationships/image" Target="../media/image183.png"/><Relationship Id="rId3" Type="http://schemas.openxmlformats.org/officeDocument/2006/relationships/image" Target="../media/image90.png"/><Relationship Id="rId214" Type="http://schemas.openxmlformats.org/officeDocument/2006/relationships/customXml" Target="../ink/ink196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2.png"/><Relationship Id="rId21" Type="http://schemas.openxmlformats.org/officeDocument/2006/relationships/image" Target="../media/image214.png"/><Relationship Id="rId42" Type="http://schemas.openxmlformats.org/officeDocument/2006/relationships/customXml" Target="../ink/ink225.xml"/><Relationship Id="rId63" Type="http://schemas.openxmlformats.org/officeDocument/2006/relationships/image" Target="../media/image235.png"/><Relationship Id="rId84" Type="http://schemas.openxmlformats.org/officeDocument/2006/relationships/customXml" Target="../ink/ink246.xml"/><Relationship Id="rId138" Type="http://schemas.openxmlformats.org/officeDocument/2006/relationships/customXml" Target="../ink/ink273.xml"/><Relationship Id="rId159" Type="http://schemas.openxmlformats.org/officeDocument/2006/relationships/image" Target="../media/image283.png"/><Relationship Id="rId170" Type="http://schemas.openxmlformats.org/officeDocument/2006/relationships/customXml" Target="../ink/ink289.xml"/><Relationship Id="rId191" Type="http://schemas.openxmlformats.org/officeDocument/2006/relationships/image" Target="../media/image299.png"/><Relationship Id="rId107" Type="http://schemas.openxmlformats.org/officeDocument/2006/relationships/image" Target="../media/image257.png"/><Relationship Id="rId11" Type="http://schemas.openxmlformats.org/officeDocument/2006/relationships/image" Target="../media/image209.png"/><Relationship Id="rId32" Type="http://schemas.openxmlformats.org/officeDocument/2006/relationships/customXml" Target="../ink/ink220.xml"/><Relationship Id="rId53" Type="http://schemas.openxmlformats.org/officeDocument/2006/relationships/image" Target="../media/image230.png"/><Relationship Id="rId74" Type="http://schemas.openxmlformats.org/officeDocument/2006/relationships/customXml" Target="../ink/ink241.xml"/><Relationship Id="rId128" Type="http://schemas.openxmlformats.org/officeDocument/2006/relationships/customXml" Target="../ink/ink268.xml"/><Relationship Id="rId149" Type="http://schemas.openxmlformats.org/officeDocument/2006/relationships/image" Target="../media/image278.png"/><Relationship Id="rId5" Type="http://schemas.openxmlformats.org/officeDocument/2006/relationships/image" Target="../media/image206.png"/><Relationship Id="rId95" Type="http://schemas.openxmlformats.org/officeDocument/2006/relationships/image" Target="../media/image251.png"/><Relationship Id="rId160" Type="http://schemas.openxmlformats.org/officeDocument/2006/relationships/customXml" Target="../ink/ink284.xml"/><Relationship Id="rId181" Type="http://schemas.openxmlformats.org/officeDocument/2006/relationships/image" Target="../media/image294.png"/><Relationship Id="rId22" Type="http://schemas.openxmlformats.org/officeDocument/2006/relationships/customXml" Target="../ink/ink215.xml"/><Relationship Id="rId43" Type="http://schemas.openxmlformats.org/officeDocument/2006/relationships/image" Target="../media/image225.png"/><Relationship Id="rId64" Type="http://schemas.openxmlformats.org/officeDocument/2006/relationships/customXml" Target="../ink/ink236.xml"/><Relationship Id="rId118" Type="http://schemas.openxmlformats.org/officeDocument/2006/relationships/customXml" Target="../ink/ink263.xml"/><Relationship Id="rId139" Type="http://schemas.openxmlformats.org/officeDocument/2006/relationships/image" Target="../media/image273.png"/><Relationship Id="rId85" Type="http://schemas.openxmlformats.org/officeDocument/2006/relationships/image" Target="../media/image246.png"/><Relationship Id="rId150" Type="http://schemas.openxmlformats.org/officeDocument/2006/relationships/customXml" Target="../ink/ink279.xml"/><Relationship Id="rId171" Type="http://schemas.openxmlformats.org/officeDocument/2006/relationships/image" Target="../media/image289.png"/><Relationship Id="rId12" Type="http://schemas.openxmlformats.org/officeDocument/2006/relationships/customXml" Target="../ink/ink210.xml"/><Relationship Id="rId33" Type="http://schemas.openxmlformats.org/officeDocument/2006/relationships/image" Target="../media/image220.png"/><Relationship Id="rId108" Type="http://schemas.openxmlformats.org/officeDocument/2006/relationships/customXml" Target="../ink/ink258.xml"/><Relationship Id="rId129" Type="http://schemas.openxmlformats.org/officeDocument/2006/relationships/image" Target="../media/image268.png"/><Relationship Id="rId54" Type="http://schemas.openxmlformats.org/officeDocument/2006/relationships/customXml" Target="../ink/ink231.xml"/><Relationship Id="rId75" Type="http://schemas.openxmlformats.org/officeDocument/2006/relationships/image" Target="../media/image241.png"/><Relationship Id="rId96" Type="http://schemas.openxmlformats.org/officeDocument/2006/relationships/customXml" Target="../ink/ink252.xml"/><Relationship Id="rId140" Type="http://schemas.openxmlformats.org/officeDocument/2006/relationships/customXml" Target="../ink/ink274.xml"/><Relationship Id="rId161" Type="http://schemas.openxmlformats.org/officeDocument/2006/relationships/image" Target="../media/image284.png"/><Relationship Id="rId182" Type="http://schemas.openxmlformats.org/officeDocument/2006/relationships/customXml" Target="../ink/ink295.xml"/><Relationship Id="rId6" Type="http://schemas.openxmlformats.org/officeDocument/2006/relationships/customXml" Target="../ink/ink207.xml"/><Relationship Id="rId23" Type="http://schemas.openxmlformats.org/officeDocument/2006/relationships/image" Target="../media/image215.png"/><Relationship Id="rId119" Type="http://schemas.openxmlformats.org/officeDocument/2006/relationships/image" Target="../media/image263.png"/><Relationship Id="rId44" Type="http://schemas.openxmlformats.org/officeDocument/2006/relationships/customXml" Target="../ink/ink226.xml"/><Relationship Id="rId65" Type="http://schemas.openxmlformats.org/officeDocument/2006/relationships/image" Target="../media/image236.png"/><Relationship Id="rId86" Type="http://schemas.openxmlformats.org/officeDocument/2006/relationships/customXml" Target="../ink/ink247.xml"/><Relationship Id="rId130" Type="http://schemas.openxmlformats.org/officeDocument/2006/relationships/customXml" Target="../ink/ink269.xml"/><Relationship Id="rId151" Type="http://schemas.openxmlformats.org/officeDocument/2006/relationships/image" Target="../media/image279.png"/><Relationship Id="rId172" Type="http://schemas.openxmlformats.org/officeDocument/2006/relationships/customXml" Target="../ink/ink290.xml"/><Relationship Id="rId13" Type="http://schemas.openxmlformats.org/officeDocument/2006/relationships/image" Target="../media/image210.png"/><Relationship Id="rId18" Type="http://schemas.openxmlformats.org/officeDocument/2006/relationships/customXml" Target="../ink/ink213.xml"/><Relationship Id="rId39" Type="http://schemas.openxmlformats.org/officeDocument/2006/relationships/image" Target="../media/image223.png"/><Relationship Id="rId109" Type="http://schemas.openxmlformats.org/officeDocument/2006/relationships/image" Target="../media/image258.png"/><Relationship Id="rId34" Type="http://schemas.openxmlformats.org/officeDocument/2006/relationships/customXml" Target="../ink/ink221.xml"/><Relationship Id="rId50" Type="http://schemas.openxmlformats.org/officeDocument/2006/relationships/customXml" Target="../ink/ink229.xml"/><Relationship Id="rId55" Type="http://schemas.openxmlformats.org/officeDocument/2006/relationships/image" Target="../media/image231.png"/><Relationship Id="rId76" Type="http://schemas.openxmlformats.org/officeDocument/2006/relationships/customXml" Target="../ink/ink242.xml"/><Relationship Id="rId97" Type="http://schemas.openxmlformats.org/officeDocument/2006/relationships/image" Target="../media/image252.png"/><Relationship Id="rId104" Type="http://schemas.openxmlformats.org/officeDocument/2006/relationships/customXml" Target="../ink/ink256.xml"/><Relationship Id="rId120" Type="http://schemas.openxmlformats.org/officeDocument/2006/relationships/customXml" Target="../ink/ink264.xml"/><Relationship Id="rId125" Type="http://schemas.openxmlformats.org/officeDocument/2006/relationships/image" Target="../media/image266.png"/><Relationship Id="rId141" Type="http://schemas.openxmlformats.org/officeDocument/2006/relationships/image" Target="../media/image274.png"/><Relationship Id="rId146" Type="http://schemas.openxmlformats.org/officeDocument/2006/relationships/customXml" Target="../ink/ink277.xml"/><Relationship Id="rId167" Type="http://schemas.openxmlformats.org/officeDocument/2006/relationships/image" Target="../media/image287.png"/><Relationship Id="rId188" Type="http://schemas.openxmlformats.org/officeDocument/2006/relationships/customXml" Target="../ink/ink298.xml"/><Relationship Id="rId7" Type="http://schemas.openxmlformats.org/officeDocument/2006/relationships/image" Target="../media/image207.png"/><Relationship Id="rId71" Type="http://schemas.openxmlformats.org/officeDocument/2006/relationships/image" Target="../media/image239.png"/><Relationship Id="rId92" Type="http://schemas.openxmlformats.org/officeDocument/2006/relationships/customXml" Target="../ink/ink250.xml"/><Relationship Id="rId162" Type="http://schemas.openxmlformats.org/officeDocument/2006/relationships/customXml" Target="../ink/ink285.xml"/><Relationship Id="rId183" Type="http://schemas.openxmlformats.org/officeDocument/2006/relationships/image" Target="../media/image295.png"/><Relationship Id="rId2" Type="http://schemas.openxmlformats.org/officeDocument/2006/relationships/customXml" Target="../ink/ink205.xml"/><Relationship Id="rId29" Type="http://schemas.openxmlformats.org/officeDocument/2006/relationships/image" Target="../media/image218.png"/><Relationship Id="rId24" Type="http://schemas.openxmlformats.org/officeDocument/2006/relationships/customXml" Target="../ink/ink216.xml"/><Relationship Id="rId40" Type="http://schemas.openxmlformats.org/officeDocument/2006/relationships/customXml" Target="../ink/ink224.xml"/><Relationship Id="rId45" Type="http://schemas.openxmlformats.org/officeDocument/2006/relationships/image" Target="../media/image226.png"/><Relationship Id="rId66" Type="http://schemas.openxmlformats.org/officeDocument/2006/relationships/customXml" Target="../ink/ink237.xml"/><Relationship Id="rId87" Type="http://schemas.openxmlformats.org/officeDocument/2006/relationships/image" Target="../media/image247.png"/><Relationship Id="rId110" Type="http://schemas.openxmlformats.org/officeDocument/2006/relationships/customXml" Target="../ink/ink259.xml"/><Relationship Id="rId115" Type="http://schemas.openxmlformats.org/officeDocument/2006/relationships/image" Target="../media/image261.png"/><Relationship Id="rId131" Type="http://schemas.openxmlformats.org/officeDocument/2006/relationships/image" Target="../media/image269.png"/><Relationship Id="rId136" Type="http://schemas.openxmlformats.org/officeDocument/2006/relationships/customXml" Target="../ink/ink272.xml"/><Relationship Id="rId157" Type="http://schemas.openxmlformats.org/officeDocument/2006/relationships/image" Target="../media/image282.png"/><Relationship Id="rId178" Type="http://schemas.openxmlformats.org/officeDocument/2006/relationships/customXml" Target="../ink/ink293.xml"/><Relationship Id="rId61" Type="http://schemas.openxmlformats.org/officeDocument/2006/relationships/image" Target="../media/image234.png"/><Relationship Id="rId82" Type="http://schemas.openxmlformats.org/officeDocument/2006/relationships/customXml" Target="../ink/ink245.xml"/><Relationship Id="rId152" Type="http://schemas.openxmlformats.org/officeDocument/2006/relationships/customXml" Target="../ink/ink280.xml"/><Relationship Id="rId173" Type="http://schemas.openxmlformats.org/officeDocument/2006/relationships/image" Target="../media/image290.png"/><Relationship Id="rId19" Type="http://schemas.openxmlformats.org/officeDocument/2006/relationships/image" Target="../media/image213.png"/><Relationship Id="rId14" Type="http://schemas.openxmlformats.org/officeDocument/2006/relationships/customXml" Target="../ink/ink211.xml"/><Relationship Id="rId30" Type="http://schemas.openxmlformats.org/officeDocument/2006/relationships/customXml" Target="../ink/ink219.xml"/><Relationship Id="rId35" Type="http://schemas.openxmlformats.org/officeDocument/2006/relationships/image" Target="../media/image221.png"/><Relationship Id="rId56" Type="http://schemas.openxmlformats.org/officeDocument/2006/relationships/customXml" Target="../ink/ink232.xml"/><Relationship Id="rId77" Type="http://schemas.openxmlformats.org/officeDocument/2006/relationships/image" Target="../media/image242.png"/><Relationship Id="rId100" Type="http://schemas.openxmlformats.org/officeDocument/2006/relationships/customXml" Target="../ink/ink254.xml"/><Relationship Id="rId105" Type="http://schemas.openxmlformats.org/officeDocument/2006/relationships/image" Target="../media/image256.png"/><Relationship Id="rId126" Type="http://schemas.openxmlformats.org/officeDocument/2006/relationships/customXml" Target="../ink/ink267.xml"/><Relationship Id="rId147" Type="http://schemas.openxmlformats.org/officeDocument/2006/relationships/image" Target="../media/image277.png"/><Relationship Id="rId168" Type="http://schemas.openxmlformats.org/officeDocument/2006/relationships/customXml" Target="../ink/ink288.xml"/><Relationship Id="rId8" Type="http://schemas.openxmlformats.org/officeDocument/2006/relationships/customXml" Target="../ink/ink208.xml"/><Relationship Id="rId51" Type="http://schemas.openxmlformats.org/officeDocument/2006/relationships/image" Target="../media/image229.png"/><Relationship Id="rId72" Type="http://schemas.openxmlformats.org/officeDocument/2006/relationships/customXml" Target="../ink/ink240.xml"/><Relationship Id="rId93" Type="http://schemas.openxmlformats.org/officeDocument/2006/relationships/image" Target="../media/image250.png"/><Relationship Id="rId98" Type="http://schemas.openxmlformats.org/officeDocument/2006/relationships/customXml" Target="../ink/ink253.xml"/><Relationship Id="rId121" Type="http://schemas.openxmlformats.org/officeDocument/2006/relationships/image" Target="../media/image264.png"/><Relationship Id="rId142" Type="http://schemas.openxmlformats.org/officeDocument/2006/relationships/customXml" Target="../ink/ink275.xml"/><Relationship Id="rId163" Type="http://schemas.openxmlformats.org/officeDocument/2006/relationships/image" Target="../media/image285.png"/><Relationship Id="rId184" Type="http://schemas.openxmlformats.org/officeDocument/2006/relationships/customXml" Target="../ink/ink296.xml"/><Relationship Id="rId189" Type="http://schemas.openxmlformats.org/officeDocument/2006/relationships/image" Target="../media/image298.png"/><Relationship Id="rId3" Type="http://schemas.openxmlformats.org/officeDocument/2006/relationships/image" Target="../media/image205.png"/><Relationship Id="rId25" Type="http://schemas.openxmlformats.org/officeDocument/2006/relationships/image" Target="../media/image216.png"/><Relationship Id="rId46" Type="http://schemas.openxmlformats.org/officeDocument/2006/relationships/customXml" Target="../ink/ink227.xml"/><Relationship Id="rId67" Type="http://schemas.openxmlformats.org/officeDocument/2006/relationships/image" Target="../media/image237.png"/><Relationship Id="rId116" Type="http://schemas.openxmlformats.org/officeDocument/2006/relationships/customXml" Target="../ink/ink262.xml"/><Relationship Id="rId137" Type="http://schemas.openxmlformats.org/officeDocument/2006/relationships/image" Target="../media/image272.png"/><Relationship Id="rId158" Type="http://schemas.openxmlformats.org/officeDocument/2006/relationships/customXml" Target="../ink/ink283.xml"/><Relationship Id="rId20" Type="http://schemas.openxmlformats.org/officeDocument/2006/relationships/customXml" Target="../ink/ink214.xml"/><Relationship Id="rId41" Type="http://schemas.openxmlformats.org/officeDocument/2006/relationships/image" Target="../media/image224.png"/><Relationship Id="rId62" Type="http://schemas.openxmlformats.org/officeDocument/2006/relationships/customXml" Target="../ink/ink235.xml"/><Relationship Id="rId83" Type="http://schemas.openxmlformats.org/officeDocument/2006/relationships/image" Target="../media/image245.png"/><Relationship Id="rId88" Type="http://schemas.openxmlformats.org/officeDocument/2006/relationships/customXml" Target="../ink/ink248.xml"/><Relationship Id="rId111" Type="http://schemas.openxmlformats.org/officeDocument/2006/relationships/image" Target="../media/image259.png"/><Relationship Id="rId132" Type="http://schemas.openxmlformats.org/officeDocument/2006/relationships/customXml" Target="../ink/ink270.xml"/><Relationship Id="rId153" Type="http://schemas.openxmlformats.org/officeDocument/2006/relationships/image" Target="../media/image280.png"/><Relationship Id="rId174" Type="http://schemas.openxmlformats.org/officeDocument/2006/relationships/customXml" Target="../ink/ink291.xml"/><Relationship Id="rId179" Type="http://schemas.openxmlformats.org/officeDocument/2006/relationships/image" Target="../media/image293.png"/><Relationship Id="rId190" Type="http://schemas.openxmlformats.org/officeDocument/2006/relationships/customXml" Target="../ink/ink299.xml"/><Relationship Id="rId15" Type="http://schemas.openxmlformats.org/officeDocument/2006/relationships/image" Target="../media/image211.png"/><Relationship Id="rId36" Type="http://schemas.openxmlformats.org/officeDocument/2006/relationships/customXml" Target="../ink/ink222.xml"/><Relationship Id="rId57" Type="http://schemas.openxmlformats.org/officeDocument/2006/relationships/image" Target="../media/image232.png"/><Relationship Id="rId106" Type="http://schemas.openxmlformats.org/officeDocument/2006/relationships/customXml" Target="../ink/ink257.xml"/><Relationship Id="rId127" Type="http://schemas.openxmlformats.org/officeDocument/2006/relationships/image" Target="../media/image267.png"/><Relationship Id="rId10" Type="http://schemas.openxmlformats.org/officeDocument/2006/relationships/customXml" Target="../ink/ink209.xml"/><Relationship Id="rId31" Type="http://schemas.openxmlformats.org/officeDocument/2006/relationships/image" Target="../media/image219.png"/><Relationship Id="rId52" Type="http://schemas.openxmlformats.org/officeDocument/2006/relationships/customXml" Target="../ink/ink230.xml"/><Relationship Id="rId73" Type="http://schemas.openxmlformats.org/officeDocument/2006/relationships/image" Target="../media/image240.png"/><Relationship Id="rId78" Type="http://schemas.openxmlformats.org/officeDocument/2006/relationships/customXml" Target="../ink/ink243.xml"/><Relationship Id="rId94" Type="http://schemas.openxmlformats.org/officeDocument/2006/relationships/customXml" Target="../ink/ink251.xml"/><Relationship Id="rId99" Type="http://schemas.openxmlformats.org/officeDocument/2006/relationships/image" Target="../media/image253.png"/><Relationship Id="rId101" Type="http://schemas.openxmlformats.org/officeDocument/2006/relationships/image" Target="../media/image254.png"/><Relationship Id="rId122" Type="http://schemas.openxmlformats.org/officeDocument/2006/relationships/customXml" Target="../ink/ink265.xml"/><Relationship Id="rId143" Type="http://schemas.openxmlformats.org/officeDocument/2006/relationships/image" Target="../media/image275.png"/><Relationship Id="rId148" Type="http://schemas.openxmlformats.org/officeDocument/2006/relationships/customXml" Target="../ink/ink278.xml"/><Relationship Id="rId164" Type="http://schemas.openxmlformats.org/officeDocument/2006/relationships/customXml" Target="../ink/ink286.xml"/><Relationship Id="rId169" Type="http://schemas.openxmlformats.org/officeDocument/2006/relationships/image" Target="../media/image288.png"/><Relationship Id="rId185" Type="http://schemas.openxmlformats.org/officeDocument/2006/relationships/image" Target="../media/image296.png"/><Relationship Id="rId4" Type="http://schemas.openxmlformats.org/officeDocument/2006/relationships/customXml" Target="../ink/ink206.xml"/><Relationship Id="rId9" Type="http://schemas.openxmlformats.org/officeDocument/2006/relationships/image" Target="../media/image208.png"/><Relationship Id="rId180" Type="http://schemas.openxmlformats.org/officeDocument/2006/relationships/customXml" Target="../ink/ink294.xml"/><Relationship Id="rId26" Type="http://schemas.openxmlformats.org/officeDocument/2006/relationships/customXml" Target="../ink/ink217.xml"/><Relationship Id="rId47" Type="http://schemas.openxmlformats.org/officeDocument/2006/relationships/image" Target="../media/image227.png"/><Relationship Id="rId68" Type="http://schemas.openxmlformats.org/officeDocument/2006/relationships/customXml" Target="../ink/ink238.xml"/><Relationship Id="rId89" Type="http://schemas.openxmlformats.org/officeDocument/2006/relationships/image" Target="../media/image248.png"/><Relationship Id="rId112" Type="http://schemas.openxmlformats.org/officeDocument/2006/relationships/customXml" Target="../ink/ink260.xml"/><Relationship Id="rId133" Type="http://schemas.openxmlformats.org/officeDocument/2006/relationships/image" Target="../media/image270.png"/><Relationship Id="rId154" Type="http://schemas.openxmlformats.org/officeDocument/2006/relationships/customXml" Target="../ink/ink281.xml"/><Relationship Id="rId175" Type="http://schemas.openxmlformats.org/officeDocument/2006/relationships/image" Target="../media/image291.png"/><Relationship Id="rId16" Type="http://schemas.openxmlformats.org/officeDocument/2006/relationships/customXml" Target="../ink/ink212.xml"/><Relationship Id="rId37" Type="http://schemas.openxmlformats.org/officeDocument/2006/relationships/image" Target="../media/image222.png"/><Relationship Id="rId58" Type="http://schemas.openxmlformats.org/officeDocument/2006/relationships/customXml" Target="../ink/ink233.xml"/><Relationship Id="rId79" Type="http://schemas.openxmlformats.org/officeDocument/2006/relationships/image" Target="../media/image243.png"/><Relationship Id="rId102" Type="http://schemas.openxmlformats.org/officeDocument/2006/relationships/customXml" Target="../ink/ink255.xml"/><Relationship Id="rId123" Type="http://schemas.openxmlformats.org/officeDocument/2006/relationships/image" Target="../media/image265.png"/><Relationship Id="rId144" Type="http://schemas.openxmlformats.org/officeDocument/2006/relationships/customXml" Target="../ink/ink276.xml"/><Relationship Id="rId90" Type="http://schemas.openxmlformats.org/officeDocument/2006/relationships/customXml" Target="../ink/ink249.xml"/><Relationship Id="rId165" Type="http://schemas.openxmlformats.org/officeDocument/2006/relationships/image" Target="../media/image286.png"/><Relationship Id="rId186" Type="http://schemas.openxmlformats.org/officeDocument/2006/relationships/customXml" Target="../ink/ink297.xml"/><Relationship Id="rId27" Type="http://schemas.openxmlformats.org/officeDocument/2006/relationships/image" Target="../media/image217.png"/><Relationship Id="rId48" Type="http://schemas.openxmlformats.org/officeDocument/2006/relationships/customXml" Target="../ink/ink228.xml"/><Relationship Id="rId69" Type="http://schemas.openxmlformats.org/officeDocument/2006/relationships/image" Target="../media/image238.png"/><Relationship Id="rId113" Type="http://schemas.openxmlformats.org/officeDocument/2006/relationships/image" Target="../media/image260.png"/><Relationship Id="rId134" Type="http://schemas.openxmlformats.org/officeDocument/2006/relationships/customXml" Target="../ink/ink271.xml"/><Relationship Id="rId80" Type="http://schemas.openxmlformats.org/officeDocument/2006/relationships/customXml" Target="../ink/ink244.xml"/><Relationship Id="rId155" Type="http://schemas.openxmlformats.org/officeDocument/2006/relationships/image" Target="../media/image281.png"/><Relationship Id="rId176" Type="http://schemas.openxmlformats.org/officeDocument/2006/relationships/customXml" Target="../ink/ink292.xml"/><Relationship Id="rId17" Type="http://schemas.openxmlformats.org/officeDocument/2006/relationships/image" Target="../media/image212.png"/><Relationship Id="rId38" Type="http://schemas.openxmlformats.org/officeDocument/2006/relationships/customXml" Target="../ink/ink223.xml"/><Relationship Id="rId59" Type="http://schemas.openxmlformats.org/officeDocument/2006/relationships/image" Target="../media/image233.png"/><Relationship Id="rId103" Type="http://schemas.openxmlformats.org/officeDocument/2006/relationships/image" Target="../media/image255.png"/><Relationship Id="rId124" Type="http://schemas.openxmlformats.org/officeDocument/2006/relationships/customXml" Target="../ink/ink266.xml"/><Relationship Id="rId70" Type="http://schemas.openxmlformats.org/officeDocument/2006/relationships/customXml" Target="../ink/ink239.xml"/><Relationship Id="rId91" Type="http://schemas.openxmlformats.org/officeDocument/2006/relationships/image" Target="../media/image249.png"/><Relationship Id="rId145" Type="http://schemas.openxmlformats.org/officeDocument/2006/relationships/image" Target="../media/image276.png"/><Relationship Id="rId166" Type="http://schemas.openxmlformats.org/officeDocument/2006/relationships/customXml" Target="../ink/ink287.xml"/><Relationship Id="rId187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18.xml"/><Relationship Id="rId49" Type="http://schemas.openxmlformats.org/officeDocument/2006/relationships/image" Target="../media/image228.png"/><Relationship Id="rId114" Type="http://schemas.openxmlformats.org/officeDocument/2006/relationships/customXml" Target="../ink/ink261.xml"/><Relationship Id="rId60" Type="http://schemas.openxmlformats.org/officeDocument/2006/relationships/customXml" Target="../ink/ink234.xml"/><Relationship Id="rId81" Type="http://schemas.openxmlformats.org/officeDocument/2006/relationships/image" Target="../media/image244.png"/><Relationship Id="rId135" Type="http://schemas.openxmlformats.org/officeDocument/2006/relationships/image" Target="../media/image271.png"/><Relationship Id="rId156" Type="http://schemas.openxmlformats.org/officeDocument/2006/relationships/customXml" Target="../ink/ink282.xml"/><Relationship Id="rId177" Type="http://schemas.openxmlformats.org/officeDocument/2006/relationships/image" Target="../media/image29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9.png"/><Relationship Id="rId21" Type="http://schemas.openxmlformats.org/officeDocument/2006/relationships/image" Target="../media/image214.png"/><Relationship Id="rId42" Type="http://schemas.openxmlformats.org/officeDocument/2006/relationships/customXml" Target="../ink/ink320.xml"/><Relationship Id="rId63" Type="http://schemas.openxmlformats.org/officeDocument/2006/relationships/image" Target="../media/image302.png"/><Relationship Id="rId84" Type="http://schemas.openxmlformats.org/officeDocument/2006/relationships/customXml" Target="../ink/ink341.xml"/><Relationship Id="rId138" Type="http://schemas.openxmlformats.org/officeDocument/2006/relationships/customXml" Target="../ink/ink368.xml"/><Relationship Id="rId159" Type="http://schemas.openxmlformats.org/officeDocument/2006/relationships/image" Target="../media/image350.png"/><Relationship Id="rId170" Type="http://schemas.openxmlformats.org/officeDocument/2006/relationships/customXml" Target="../ink/ink384.xml"/><Relationship Id="rId191" Type="http://schemas.openxmlformats.org/officeDocument/2006/relationships/image" Target="../media/image366.png"/><Relationship Id="rId107" Type="http://schemas.openxmlformats.org/officeDocument/2006/relationships/image" Target="../media/image324.png"/><Relationship Id="rId11" Type="http://schemas.openxmlformats.org/officeDocument/2006/relationships/image" Target="../media/image209.png"/><Relationship Id="rId32" Type="http://schemas.openxmlformats.org/officeDocument/2006/relationships/customXml" Target="../ink/ink315.xml"/><Relationship Id="rId53" Type="http://schemas.openxmlformats.org/officeDocument/2006/relationships/image" Target="../media/image230.png"/><Relationship Id="rId74" Type="http://schemas.openxmlformats.org/officeDocument/2006/relationships/customXml" Target="../ink/ink336.xml"/><Relationship Id="rId128" Type="http://schemas.openxmlformats.org/officeDocument/2006/relationships/customXml" Target="../ink/ink363.xml"/><Relationship Id="rId149" Type="http://schemas.openxmlformats.org/officeDocument/2006/relationships/image" Target="../media/image345.png"/><Relationship Id="rId5" Type="http://schemas.openxmlformats.org/officeDocument/2006/relationships/image" Target="../media/image206.png"/><Relationship Id="rId95" Type="http://schemas.openxmlformats.org/officeDocument/2006/relationships/image" Target="../media/image318.png"/><Relationship Id="rId160" Type="http://schemas.openxmlformats.org/officeDocument/2006/relationships/customXml" Target="../ink/ink379.xml"/><Relationship Id="rId181" Type="http://schemas.openxmlformats.org/officeDocument/2006/relationships/image" Target="../media/image361.png"/><Relationship Id="rId22" Type="http://schemas.openxmlformats.org/officeDocument/2006/relationships/customXml" Target="../ink/ink310.xml"/><Relationship Id="rId43" Type="http://schemas.openxmlformats.org/officeDocument/2006/relationships/image" Target="../media/image225.png"/><Relationship Id="rId64" Type="http://schemas.openxmlformats.org/officeDocument/2006/relationships/customXml" Target="../ink/ink331.xml"/><Relationship Id="rId118" Type="http://schemas.openxmlformats.org/officeDocument/2006/relationships/customXml" Target="../ink/ink358.xml"/><Relationship Id="rId139" Type="http://schemas.openxmlformats.org/officeDocument/2006/relationships/image" Target="../media/image340.png"/><Relationship Id="rId85" Type="http://schemas.openxmlformats.org/officeDocument/2006/relationships/image" Target="../media/image313.png"/><Relationship Id="rId150" Type="http://schemas.openxmlformats.org/officeDocument/2006/relationships/customXml" Target="../ink/ink374.xml"/><Relationship Id="rId171" Type="http://schemas.openxmlformats.org/officeDocument/2006/relationships/image" Target="../media/image356.png"/><Relationship Id="rId12" Type="http://schemas.openxmlformats.org/officeDocument/2006/relationships/customXml" Target="../ink/ink305.xml"/><Relationship Id="rId33" Type="http://schemas.openxmlformats.org/officeDocument/2006/relationships/image" Target="../media/image220.png"/><Relationship Id="rId108" Type="http://schemas.openxmlformats.org/officeDocument/2006/relationships/customXml" Target="../ink/ink353.xml"/><Relationship Id="rId129" Type="http://schemas.openxmlformats.org/officeDocument/2006/relationships/image" Target="../media/image335.png"/><Relationship Id="rId54" Type="http://schemas.openxmlformats.org/officeDocument/2006/relationships/customXml" Target="../ink/ink326.xml"/><Relationship Id="rId75" Type="http://schemas.openxmlformats.org/officeDocument/2006/relationships/image" Target="../media/image308.png"/><Relationship Id="rId96" Type="http://schemas.openxmlformats.org/officeDocument/2006/relationships/customXml" Target="../ink/ink347.xml"/><Relationship Id="rId140" Type="http://schemas.openxmlformats.org/officeDocument/2006/relationships/customXml" Target="../ink/ink369.xml"/><Relationship Id="rId161" Type="http://schemas.openxmlformats.org/officeDocument/2006/relationships/image" Target="../media/image351.png"/><Relationship Id="rId182" Type="http://schemas.openxmlformats.org/officeDocument/2006/relationships/customXml" Target="../ink/ink390.xml"/><Relationship Id="rId6" Type="http://schemas.openxmlformats.org/officeDocument/2006/relationships/customXml" Target="../ink/ink302.xml"/><Relationship Id="rId23" Type="http://schemas.openxmlformats.org/officeDocument/2006/relationships/image" Target="../media/image215.png"/><Relationship Id="rId119" Type="http://schemas.openxmlformats.org/officeDocument/2006/relationships/image" Target="../media/image330.png"/><Relationship Id="rId44" Type="http://schemas.openxmlformats.org/officeDocument/2006/relationships/customXml" Target="../ink/ink321.xml"/><Relationship Id="rId65" Type="http://schemas.openxmlformats.org/officeDocument/2006/relationships/image" Target="../media/image303.png"/><Relationship Id="rId86" Type="http://schemas.openxmlformats.org/officeDocument/2006/relationships/customXml" Target="../ink/ink342.xml"/><Relationship Id="rId130" Type="http://schemas.openxmlformats.org/officeDocument/2006/relationships/customXml" Target="../ink/ink364.xml"/><Relationship Id="rId151" Type="http://schemas.openxmlformats.org/officeDocument/2006/relationships/image" Target="../media/image346.png"/><Relationship Id="rId172" Type="http://schemas.openxmlformats.org/officeDocument/2006/relationships/customXml" Target="../ink/ink385.xml"/><Relationship Id="rId13" Type="http://schemas.openxmlformats.org/officeDocument/2006/relationships/image" Target="../media/image210.png"/><Relationship Id="rId18" Type="http://schemas.openxmlformats.org/officeDocument/2006/relationships/customXml" Target="../ink/ink308.xml"/><Relationship Id="rId39" Type="http://schemas.openxmlformats.org/officeDocument/2006/relationships/image" Target="../media/image223.png"/><Relationship Id="rId109" Type="http://schemas.openxmlformats.org/officeDocument/2006/relationships/image" Target="../media/image325.png"/><Relationship Id="rId34" Type="http://schemas.openxmlformats.org/officeDocument/2006/relationships/customXml" Target="../ink/ink316.xml"/><Relationship Id="rId50" Type="http://schemas.openxmlformats.org/officeDocument/2006/relationships/customXml" Target="../ink/ink324.xml"/><Relationship Id="rId55" Type="http://schemas.openxmlformats.org/officeDocument/2006/relationships/image" Target="../media/image231.png"/><Relationship Id="rId76" Type="http://schemas.openxmlformats.org/officeDocument/2006/relationships/customXml" Target="../ink/ink337.xml"/><Relationship Id="rId97" Type="http://schemas.openxmlformats.org/officeDocument/2006/relationships/image" Target="../media/image319.png"/><Relationship Id="rId104" Type="http://schemas.openxmlformats.org/officeDocument/2006/relationships/customXml" Target="../ink/ink351.xml"/><Relationship Id="rId120" Type="http://schemas.openxmlformats.org/officeDocument/2006/relationships/customXml" Target="../ink/ink359.xml"/><Relationship Id="rId125" Type="http://schemas.openxmlformats.org/officeDocument/2006/relationships/image" Target="../media/image333.png"/><Relationship Id="rId141" Type="http://schemas.openxmlformats.org/officeDocument/2006/relationships/image" Target="../media/image341.png"/><Relationship Id="rId146" Type="http://schemas.openxmlformats.org/officeDocument/2006/relationships/customXml" Target="../ink/ink372.xml"/><Relationship Id="rId167" Type="http://schemas.openxmlformats.org/officeDocument/2006/relationships/image" Target="../media/image354.png"/><Relationship Id="rId188" Type="http://schemas.openxmlformats.org/officeDocument/2006/relationships/customXml" Target="../ink/ink393.xml"/><Relationship Id="rId7" Type="http://schemas.openxmlformats.org/officeDocument/2006/relationships/image" Target="../media/image207.png"/><Relationship Id="rId71" Type="http://schemas.openxmlformats.org/officeDocument/2006/relationships/image" Target="../media/image306.png"/><Relationship Id="rId92" Type="http://schemas.openxmlformats.org/officeDocument/2006/relationships/customXml" Target="../ink/ink345.xml"/><Relationship Id="rId162" Type="http://schemas.openxmlformats.org/officeDocument/2006/relationships/customXml" Target="../ink/ink380.xml"/><Relationship Id="rId183" Type="http://schemas.openxmlformats.org/officeDocument/2006/relationships/image" Target="../media/image362.png"/><Relationship Id="rId2" Type="http://schemas.openxmlformats.org/officeDocument/2006/relationships/customXml" Target="../ink/ink300.xml"/><Relationship Id="rId29" Type="http://schemas.openxmlformats.org/officeDocument/2006/relationships/image" Target="../media/image218.png"/><Relationship Id="rId24" Type="http://schemas.openxmlformats.org/officeDocument/2006/relationships/customXml" Target="../ink/ink311.xml"/><Relationship Id="rId40" Type="http://schemas.openxmlformats.org/officeDocument/2006/relationships/customXml" Target="../ink/ink319.xml"/><Relationship Id="rId45" Type="http://schemas.openxmlformats.org/officeDocument/2006/relationships/image" Target="../media/image226.png"/><Relationship Id="rId66" Type="http://schemas.openxmlformats.org/officeDocument/2006/relationships/customXml" Target="../ink/ink332.xml"/><Relationship Id="rId87" Type="http://schemas.openxmlformats.org/officeDocument/2006/relationships/image" Target="../media/image314.png"/><Relationship Id="rId110" Type="http://schemas.openxmlformats.org/officeDocument/2006/relationships/customXml" Target="../ink/ink354.xml"/><Relationship Id="rId115" Type="http://schemas.openxmlformats.org/officeDocument/2006/relationships/image" Target="../media/image328.png"/><Relationship Id="rId131" Type="http://schemas.openxmlformats.org/officeDocument/2006/relationships/image" Target="../media/image336.png"/><Relationship Id="rId136" Type="http://schemas.openxmlformats.org/officeDocument/2006/relationships/customXml" Target="../ink/ink367.xml"/><Relationship Id="rId157" Type="http://schemas.openxmlformats.org/officeDocument/2006/relationships/image" Target="../media/image349.png"/><Relationship Id="rId178" Type="http://schemas.openxmlformats.org/officeDocument/2006/relationships/customXml" Target="../ink/ink388.xml"/><Relationship Id="rId61" Type="http://schemas.openxmlformats.org/officeDocument/2006/relationships/image" Target="../media/image301.png"/><Relationship Id="rId82" Type="http://schemas.openxmlformats.org/officeDocument/2006/relationships/customXml" Target="../ink/ink340.xml"/><Relationship Id="rId152" Type="http://schemas.openxmlformats.org/officeDocument/2006/relationships/customXml" Target="../ink/ink375.xml"/><Relationship Id="rId173" Type="http://schemas.openxmlformats.org/officeDocument/2006/relationships/image" Target="../media/image357.png"/><Relationship Id="rId19" Type="http://schemas.openxmlformats.org/officeDocument/2006/relationships/image" Target="../media/image213.png"/><Relationship Id="rId14" Type="http://schemas.openxmlformats.org/officeDocument/2006/relationships/customXml" Target="../ink/ink306.xml"/><Relationship Id="rId30" Type="http://schemas.openxmlformats.org/officeDocument/2006/relationships/customXml" Target="../ink/ink314.xml"/><Relationship Id="rId35" Type="http://schemas.openxmlformats.org/officeDocument/2006/relationships/image" Target="../media/image221.png"/><Relationship Id="rId56" Type="http://schemas.openxmlformats.org/officeDocument/2006/relationships/customXml" Target="../ink/ink327.xml"/><Relationship Id="rId77" Type="http://schemas.openxmlformats.org/officeDocument/2006/relationships/image" Target="../media/image309.png"/><Relationship Id="rId100" Type="http://schemas.openxmlformats.org/officeDocument/2006/relationships/customXml" Target="../ink/ink349.xml"/><Relationship Id="rId105" Type="http://schemas.openxmlformats.org/officeDocument/2006/relationships/image" Target="../media/image323.png"/><Relationship Id="rId126" Type="http://schemas.openxmlformats.org/officeDocument/2006/relationships/customXml" Target="../ink/ink362.xml"/><Relationship Id="rId147" Type="http://schemas.openxmlformats.org/officeDocument/2006/relationships/image" Target="../media/image344.png"/><Relationship Id="rId168" Type="http://schemas.openxmlformats.org/officeDocument/2006/relationships/customXml" Target="../ink/ink383.xml"/><Relationship Id="rId8" Type="http://schemas.openxmlformats.org/officeDocument/2006/relationships/customXml" Target="../ink/ink303.xml"/><Relationship Id="rId51" Type="http://schemas.openxmlformats.org/officeDocument/2006/relationships/image" Target="../media/image229.png"/><Relationship Id="rId72" Type="http://schemas.openxmlformats.org/officeDocument/2006/relationships/customXml" Target="../ink/ink335.xml"/><Relationship Id="rId93" Type="http://schemas.openxmlformats.org/officeDocument/2006/relationships/image" Target="../media/image317.png"/><Relationship Id="rId98" Type="http://schemas.openxmlformats.org/officeDocument/2006/relationships/customXml" Target="../ink/ink348.xml"/><Relationship Id="rId121" Type="http://schemas.openxmlformats.org/officeDocument/2006/relationships/image" Target="../media/image331.png"/><Relationship Id="rId142" Type="http://schemas.openxmlformats.org/officeDocument/2006/relationships/customXml" Target="../ink/ink370.xml"/><Relationship Id="rId163" Type="http://schemas.openxmlformats.org/officeDocument/2006/relationships/image" Target="../media/image352.png"/><Relationship Id="rId184" Type="http://schemas.openxmlformats.org/officeDocument/2006/relationships/customXml" Target="../ink/ink391.xml"/><Relationship Id="rId189" Type="http://schemas.openxmlformats.org/officeDocument/2006/relationships/image" Target="../media/image365.png"/><Relationship Id="rId3" Type="http://schemas.openxmlformats.org/officeDocument/2006/relationships/image" Target="../media/image205.png"/><Relationship Id="rId25" Type="http://schemas.openxmlformats.org/officeDocument/2006/relationships/image" Target="../media/image216.png"/><Relationship Id="rId46" Type="http://schemas.openxmlformats.org/officeDocument/2006/relationships/customXml" Target="../ink/ink322.xml"/><Relationship Id="rId67" Type="http://schemas.openxmlformats.org/officeDocument/2006/relationships/image" Target="../media/image304.png"/><Relationship Id="rId116" Type="http://schemas.openxmlformats.org/officeDocument/2006/relationships/customXml" Target="../ink/ink357.xml"/><Relationship Id="rId137" Type="http://schemas.openxmlformats.org/officeDocument/2006/relationships/image" Target="../media/image339.png"/><Relationship Id="rId158" Type="http://schemas.openxmlformats.org/officeDocument/2006/relationships/customXml" Target="../ink/ink378.xml"/><Relationship Id="rId20" Type="http://schemas.openxmlformats.org/officeDocument/2006/relationships/customXml" Target="../ink/ink309.xml"/><Relationship Id="rId41" Type="http://schemas.openxmlformats.org/officeDocument/2006/relationships/image" Target="../media/image224.png"/><Relationship Id="rId62" Type="http://schemas.openxmlformats.org/officeDocument/2006/relationships/customXml" Target="../ink/ink330.xml"/><Relationship Id="rId83" Type="http://schemas.openxmlformats.org/officeDocument/2006/relationships/image" Target="../media/image312.png"/><Relationship Id="rId88" Type="http://schemas.openxmlformats.org/officeDocument/2006/relationships/customXml" Target="../ink/ink343.xml"/><Relationship Id="rId111" Type="http://schemas.openxmlformats.org/officeDocument/2006/relationships/image" Target="../media/image326.png"/><Relationship Id="rId132" Type="http://schemas.openxmlformats.org/officeDocument/2006/relationships/customXml" Target="../ink/ink365.xml"/><Relationship Id="rId153" Type="http://schemas.openxmlformats.org/officeDocument/2006/relationships/image" Target="../media/image347.png"/><Relationship Id="rId174" Type="http://schemas.openxmlformats.org/officeDocument/2006/relationships/customXml" Target="../ink/ink386.xml"/><Relationship Id="rId179" Type="http://schemas.openxmlformats.org/officeDocument/2006/relationships/image" Target="../media/image360.png"/><Relationship Id="rId190" Type="http://schemas.openxmlformats.org/officeDocument/2006/relationships/customXml" Target="../ink/ink394.xml"/><Relationship Id="rId15" Type="http://schemas.openxmlformats.org/officeDocument/2006/relationships/image" Target="../media/image211.png"/><Relationship Id="rId36" Type="http://schemas.openxmlformats.org/officeDocument/2006/relationships/customXml" Target="../ink/ink317.xml"/><Relationship Id="rId57" Type="http://schemas.openxmlformats.org/officeDocument/2006/relationships/image" Target="../media/image232.png"/><Relationship Id="rId106" Type="http://schemas.openxmlformats.org/officeDocument/2006/relationships/customXml" Target="../ink/ink352.xml"/><Relationship Id="rId127" Type="http://schemas.openxmlformats.org/officeDocument/2006/relationships/image" Target="../media/image334.png"/><Relationship Id="rId10" Type="http://schemas.openxmlformats.org/officeDocument/2006/relationships/customXml" Target="../ink/ink304.xml"/><Relationship Id="rId31" Type="http://schemas.openxmlformats.org/officeDocument/2006/relationships/image" Target="../media/image219.png"/><Relationship Id="rId52" Type="http://schemas.openxmlformats.org/officeDocument/2006/relationships/customXml" Target="../ink/ink325.xml"/><Relationship Id="rId73" Type="http://schemas.openxmlformats.org/officeDocument/2006/relationships/image" Target="../media/image307.png"/><Relationship Id="rId78" Type="http://schemas.openxmlformats.org/officeDocument/2006/relationships/customXml" Target="../ink/ink338.xml"/><Relationship Id="rId94" Type="http://schemas.openxmlformats.org/officeDocument/2006/relationships/customXml" Target="../ink/ink346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122" Type="http://schemas.openxmlformats.org/officeDocument/2006/relationships/customXml" Target="../ink/ink360.xml"/><Relationship Id="rId143" Type="http://schemas.openxmlformats.org/officeDocument/2006/relationships/image" Target="../media/image342.png"/><Relationship Id="rId148" Type="http://schemas.openxmlformats.org/officeDocument/2006/relationships/customXml" Target="../ink/ink373.xml"/><Relationship Id="rId164" Type="http://schemas.openxmlformats.org/officeDocument/2006/relationships/customXml" Target="../ink/ink381.xml"/><Relationship Id="rId169" Type="http://schemas.openxmlformats.org/officeDocument/2006/relationships/image" Target="../media/image355.png"/><Relationship Id="rId185" Type="http://schemas.openxmlformats.org/officeDocument/2006/relationships/image" Target="../media/image363.png"/><Relationship Id="rId4" Type="http://schemas.openxmlformats.org/officeDocument/2006/relationships/customXml" Target="../ink/ink301.xml"/><Relationship Id="rId9" Type="http://schemas.openxmlformats.org/officeDocument/2006/relationships/image" Target="../media/image208.png"/><Relationship Id="rId180" Type="http://schemas.openxmlformats.org/officeDocument/2006/relationships/customXml" Target="../ink/ink389.xml"/><Relationship Id="rId26" Type="http://schemas.openxmlformats.org/officeDocument/2006/relationships/customXml" Target="../ink/ink312.xml"/><Relationship Id="rId47" Type="http://schemas.openxmlformats.org/officeDocument/2006/relationships/image" Target="../media/image227.png"/><Relationship Id="rId68" Type="http://schemas.openxmlformats.org/officeDocument/2006/relationships/customXml" Target="../ink/ink333.xml"/><Relationship Id="rId89" Type="http://schemas.openxmlformats.org/officeDocument/2006/relationships/image" Target="../media/image315.png"/><Relationship Id="rId112" Type="http://schemas.openxmlformats.org/officeDocument/2006/relationships/customXml" Target="../ink/ink355.xml"/><Relationship Id="rId133" Type="http://schemas.openxmlformats.org/officeDocument/2006/relationships/image" Target="../media/image337.png"/><Relationship Id="rId154" Type="http://schemas.openxmlformats.org/officeDocument/2006/relationships/customXml" Target="../ink/ink376.xml"/><Relationship Id="rId175" Type="http://schemas.openxmlformats.org/officeDocument/2006/relationships/image" Target="../media/image358.png"/><Relationship Id="rId16" Type="http://schemas.openxmlformats.org/officeDocument/2006/relationships/customXml" Target="../ink/ink307.xml"/><Relationship Id="rId37" Type="http://schemas.openxmlformats.org/officeDocument/2006/relationships/image" Target="../media/image222.png"/><Relationship Id="rId58" Type="http://schemas.openxmlformats.org/officeDocument/2006/relationships/customXml" Target="../ink/ink328.xml"/><Relationship Id="rId79" Type="http://schemas.openxmlformats.org/officeDocument/2006/relationships/image" Target="../media/image310.png"/><Relationship Id="rId102" Type="http://schemas.openxmlformats.org/officeDocument/2006/relationships/customXml" Target="../ink/ink350.xml"/><Relationship Id="rId123" Type="http://schemas.openxmlformats.org/officeDocument/2006/relationships/image" Target="../media/image332.png"/><Relationship Id="rId144" Type="http://schemas.openxmlformats.org/officeDocument/2006/relationships/customXml" Target="../ink/ink371.xml"/><Relationship Id="rId90" Type="http://schemas.openxmlformats.org/officeDocument/2006/relationships/customXml" Target="../ink/ink344.xml"/><Relationship Id="rId165" Type="http://schemas.openxmlformats.org/officeDocument/2006/relationships/image" Target="../media/image353.png"/><Relationship Id="rId186" Type="http://schemas.openxmlformats.org/officeDocument/2006/relationships/customXml" Target="../ink/ink392.xml"/><Relationship Id="rId27" Type="http://schemas.openxmlformats.org/officeDocument/2006/relationships/image" Target="../media/image217.png"/><Relationship Id="rId48" Type="http://schemas.openxmlformats.org/officeDocument/2006/relationships/customXml" Target="../ink/ink323.xml"/><Relationship Id="rId69" Type="http://schemas.openxmlformats.org/officeDocument/2006/relationships/image" Target="../media/image305.png"/><Relationship Id="rId113" Type="http://schemas.openxmlformats.org/officeDocument/2006/relationships/image" Target="../media/image327.png"/><Relationship Id="rId134" Type="http://schemas.openxmlformats.org/officeDocument/2006/relationships/customXml" Target="../ink/ink366.xml"/><Relationship Id="rId80" Type="http://schemas.openxmlformats.org/officeDocument/2006/relationships/customXml" Target="../ink/ink339.xml"/><Relationship Id="rId155" Type="http://schemas.openxmlformats.org/officeDocument/2006/relationships/image" Target="../media/image348.png"/><Relationship Id="rId176" Type="http://schemas.openxmlformats.org/officeDocument/2006/relationships/customXml" Target="../ink/ink387.xml"/><Relationship Id="rId17" Type="http://schemas.openxmlformats.org/officeDocument/2006/relationships/image" Target="../media/image212.png"/><Relationship Id="rId38" Type="http://schemas.openxmlformats.org/officeDocument/2006/relationships/customXml" Target="../ink/ink318.xml"/><Relationship Id="rId59" Type="http://schemas.openxmlformats.org/officeDocument/2006/relationships/image" Target="../media/image300.png"/><Relationship Id="rId103" Type="http://schemas.openxmlformats.org/officeDocument/2006/relationships/image" Target="../media/image322.png"/><Relationship Id="rId124" Type="http://schemas.openxmlformats.org/officeDocument/2006/relationships/customXml" Target="../ink/ink361.xml"/><Relationship Id="rId70" Type="http://schemas.openxmlformats.org/officeDocument/2006/relationships/customXml" Target="../ink/ink334.xml"/><Relationship Id="rId91" Type="http://schemas.openxmlformats.org/officeDocument/2006/relationships/image" Target="../media/image316.png"/><Relationship Id="rId145" Type="http://schemas.openxmlformats.org/officeDocument/2006/relationships/image" Target="../media/image343.png"/><Relationship Id="rId166" Type="http://schemas.openxmlformats.org/officeDocument/2006/relationships/customXml" Target="../ink/ink382.xml"/><Relationship Id="rId187" Type="http://schemas.openxmlformats.org/officeDocument/2006/relationships/image" Target="../media/image364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313.xml"/><Relationship Id="rId49" Type="http://schemas.openxmlformats.org/officeDocument/2006/relationships/image" Target="../media/image228.png"/><Relationship Id="rId114" Type="http://schemas.openxmlformats.org/officeDocument/2006/relationships/customXml" Target="../ink/ink356.xml"/><Relationship Id="rId60" Type="http://schemas.openxmlformats.org/officeDocument/2006/relationships/customXml" Target="../ink/ink329.xml"/><Relationship Id="rId81" Type="http://schemas.openxmlformats.org/officeDocument/2006/relationships/image" Target="../media/image311.png"/><Relationship Id="rId135" Type="http://schemas.openxmlformats.org/officeDocument/2006/relationships/image" Target="../media/image338.png"/><Relationship Id="rId156" Type="http://schemas.openxmlformats.org/officeDocument/2006/relationships/customXml" Target="../ink/ink377.xml"/><Relationship Id="rId177" Type="http://schemas.openxmlformats.org/officeDocument/2006/relationships/image" Target="../media/image359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5.png"/><Relationship Id="rId21" Type="http://schemas.openxmlformats.org/officeDocument/2006/relationships/image" Target="../media/image214.png"/><Relationship Id="rId42" Type="http://schemas.openxmlformats.org/officeDocument/2006/relationships/customXml" Target="../ink/ink415.xml"/><Relationship Id="rId63" Type="http://schemas.openxmlformats.org/officeDocument/2006/relationships/image" Target="../media/image371.png"/><Relationship Id="rId84" Type="http://schemas.openxmlformats.org/officeDocument/2006/relationships/customXml" Target="../ink/ink436.xml"/><Relationship Id="rId138" Type="http://schemas.openxmlformats.org/officeDocument/2006/relationships/customXml" Target="../ink/ink463.xml"/><Relationship Id="rId159" Type="http://schemas.openxmlformats.org/officeDocument/2006/relationships/image" Target="../media/image346.png"/><Relationship Id="rId170" Type="http://schemas.openxmlformats.org/officeDocument/2006/relationships/customXml" Target="../ink/ink479.xml"/><Relationship Id="rId107" Type="http://schemas.openxmlformats.org/officeDocument/2006/relationships/image" Target="../media/image379.png"/><Relationship Id="rId11" Type="http://schemas.openxmlformats.org/officeDocument/2006/relationships/image" Target="../media/image209.png"/><Relationship Id="rId32" Type="http://schemas.openxmlformats.org/officeDocument/2006/relationships/customXml" Target="../ink/ink410.xml"/><Relationship Id="rId53" Type="http://schemas.openxmlformats.org/officeDocument/2006/relationships/image" Target="../media/image230.png"/><Relationship Id="rId74" Type="http://schemas.openxmlformats.org/officeDocument/2006/relationships/customXml" Target="../ink/ink431.xml"/><Relationship Id="rId128" Type="http://schemas.openxmlformats.org/officeDocument/2006/relationships/customXml" Target="../ink/ink458.xml"/><Relationship Id="rId149" Type="http://schemas.openxmlformats.org/officeDocument/2006/relationships/image" Target="../media/image341.png"/><Relationship Id="rId5" Type="http://schemas.openxmlformats.org/officeDocument/2006/relationships/image" Target="../media/image206.png"/><Relationship Id="rId95" Type="http://schemas.openxmlformats.org/officeDocument/2006/relationships/image" Target="../media/image318.png"/><Relationship Id="rId160" Type="http://schemas.openxmlformats.org/officeDocument/2006/relationships/customXml" Target="../ink/ink474.xml"/><Relationship Id="rId181" Type="http://schemas.openxmlformats.org/officeDocument/2006/relationships/image" Target="../media/image382.png"/><Relationship Id="rId22" Type="http://schemas.openxmlformats.org/officeDocument/2006/relationships/customXml" Target="../ink/ink405.xml"/><Relationship Id="rId43" Type="http://schemas.openxmlformats.org/officeDocument/2006/relationships/image" Target="../media/image225.png"/><Relationship Id="rId64" Type="http://schemas.openxmlformats.org/officeDocument/2006/relationships/customXml" Target="../ink/ink426.xml"/><Relationship Id="rId118" Type="http://schemas.openxmlformats.org/officeDocument/2006/relationships/customXml" Target="../ink/ink453.xml"/><Relationship Id="rId139" Type="http://schemas.openxmlformats.org/officeDocument/2006/relationships/image" Target="../media/image336.png"/><Relationship Id="rId85" Type="http://schemas.openxmlformats.org/officeDocument/2006/relationships/image" Target="../media/image313.png"/><Relationship Id="rId150" Type="http://schemas.openxmlformats.org/officeDocument/2006/relationships/customXml" Target="../ink/ink469.xml"/><Relationship Id="rId171" Type="http://schemas.openxmlformats.org/officeDocument/2006/relationships/image" Target="../media/image352.png"/><Relationship Id="rId12" Type="http://schemas.openxmlformats.org/officeDocument/2006/relationships/customXml" Target="../ink/ink400.xml"/><Relationship Id="rId33" Type="http://schemas.openxmlformats.org/officeDocument/2006/relationships/image" Target="../media/image220.png"/><Relationship Id="rId108" Type="http://schemas.openxmlformats.org/officeDocument/2006/relationships/customXml" Target="../ink/ink448.xml"/><Relationship Id="rId129" Type="http://schemas.openxmlformats.org/officeDocument/2006/relationships/image" Target="../media/image331.png"/><Relationship Id="rId54" Type="http://schemas.openxmlformats.org/officeDocument/2006/relationships/customXml" Target="../ink/ink421.xml"/><Relationship Id="rId75" Type="http://schemas.openxmlformats.org/officeDocument/2006/relationships/image" Target="../media/image377.png"/><Relationship Id="rId96" Type="http://schemas.openxmlformats.org/officeDocument/2006/relationships/customXml" Target="../ink/ink442.xml"/><Relationship Id="rId140" Type="http://schemas.openxmlformats.org/officeDocument/2006/relationships/customXml" Target="../ink/ink464.xml"/><Relationship Id="rId161" Type="http://schemas.openxmlformats.org/officeDocument/2006/relationships/image" Target="../media/image347.png"/><Relationship Id="rId182" Type="http://schemas.openxmlformats.org/officeDocument/2006/relationships/customXml" Target="../ink/ink485.xml"/><Relationship Id="rId6" Type="http://schemas.openxmlformats.org/officeDocument/2006/relationships/customXml" Target="../ink/ink397.xml"/><Relationship Id="rId23" Type="http://schemas.openxmlformats.org/officeDocument/2006/relationships/image" Target="../media/image215.png"/><Relationship Id="rId119" Type="http://schemas.openxmlformats.org/officeDocument/2006/relationships/image" Target="../media/image326.png"/><Relationship Id="rId44" Type="http://schemas.openxmlformats.org/officeDocument/2006/relationships/customXml" Target="../ink/ink416.xml"/><Relationship Id="rId65" Type="http://schemas.openxmlformats.org/officeDocument/2006/relationships/image" Target="../media/image372.png"/><Relationship Id="rId86" Type="http://schemas.openxmlformats.org/officeDocument/2006/relationships/customXml" Target="../ink/ink437.xml"/><Relationship Id="rId130" Type="http://schemas.openxmlformats.org/officeDocument/2006/relationships/customXml" Target="../ink/ink459.xml"/><Relationship Id="rId151" Type="http://schemas.openxmlformats.org/officeDocument/2006/relationships/image" Target="../media/image342.png"/><Relationship Id="rId172" Type="http://schemas.openxmlformats.org/officeDocument/2006/relationships/customXml" Target="../ink/ink480.xml"/><Relationship Id="rId13" Type="http://schemas.openxmlformats.org/officeDocument/2006/relationships/image" Target="../media/image210.png"/><Relationship Id="rId18" Type="http://schemas.openxmlformats.org/officeDocument/2006/relationships/customXml" Target="../ink/ink403.xml"/><Relationship Id="rId39" Type="http://schemas.openxmlformats.org/officeDocument/2006/relationships/image" Target="../media/image223.png"/><Relationship Id="rId109" Type="http://schemas.openxmlformats.org/officeDocument/2006/relationships/image" Target="../media/image380.png"/><Relationship Id="rId34" Type="http://schemas.openxmlformats.org/officeDocument/2006/relationships/customXml" Target="../ink/ink411.xml"/><Relationship Id="rId50" Type="http://schemas.openxmlformats.org/officeDocument/2006/relationships/customXml" Target="../ink/ink419.xml"/><Relationship Id="rId55" Type="http://schemas.openxmlformats.org/officeDocument/2006/relationships/image" Target="../media/image367.png"/><Relationship Id="rId76" Type="http://schemas.openxmlformats.org/officeDocument/2006/relationships/customXml" Target="../ink/ink432.xml"/><Relationship Id="rId97" Type="http://schemas.openxmlformats.org/officeDocument/2006/relationships/image" Target="../media/image319.png"/><Relationship Id="rId104" Type="http://schemas.openxmlformats.org/officeDocument/2006/relationships/customXml" Target="../ink/ink446.xml"/><Relationship Id="rId120" Type="http://schemas.openxmlformats.org/officeDocument/2006/relationships/customXml" Target="../ink/ink454.xml"/><Relationship Id="rId125" Type="http://schemas.openxmlformats.org/officeDocument/2006/relationships/image" Target="../media/image329.png"/><Relationship Id="rId141" Type="http://schemas.openxmlformats.org/officeDocument/2006/relationships/image" Target="../media/image337.png"/><Relationship Id="rId146" Type="http://schemas.openxmlformats.org/officeDocument/2006/relationships/customXml" Target="../ink/ink467.xml"/><Relationship Id="rId167" Type="http://schemas.openxmlformats.org/officeDocument/2006/relationships/image" Target="../media/image350.png"/><Relationship Id="rId188" Type="http://schemas.openxmlformats.org/officeDocument/2006/relationships/customXml" Target="../ink/ink488.xml"/><Relationship Id="rId7" Type="http://schemas.openxmlformats.org/officeDocument/2006/relationships/image" Target="../media/image207.png"/><Relationship Id="rId71" Type="http://schemas.openxmlformats.org/officeDocument/2006/relationships/image" Target="../media/image375.png"/><Relationship Id="rId92" Type="http://schemas.openxmlformats.org/officeDocument/2006/relationships/customXml" Target="../ink/ink440.xml"/><Relationship Id="rId162" Type="http://schemas.openxmlformats.org/officeDocument/2006/relationships/customXml" Target="../ink/ink475.xml"/><Relationship Id="rId183" Type="http://schemas.openxmlformats.org/officeDocument/2006/relationships/image" Target="../media/image383.png"/><Relationship Id="rId2" Type="http://schemas.openxmlformats.org/officeDocument/2006/relationships/customXml" Target="../ink/ink395.xml"/><Relationship Id="rId29" Type="http://schemas.openxmlformats.org/officeDocument/2006/relationships/image" Target="../media/image218.png"/><Relationship Id="rId24" Type="http://schemas.openxmlformats.org/officeDocument/2006/relationships/customXml" Target="../ink/ink406.xml"/><Relationship Id="rId40" Type="http://schemas.openxmlformats.org/officeDocument/2006/relationships/customXml" Target="../ink/ink414.xml"/><Relationship Id="rId45" Type="http://schemas.openxmlformats.org/officeDocument/2006/relationships/image" Target="../media/image226.png"/><Relationship Id="rId66" Type="http://schemas.openxmlformats.org/officeDocument/2006/relationships/customXml" Target="../ink/ink427.xml"/><Relationship Id="rId87" Type="http://schemas.openxmlformats.org/officeDocument/2006/relationships/image" Target="../media/image314.png"/><Relationship Id="rId110" Type="http://schemas.openxmlformats.org/officeDocument/2006/relationships/customXml" Target="../ink/ink449.xml"/><Relationship Id="rId115" Type="http://schemas.openxmlformats.org/officeDocument/2006/relationships/image" Target="../media/image324.png"/><Relationship Id="rId131" Type="http://schemas.openxmlformats.org/officeDocument/2006/relationships/image" Target="../media/image332.png"/><Relationship Id="rId136" Type="http://schemas.openxmlformats.org/officeDocument/2006/relationships/customXml" Target="../ink/ink462.xml"/><Relationship Id="rId157" Type="http://schemas.openxmlformats.org/officeDocument/2006/relationships/image" Target="../media/image345.png"/><Relationship Id="rId178" Type="http://schemas.openxmlformats.org/officeDocument/2006/relationships/customXml" Target="../ink/ink483.xml"/><Relationship Id="rId61" Type="http://schemas.openxmlformats.org/officeDocument/2006/relationships/image" Target="../media/image370.png"/><Relationship Id="rId82" Type="http://schemas.openxmlformats.org/officeDocument/2006/relationships/customXml" Target="../ink/ink435.xml"/><Relationship Id="rId152" Type="http://schemas.openxmlformats.org/officeDocument/2006/relationships/customXml" Target="../ink/ink470.xml"/><Relationship Id="rId173" Type="http://schemas.openxmlformats.org/officeDocument/2006/relationships/image" Target="../media/image353.png"/><Relationship Id="rId19" Type="http://schemas.openxmlformats.org/officeDocument/2006/relationships/image" Target="../media/image213.png"/><Relationship Id="rId14" Type="http://schemas.openxmlformats.org/officeDocument/2006/relationships/customXml" Target="../ink/ink401.xml"/><Relationship Id="rId30" Type="http://schemas.openxmlformats.org/officeDocument/2006/relationships/customXml" Target="../ink/ink409.xml"/><Relationship Id="rId35" Type="http://schemas.openxmlformats.org/officeDocument/2006/relationships/image" Target="../media/image221.png"/><Relationship Id="rId56" Type="http://schemas.openxmlformats.org/officeDocument/2006/relationships/customXml" Target="../ink/ink422.xml"/><Relationship Id="rId77" Type="http://schemas.openxmlformats.org/officeDocument/2006/relationships/image" Target="../media/image309.png"/><Relationship Id="rId100" Type="http://schemas.openxmlformats.org/officeDocument/2006/relationships/customXml" Target="../ink/ink444.xml"/><Relationship Id="rId105" Type="http://schemas.openxmlformats.org/officeDocument/2006/relationships/image" Target="../media/image378.png"/><Relationship Id="rId126" Type="http://schemas.openxmlformats.org/officeDocument/2006/relationships/customXml" Target="../ink/ink457.xml"/><Relationship Id="rId147" Type="http://schemas.openxmlformats.org/officeDocument/2006/relationships/image" Target="../media/image340.png"/><Relationship Id="rId168" Type="http://schemas.openxmlformats.org/officeDocument/2006/relationships/customXml" Target="../ink/ink478.xml"/><Relationship Id="rId8" Type="http://schemas.openxmlformats.org/officeDocument/2006/relationships/customXml" Target="../ink/ink398.xml"/><Relationship Id="rId51" Type="http://schemas.openxmlformats.org/officeDocument/2006/relationships/image" Target="../media/image229.png"/><Relationship Id="rId72" Type="http://schemas.openxmlformats.org/officeDocument/2006/relationships/customXml" Target="../ink/ink430.xml"/><Relationship Id="rId93" Type="http://schemas.openxmlformats.org/officeDocument/2006/relationships/image" Target="../media/image317.png"/><Relationship Id="rId98" Type="http://schemas.openxmlformats.org/officeDocument/2006/relationships/customXml" Target="../ink/ink443.xml"/><Relationship Id="rId121" Type="http://schemas.openxmlformats.org/officeDocument/2006/relationships/image" Target="../media/image327.png"/><Relationship Id="rId142" Type="http://schemas.openxmlformats.org/officeDocument/2006/relationships/customXml" Target="../ink/ink465.xml"/><Relationship Id="rId163" Type="http://schemas.openxmlformats.org/officeDocument/2006/relationships/image" Target="../media/image348.png"/><Relationship Id="rId184" Type="http://schemas.openxmlformats.org/officeDocument/2006/relationships/customXml" Target="../ink/ink486.xml"/><Relationship Id="rId189" Type="http://schemas.openxmlformats.org/officeDocument/2006/relationships/image" Target="../media/image386.png"/><Relationship Id="rId3" Type="http://schemas.openxmlformats.org/officeDocument/2006/relationships/image" Target="../media/image205.png"/><Relationship Id="rId25" Type="http://schemas.openxmlformats.org/officeDocument/2006/relationships/image" Target="../media/image216.png"/><Relationship Id="rId46" Type="http://schemas.openxmlformats.org/officeDocument/2006/relationships/customXml" Target="../ink/ink417.xml"/><Relationship Id="rId67" Type="http://schemas.openxmlformats.org/officeDocument/2006/relationships/image" Target="../media/image373.png"/><Relationship Id="rId116" Type="http://schemas.openxmlformats.org/officeDocument/2006/relationships/customXml" Target="../ink/ink452.xml"/><Relationship Id="rId137" Type="http://schemas.openxmlformats.org/officeDocument/2006/relationships/image" Target="../media/image335.png"/><Relationship Id="rId158" Type="http://schemas.openxmlformats.org/officeDocument/2006/relationships/customXml" Target="../ink/ink473.xml"/><Relationship Id="rId20" Type="http://schemas.openxmlformats.org/officeDocument/2006/relationships/customXml" Target="../ink/ink404.xml"/><Relationship Id="rId41" Type="http://schemas.openxmlformats.org/officeDocument/2006/relationships/image" Target="../media/image224.png"/><Relationship Id="rId62" Type="http://schemas.openxmlformats.org/officeDocument/2006/relationships/customXml" Target="../ink/ink425.xml"/><Relationship Id="rId83" Type="http://schemas.openxmlformats.org/officeDocument/2006/relationships/image" Target="../media/image312.png"/><Relationship Id="rId88" Type="http://schemas.openxmlformats.org/officeDocument/2006/relationships/customXml" Target="../ink/ink438.xml"/><Relationship Id="rId111" Type="http://schemas.openxmlformats.org/officeDocument/2006/relationships/image" Target="../media/image381.png"/><Relationship Id="rId132" Type="http://schemas.openxmlformats.org/officeDocument/2006/relationships/customXml" Target="../ink/ink460.xml"/><Relationship Id="rId153" Type="http://schemas.openxmlformats.org/officeDocument/2006/relationships/image" Target="../media/image343.png"/><Relationship Id="rId174" Type="http://schemas.openxmlformats.org/officeDocument/2006/relationships/customXml" Target="../ink/ink481.xml"/><Relationship Id="rId179" Type="http://schemas.openxmlformats.org/officeDocument/2006/relationships/image" Target="../media/image356.png"/><Relationship Id="rId15" Type="http://schemas.openxmlformats.org/officeDocument/2006/relationships/image" Target="../media/image211.png"/><Relationship Id="rId36" Type="http://schemas.openxmlformats.org/officeDocument/2006/relationships/customXml" Target="../ink/ink412.xml"/><Relationship Id="rId57" Type="http://schemas.openxmlformats.org/officeDocument/2006/relationships/image" Target="../media/image368.png"/><Relationship Id="rId106" Type="http://schemas.openxmlformats.org/officeDocument/2006/relationships/customXml" Target="../ink/ink447.xml"/><Relationship Id="rId127" Type="http://schemas.openxmlformats.org/officeDocument/2006/relationships/image" Target="../media/image330.png"/><Relationship Id="rId10" Type="http://schemas.openxmlformats.org/officeDocument/2006/relationships/customXml" Target="../ink/ink399.xml"/><Relationship Id="rId31" Type="http://schemas.openxmlformats.org/officeDocument/2006/relationships/image" Target="../media/image219.png"/><Relationship Id="rId52" Type="http://schemas.openxmlformats.org/officeDocument/2006/relationships/customXml" Target="../ink/ink420.xml"/><Relationship Id="rId73" Type="http://schemas.openxmlformats.org/officeDocument/2006/relationships/image" Target="../media/image376.png"/><Relationship Id="rId78" Type="http://schemas.openxmlformats.org/officeDocument/2006/relationships/customXml" Target="../ink/ink433.xml"/><Relationship Id="rId94" Type="http://schemas.openxmlformats.org/officeDocument/2006/relationships/customXml" Target="../ink/ink441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122" Type="http://schemas.openxmlformats.org/officeDocument/2006/relationships/customXml" Target="../ink/ink455.xml"/><Relationship Id="rId143" Type="http://schemas.openxmlformats.org/officeDocument/2006/relationships/image" Target="../media/image338.png"/><Relationship Id="rId148" Type="http://schemas.openxmlformats.org/officeDocument/2006/relationships/customXml" Target="../ink/ink468.xml"/><Relationship Id="rId164" Type="http://schemas.openxmlformats.org/officeDocument/2006/relationships/customXml" Target="../ink/ink476.xml"/><Relationship Id="rId169" Type="http://schemas.openxmlformats.org/officeDocument/2006/relationships/image" Target="../media/image351.png"/><Relationship Id="rId185" Type="http://schemas.openxmlformats.org/officeDocument/2006/relationships/image" Target="../media/image384.png"/><Relationship Id="rId4" Type="http://schemas.openxmlformats.org/officeDocument/2006/relationships/customXml" Target="../ink/ink396.xml"/><Relationship Id="rId9" Type="http://schemas.openxmlformats.org/officeDocument/2006/relationships/image" Target="../media/image208.png"/><Relationship Id="rId180" Type="http://schemas.openxmlformats.org/officeDocument/2006/relationships/customXml" Target="../ink/ink484.xml"/><Relationship Id="rId26" Type="http://schemas.openxmlformats.org/officeDocument/2006/relationships/customXml" Target="../ink/ink407.xml"/><Relationship Id="rId47" Type="http://schemas.openxmlformats.org/officeDocument/2006/relationships/image" Target="../media/image227.png"/><Relationship Id="rId68" Type="http://schemas.openxmlformats.org/officeDocument/2006/relationships/customXml" Target="../ink/ink428.xml"/><Relationship Id="rId89" Type="http://schemas.openxmlformats.org/officeDocument/2006/relationships/image" Target="../media/image315.png"/><Relationship Id="rId112" Type="http://schemas.openxmlformats.org/officeDocument/2006/relationships/customXml" Target="../ink/ink450.xml"/><Relationship Id="rId133" Type="http://schemas.openxmlformats.org/officeDocument/2006/relationships/image" Target="../media/image333.png"/><Relationship Id="rId154" Type="http://schemas.openxmlformats.org/officeDocument/2006/relationships/customXml" Target="../ink/ink471.xml"/><Relationship Id="rId175" Type="http://schemas.openxmlformats.org/officeDocument/2006/relationships/image" Target="../media/image354.png"/><Relationship Id="rId16" Type="http://schemas.openxmlformats.org/officeDocument/2006/relationships/customXml" Target="../ink/ink402.xml"/><Relationship Id="rId37" Type="http://schemas.openxmlformats.org/officeDocument/2006/relationships/image" Target="../media/image222.png"/><Relationship Id="rId58" Type="http://schemas.openxmlformats.org/officeDocument/2006/relationships/customXml" Target="../ink/ink423.xml"/><Relationship Id="rId79" Type="http://schemas.openxmlformats.org/officeDocument/2006/relationships/image" Target="../media/image310.png"/><Relationship Id="rId102" Type="http://schemas.openxmlformats.org/officeDocument/2006/relationships/customXml" Target="../ink/ink445.xml"/><Relationship Id="rId123" Type="http://schemas.openxmlformats.org/officeDocument/2006/relationships/image" Target="../media/image328.png"/><Relationship Id="rId144" Type="http://schemas.openxmlformats.org/officeDocument/2006/relationships/customXml" Target="../ink/ink466.xml"/><Relationship Id="rId90" Type="http://schemas.openxmlformats.org/officeDocument/2006/relationships/customXml" Target="../ink/ink439.xml"/><Relationship Id="rId165" Type="http://schemas.openxmlformats.org/officeDocument/2006/relationships/image" Target="../media/image349.png"/><Relationship Id="rId186" Type="http://schemas.openxmlformats.org/officeDocument/2006/relationships/customXml" Target="../ink/ink487.xml"/><Relationship Id="rId27" Type="http://schemas.openxmlformats.org/officeDocument/2006/relationships/image" Target="../media/image217.png"/><Relationship Id="rId48" Type="http://schemas.openxmlformats.org/officeDocument/2006/relationships/customXml" Target="../ink/ink418.xml"/><Relationship Id="rId69" Type="http://schemas.openxmlformats.org/officeDocument/2006/relationships/image" Target="../media/image374.png"/><Relationship Id="rId113" Type="http://schemas.openxmlformats.org/officeDocument/2006/relationships/image" Target="../media/image323.png"/><Relationship Id="rId134" Type="http://schemas.openxmlformats.org/officeDocument/2006/relationships/customXml" Target="../ink/ink461.xml"/><Relationship Id="rId80" Type="http://schemas.openxmlformats.org/officeDocument/2006/relationships/customXml" Target="../ink/ink434.xml"/><Relationship Id="rId155" Type="http://schemas.openxmlformats.org/officeDocument/2006/relationships/image" Target="../media/image344.png"/><Relationship Id="rId176" Type="http://schemas.openxmlformats.org/officeDocument/2006/relationships/customXml" Target="../ink/ink482.xml"/><Relationship Id="rId17" Type="http://schemas.openxmlformats.org/officeDocument/2006/relationships/image" Target="../media/image212.png"/><Relationship Id="rId38" Type="http://schemas.openxmlformats.org/officeDocument/2006/relationships/customXml" Target="../ink/ink413.xml"/><Relationship Id="rId59" Type="http://schemas.openxmlformats.org/officeDocument/2006/relationships/image" Target="../media/image369.png"/><Relationship Id="rId103" Type="http://schemas.openxmlformats.org/officeDocument/2006/relationships/image" Target="../media/image322.png"/><Relationship Id="rId124" Type="http://schemas.openxmlformats.org/officeDocument/2006/relationships/customXml" Target="../ink/ink456.xml"/><Relationship Id="rId70" Type="http://schemas.openxmlformats.org/officeDocument/2006/relationships/customXml" Target="../ink/ink429.xml"/><Relationship Id="rId91" Type="http://schemas.openxmlformats.org/officeDocument/2006/relationships/image" Target="../media/image316.png"/><Relationship Id="rId145" Type="http://schemas.openxmlformats.org/officeDocument/2006/relationships/image" Target="../media/image339.png"/><Relationship Id="rId166" Type="http://schemas.openxmlformats.org/officeDocument/2006/relationships/customXml" Target="../ink/ink477.xml"/><Relationship Id="rId187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408.xml"/><Relationship Id="rId49" Type="http://schemas.openxmlformats.org/officeDocument/2006/relationships/image" Target="../media/image228.png"/><Relationship Id="rId114" Type="http://schemas.openxmlformats.org/officeDocument/2006/relationships/customXml" Target="../ink/ink451.xml"/><Relationship Id="rId60" Type="http://schemas.openxmlformats.org/officeDocument/2006/relationships/customXml" Target="../ink/ink424.xml"/><Relationship Id="rId81" Type="http://schemas.openxmlformats.org/officeDocument/2006/relationships/image" Target="../media/image311.png"/><Relationship Id="rId135" Type="http://schemas.openxmlformats.org/officeDocument/2006/relationships/image" Target="../media/image334.png"/><Relationship Id="rId156" Type="http://schemas.openxmlformats.org/officeDocument/2006/relationships/customXml" Target="../ink/ink472.xml"/><Relationship Id="rId177" Type="http://schemas.openxmlformats.org/officeDocument/2006/relationships/image" Target="../media/image35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6.png"/><Relationship Id="rId21" Type="http://schemas.openxmlformats.org/officeDocument/2006/relationships/image" Target="../media/image214.png"/><Relationship Id="rId42" Type="http://schemas.openxmlformats.org/officeDocument/2006/relationships/customXml" Target="../ink/ink509.xml"/><Relationship Id="rId63" Type="http://schemas.openxmlformats.org/officeDocument/2006/relationships/image" Target="../media/image389.png"/><Relationship Id="rId84" Type="http://schemas.openxmlformats.org/officeDocument/2006/relationships/customXml" Target="../ink/ink530.xml"/><Relationship Id="rId138" Type="http://schemas.openxmlformats.org/officeDocument/2006/relationships/customXml" Target="../ink/ink557.xml"/><Relationship Id="rId159" Type="http://schemas.openxmlformats.org/officeDocument/2006/relationships/image" Target="../media/image350.png"/><Relationship Id="rId170" Type="http://schemas.openxmlformats.org/officeDocument/2006/relationships/customXml" Target="../ink/ink573.xml"/><Relationship Id="rId107" Type="http://schemas.openxmlformats.org/officeDocument/2006/relationships/image" Target="../media/image397.png"/><Relationship Id="rId11" Type="http://schemas.openxmlformats.org/officeDocument/2006/relationships/image" Target="../media/image209.png"/><Relationship Id="rId32" Type="http://schemas.openxmlformats.org/officeDocument/2006/relationships/customXml" Target="../ink/ink504.xml"/><Relationship Id="rId53" Type="http://schemas.openxmlformats.org/officeDocument/2006/relationships/image" Target="../media/image230.png"/><Relationship Id="rId74" Type="http://schemas.openxmlformats.org/officeDocument/2006/relationships/customXml" Target="../ink/ink525.xml"/><Relationship Id="rId128" Type="http://schemas.openxmlformats.org/officeDocument/2006/relationships/customXml" Target="../ink/ink552.xml"/><Relationship Id="rId149" Type="http://schemas.openxmlformats.org/officeDocument/2006/relationships/image" Target="../media/image345.png"/><Relationship Id="rId5" Type="http://schemas.openxmlformats.org/officeDocument/2006/relationships/image" Target="../media/image206.png"/><Relationship Id="rId95" Type="http://schemas.openxmlformats.org/officeDocument/2006/relationships/image" Target="../media/image318.png"/><Relationship Id="rId160" Type="http://schemas.openxmlformats.org/officeDocument/2006/relationships/customXml" Target="../ink/ink568.xml"/><Relationship Id="rId181" Type="http://schemas.openxmlformats.org/officeDocument/2006/relationships/image" Target="../media/image403.png"/><Relationship Id="rId22" Type="http://schemas.openxmlformats.org/officeDocument/2006/relationships/customXml" Target="../ink/ink499.xml"/><Relationship Id="rId43" Type="http://schemas.openxmlformats.org/officeDocument/2006/relationships/image" Target="../media/image225.png"/><Relationship Id="rId64" Type="http://schemas.openxmlformats.org/officeDocument/2006/relationships/customXml" Target="../ink/ink520.xml"/><Relationship Id="rId118" Type="http://schemas.openxmlformats.org/officeDocument/2006/relationships/customXml" Target="../ink/ink547.xml"/><Relationship Id="rId139" Type="http://schemas.openxmlformats.org/officeDocument/2006/relationships/image" Target="../media/image340.png"/><Relationship Id="rId85" Type="http://schemas.openxmlformats.org/officeDocument/2006/relationships/image" Target="../media/image313.png"/><Relationship Id="rId150" Type="http://schemas.openxmlformats.org/officeDocument/2006/relationships/customXml" Target="../ink/ink563.xml"/><Relationship Id="rId171" Type="http://schemas.openxmlformats.org/officeDocument/2006/relationships/image" Target="../media/image356.png"/><Relationship Id="rId12" Type="http://schemas.openxmlformats.org/officeDocument/2006/relationships/customXml" Target="../ink/ink494.xml"/><Relationship Id="rId33" Type="http://schemas.openxmlformats.org/officeDocument/2006/relationships/image" Target="../media/image220.png"/><Relationship Id="rId108" Type="http://schemas.openxmlformats.org/officeDocument/2006/relationships/customXml" Target="../ink/ink542.xml"/><Relationship Id="rId129" Type="http://schemas.openxmlformats.org/officeDocument/2006/relationships/image" Target="../media/image332.png"/><Relationship Id="rId54" Type="http://schemas.openxmlformats.org/officeDocument/2006/relationships/customXml" Target="../ink/ink515.xml"/><Relationship Id="rId75" Type="http://schemas.openxmlformats.org/officeDocument/2006/relationships/image" Target="../media/image395.png"/><Relationship Id="rId96" Type="http://schemas.openxmlformats.org/officeDocument/2006/relationships/customXml" Target="../ink/ink536.xml"/><Relationship Id="rId140" Type="http://schemas.openxmlformats.org/officeDocument/2006/relationships/customXml" Target="../ink/ink558.xml"/><Relationship Id="rId161" Type="http://schemas.openxmlformats.org/officeDocument/2006/relationships/image" Target="../media/image351.png"/><Relationship Id="rId182" Type="http://schemas.openxmlformats.org/officeDocument/2006/relationships/customXml" Target="../ink/ink579.xml"/><Relationship Id="rId6" Type="http://schemas.openxmlformats.org/officeDocument/2006/relationships/customXml" Target="../ink/ink491.xml"/><Relationship Id="rId23" Type="http://schemas.openxmlformats.org/officeDocument/2006/relationships/image" Target="../media/image215.png"/><Relationship Id="rId119" Type="http://schemas.openxmlformats.org/officeDocument/2006/relationships/image" Target="../media/image327.png"/><Relationship Id="rId44" Type="http://schemas.openxmlformats.org/officeDocument/2006/relationships/customXml" Target="../ink/ink510.xml"/><Relationship Id="rId65" Type="http://schemas.openxmlformats.org/officeDocument/2006/relationships/image" Target="../media/image390.png"/><Relationship Id="rId86" Type="http://schemas.openxmlformats.org/officeDocument/2006/relationships/customXml" Target="../ink/ink531.xml"/><Relationship Id="rId130" Type="http://schemas.openxmlformats.org/officeDocument/2006/relationships/customXml" Target="../ink/ink553.xml"/><Relationship Id="rId151" Type="http://schemas.openxmlformats.org/officeDocument/2006/relationships/image" Target="../media/image346.png"/><Relationship Id="rId172" Type="http://schemas.openxmlformats.org/officeDocument/2006/relationships/customXml" Target="../ink/ink574.xml"/><Relationship Id="rId13" Type="http://schemas.openxmlformats.org/officeDocument/2006/relationships/image" Target="../media/image210.png"/><Relationship Id="rId18" Type="http://schemas.openxmlformats.org/officeDocument/2006/relationships/customXml" Target="../ink/ink497.xml"/><Relationship Id="rId39" Type="http://schemas.openxmlformats.org/officeDocument/2006/relationships/image" Target="../media/image223.png"/><Relationship Id="rId109" Type="http://schemas.openxmlformats.org/officeDocument/2006/relationships/image" Target="../media/image398.png"/><Relationship Id="rId34" Type="http://schemas.openxmlformats.org/officeDocument/2006/relationships/customXml" Target="../ink/ink505.xml"/><Relationship Id="rId50" Type="http://schemas.openxmlformats.org/officeDocument/2006/relationships/customXml" Target="../ink/ink513.xml"/><Relationship Id="rId55" Type="http://schemas.openxmlformats.org/officeDocument/2006/relationships/image" Target="../media/image387.png"/><Relationship Id="rId76" Type="http://schemas.openxmlformats.org/officeDocument/2006/relationships/customXml" Target="../ink/ink526.xml"/><Relationship Id="rId97" Type="http://schemas.openxmlformats.org/officeDocument/2006/relationships/image" Target="../media/image319.png"/><Relationship Id="rId104" Type="http://schemas.openxmlformats.org/officeDocument/2006/relationships/customXml" Target="../ink/ink540.xml"/><Relationship Id="rId120" Type="http://schemas.openxmlformats.org/officeDocument/2006/relationships/customXml" Target="../ink/ink548.xml"/><Relationship Id="rId125" Type="http://schemas.openxmlformats.org/officeDocument/2006/relationships/image" Target="../media/image330.png"/><Relationship Id="rId141" Type="http://schemas.openxmlformats.org/officeDocument/2006/relationships/image" Target="../media/image341.png"/><Relationship Id="rId146" Type="http://schemas.openxmlformats.org/officeDocument/2006/relationships/customXml" Target="../ink/ink561.xml"/><Relationship Id="rId167" Type="http://schemas.openxmlformats.org/officeDocument/2006/relationships/image" Target="../media/image354.png"/><Relationship Id="rId188" Type="http://schemas.openxmlformats.org/officeDocument/2006/relationships/customXml" Target="../ink/ink582.xml"/><Relationship Id="rId7" Type="http://schemas.openxmlformats.org/officeDocument/2006/relationships/image" Target="../media/image207.png"/><Relationship Id="rId71" Type="http://schemas.openxmlformats.org/officeDocument/2006/relationships/image" Target="../media/image393.png"/><Relationship Id="rId92" Type="http://schemas.openxmlformats.org/officeDocument/2006/relationships/customXml" Target="../ink/ink534.xml"/><Relationship Id="rId162" Type="http://schemas.openxmlformats.org/officeDocument/2006/relationships/customXml" Target="../ink/ink569.xml"/><Relationship Id="rId183" Type="http://schemas.openxmlformats.org/officeDocument/2006/relationships/image" Target="../media/image404.png"/><Relationship Id="rId2" Type="http://schemas.openxmlformats.org/officeDocument/2006/relationships/customXml" Target="../ink/ink489.xml"/><Relationship Id="rId29" Type="http://schemas.openxmlformats.org/officeDocument/2006/relationships/image" Target="../media/image218.png"/><Relationship Id="rId24" Type="http://schemas.openxmlformats.org/officeDocument/2006/relationships/customXml" Target="../ink/ink500.xml"/><Relationship Id="rId40" Type="http://schemas.openxmlformats.org/officeDocument/2006/relationships/customXml" Target="../ink/ink508.xml"/><Relationship Id="rId45" Type="http://schemas.openxmlformats.org/officeDocument/2006/relationships/image" Target="../media/image226.png"/><Relationship Id="rId66" Type="http://schemas.openxmlformats.org/officeDocument/2006/relationships/customXml" Target="../ink/ink521.xml"/><Relationship Id="rId87" Type="http://schemas.openxmlformats.org/officeDocument/2006/relationships/image" Target="../media/image314.png"/><Relationship Id="rId110" Type="http://schemas.openxmlformats.org/officeDocument/2006/relationships/customXml" Target="../ink/ink543.xml"/><Relationship Id="rId115" Type="http://schemas.openxmlformats.org/officeDocument/2006/relationships/image" Target="../media/image325.png"/><Relationship Id="rId131" Type="http://schemas.openxmlformats.org/officeDocument/2006/relationships/image" Target="../media/image333.png"/><Relationship Id="rId136" Type="http://schemas.openxmlformats.org/officeDocument/2006/relationships/customXml" Target="../ink/ink556.xml"/><Relationship Id="rId157" Type="http://schemas.openxmlformats.org/officeDocument/2006/relationships/image" Target="../media/image349.png"/><Relationship Id="rId178" Type="http://schemas.openxmlformats.org/officeDocument/2006/relationships/customXml" Target="../ink/ink577.xml"/><Relationship Id="rId61" Type="http://schemas.openxmlformats.org/officeDocument/2006/relationships/image" Target="../media/image232.png"/><Relationship Id="rId82" Type="http://schemas.openxmlformats.org/officeDocument/2006/relationships/customXml" Target="../ink/ink529.xml"/><Relationship Id="rId152" Type="http://schemas.openxmlformats.org/officeDocument/2006/relationships/customXml" Target="../ink/ink564.xml"/><Relationship Id="rId173" Type="http://schemas.openxmlformats.org/officeDocument/2006/relationships/image" Target="../media/image399.png"/><Relationship Id="rId19" Type="http://schemas.openxmlformats.org/officeDocument/2006/relationships/image" Target="../media/image213.png"/><Relationship Id="rId14" Type="http://schemas.openxmlformats.org/officeDocument/2006/relationships/customXml" Target="../ink/ink495.xml"/><Relationship Id="rId30" Type="http://schemas.openxmlformats.org/officeDocument/2006/relationships/customXml" Target="../ink/ink503.xml"/><Relationship Id="rId35" Type="http://schemas.openxmlformats.org/officeDocument/2006/relationships/image" Target="../media/image221.png"/><Relationship Id="rId56" Type="http://schemas.openxmlformats.org/officeDocument/2006/relationships/customXml" Target="../ink/ink516.xml"/><Relationship Id="rId77" Type="http://schemas.openxmlformats.org/officeDocument/2006/relationships/image" Target="../media/image309.png"/><Relationship Id="rId100" Type="http://schemas.openxmlformats.org/officeDocument/2006/relationships/customXml" Target="../ink/ink538.xml"/><Relationship Id="rId105" Type="http://schemas.openxmlformats.org/officeDocument/2006/relationships/image" Target="../media/image396.png"/><Relationship Id="rId126" Type="http://schemas.openxmlformats.org/officeDocument/2006/relationships/customXml" Target="../ink/ink551.xml"/><Relationship Id="rId147" Type="http://schemas.openxmlformats.org/officeDocument/2006/relationships/image" Target="../media/image344.png"/><Relationship Id="rId168" Type="http://schemas.openxmlformats.org/officeDocument/2006/relationships/customXml" Target="../ink/ink572.xml"/><Relationship Id="rId8" Type="http://schemas.openxmlformats.org/officeDocument/2006/relationships/customXml" Target="../ink/ink492.xml"/><Relationship Id="rId51" Type="http://schemas.openxmlformats.org/officeDocument/2006/relationships/image" Target="../media/image229.png"/><Relationship Id="rId72" Type="http://schemas.openxmlformats.org/officeDocument/2006/relationships/customXml" Target="../ink/ink524.xml"/><Relationship Id="rId93" Type="http://schemas.openxmlformats.org/officeDocument/2006/relationships/image" Target="../media/image317.png"/><Relationship Id="rId98" Type="http://schemas.openxmlformats.org/officeDocument/2006/relationships/customXml" Target="../ink/ink537.xml"/><Relationship Id="rId121" Type="http://schemas.openxmlformats.org/officeDocument/2006/relationships/image" Target="../media/image328.png"/><Relationship Id="rId142" Type="http://schemas.openxmlformats.org/officeDocument/2006/relationships/customXml" Target="../ink/ink559.xml"/><Relationship Id="rId163" Type="http://schemas.openxmlformats.org/officeDocument/2006/relationships/image" Target="../media/image352.png"/><Relationship Id="rId184" Type="http://schemas.openxmlformats.org/officeDocument/2006/relationships/customXml" Target="../ink/ink580.xml"/><Relationship Id="rId189" Type="http://schemas.openxmlformats.org/officeDocument/2006/relationships/image" Target="../media/image407.png"/><Relationship Id="rId3" Type="http://schemas.openxmlformats.org/officeDocument/2006/relationships/image" Target="../media/image205.png"/><Relationship Id="rId25" Type="http://schemas.openxmlformats.org/officeDocument/2006/relationships/image" Target="../media/image216.png"/><Relationship Id="rId46" Type="http://schemas.openxmlformats.org/officeDocument/2006/relationships/customXml" Target="../ink/ink511.xml"/><Relationship Id="rId67" Type="http://schemas.openxmlformats.org/officeDocument/2006/relationships/image" Target="../media/image391.png"/><Relationship Id="rId116" Type="http://schemas.openxmlformats.org/officeDocument/2006/relationships/customXml" Target="../ink/ink546.xml"/><Relationship Id="rId137" Type="http://schemas.openxmlformats.org/officeDocument/2006/relationships/image" Target="../media/image339.png"/><Relationship Id="rId158" Type="http://schemas.openxmlformats.org/officeDocument/2006/relationships/customXml" Target="../ink/ink567.xml"/><Relationship Id="rId20" Type="http://schemas.openxmlformats.org/officeDocument/2006/relationships/customXml" Target="../ink/ink498.xml"/><Relationship Id="rId41" Type="http://schemas.openxmlformats.org/officeDocument/2006/relationships/image" Target="../media/image224.png"/><Relationship Id="rId62" Type="http://schemas.openxmlformats.org/officeDocument/2006/relationships/customXml" Target="../ink/ink519.xml"/><Relationship Id="rId83" Type="http://schemas.openxmlformats.org/officeDocument/2006/relationships/image" Target="../media/image312.png"/><Relationship Id="rId88" Type="http://schemas.openxmlformats.org/officeDocument/2006/relationships/customXml" Target="../ink/ink532.xml"/><Relationship Id="rId111" Type="http://schemas.openxmlformats.org/officeDocument/2006/relationships/image" Target="../media/image380.png"/><Relationship Id="rId132" Type="http://schemas.openxmlformats.org/officeDocument/2006/relationships/customXml" Target="../ink/ink554.xml"/><Relationship Id="rId153" Type="http://schemas.openxmlformats.org/officeDocument/2006/relationships/image" Target="../media/image347.png"/><Relationship Id="rId174" Type="http://schemas.openxmlformats.org/officeDocument/2006/relationships/customXml" Target="../ink/ink575.xml"/><Relationship Id="rId179" Type="http://schemas.openxmlformats.org/officeDocument/2006/relationships/image" Target="../media/image402.png"/><Relationship Id="rId15" Type="http://schemas.openxmlformats.org/officeDocument/2006/relationships/image" Target="../media/image211.png"/><Relationship Id="rId36" Type="http://schemas.openxmlformats.org/officeDocument/2006/relationships/customXml" Target="../ink/ink506.xml"/><Relationship Id="rId57" Type="http://schemas.openxmlformats.org/officeDocument/2006/relationships/image" Target="../media/image388.png"/><Relationship Id="rId106" Type="http://schemas.openxmlformats.org/officeDocument/2006/relationships/customXml" Target="../ink/ink541.xml"/><Relationship Id="rId127" Type="http://schemas.openxmlformats.org/officeDocument/2006/relationships/image" Target="../media/image331.png"/><Relationship Id="rId10" Type="http://schemas.openxmlformats.org/officeDocument/2006/relationships/customXml" Target="../ink/ink493.xml"/><Relationship Id="rId31" Type="http://schemas.openxmlformats.org/officeDocument/2006/relationships/image" Target="../media/image219.png"/><Relationship Id="rId52" Type="http://schemas.openxmlformats.org/officeDocument/2006/relationships/customXml" Target="../ink/ink514.xml"/><Relationship Id="rId73" Type="http://schemas.openxmlformats.org/officeDocument/2006/relationships/image" Target="../media/image394.png"/><Relationship Id="rId78" Type="http://schemas.openxmlformats.org/officeDocument/2006/relationships/customXml" Target="../ink/ink527.xml"/><Relationship Id="rId94" Type="http://schemas.openxmlformats.org/officeDocument/2006/relationships/customXml" Target="../ink/ink535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122" Type="http://schemas.openxmlformats.org/officeDocument/2006/relationships/customXml" Target="../ink/ink549.xml"/><Relationship Id="rId143" Type="http://schemas.openxmlformats.org/officeDocument/2006/relationships/image" Target="../media/image342.png"/><Relationship Id="rId148" Type="http://schemas.openxmlformats.org/officeDocument/2006/relationships/customXml" Target="../ink/ink562.xml"/><Relationship Id="rId164" Type="http://schemas.openxmlformats.org/officeDocument/2006/relationships/customXml" Target="../ink/ink570.xml"/><Relationship Id="rId169" Type="http://schemas.openxmlformats.org/officeDocument/2006/relationships/image" Target="../media/image355.png"/><Relationship Id="rId185" Type="http://schemas.openxmlformats.org/officeDocument/2006/relationships/image" Target="../media/image405.png"/><Relationship Id="rId4" Type="http://schemas.openxmlformats.org/officeDocument/2006/relationships/customXml" Target="../ink/ink490.xml"/><Relationship Id="rId9" Type="http://schemas.openxmlformats.org/officeDocument/2006/relationships/image" Target="../media/image208.png"/><Relationship Id="rId180" Type="http://schemas.openxmlformats.org/officeDocument/2006/relationships/customXml" Target="../ink/ink578.xml"/><Relationship Id="rId26" Type="http://schemas.openxmlformats.org/officeDocument/2006/relationships/customXml" Target="../ink/ink501.xml"/><Relationship Id="rId47" Type="http://schemas.openxmlformats.org/officeDocument/2006/relationships/image" Target="../media/image227.png"/><Relationship Id="rId68" Type="http://schemas.openxmlformats.org/officeDocument/2006/relationships/customXml" Target="../ink/ink522.xml"/><Relationship Id="rId89" Type="http://schemas.openxmlformats.org/officeDocument/2006/relationships/image" Target="../media/image315.png"/><Relationship Id="rId112" Type="http://schemas.openxmlformats.org/officeDocument/2006/relationships/customXml" Target="../ink/ink544.xml"/><Relationship Id="rId133" Type="http://schemas.openxmlformats.org/officeDocument/2006/relationships/image" Target="../media/image337.png"/><Relationship Id="rId154" Type="http://schemas.openxmlformats.org/officeDocument/2006/relationships/customXml" Target="../ink/ink565.xml"/><Relationship Id="rId175" Type="http://schemas.openxmlformats.org/officeDocument/2006/relationships/image" Target="../media/image400.png"/><Relationship Id="rId16" Type="http://schemas.openxmlformats.org/officeDocument/2006/relationships/customXml" Target="../ink/ink496.xml"/><Relationship Id="rId37" Type="http://schemas.openxmlformats.org/officeDocument/2006/relationships/image" Target="../media/image222.png"/><Relationship Id="rId58" Type="http://schemas.openxmlformats.org/officeDocument/2006/relationships/customXml" Target="../ink/ink517.xml"/><Relationship Id="rId79" Type="http://schemas.openxmlformats.org/officeDocument/2006/relationships/image" Target="../media/image310.png"/><Relationship Id="rId102" Type="http://schemas.openxmlformats.org/officeDocument/2006/relationships/customXml" Target="../ink/ink539.xml"/><Relationship Id="rId123" Type="http://schemas.openxmlformats.org/officeDocument/2006/relationships/image" Target="../media/image329.png"/><Relationship Id="rId144" Type="http://schemas.openxmlformats.org/officeDocument/2006/relationships/customXml" Target="../ink/ink560.xml"/><Relationship Id="rId90" Type="http://schemas.openxmlformats.org/officeDocument/2006/relationships/customXml" Target="../ink/ink533.xml"/><Relationship Id="rId165" Type="http://schemas.openxmlformats.org/officeDocument/2006/relationships/image" Target="../media/image353.png"/><Relationship Id="rId186" Type="http://schemas.openxmlformats.org/officeDocument/2006/relationships/customXml" Target="../ink/ink581.xml"/><Relationship Id="rId27" Type="http://schemas.openxmlformats.org/officeDocument/2006/relationships/image" Target="../media/image217.png"/><Relationship Id="rId48" Type="http://schemas.openxmlformats.org/officeDocument/2006/relationships/customXml" Target="../ink/ink512.xml"/><Relationship Id="rId69" Type="http://schemas.openxmlformats.org/officeDocument/2006/relationships/image" Target="../media/image392.png"/><Relationship Id="rId113" Type="http://schemas.openxmlformats.org/officeDocument/2006/relationships/image" Target="../media/image381.png"/><Relationship Id="rId134" Type="http://schemas.openxmlformats.org/officeDocument/2006/relationships/customXml" Target="../ink/ink555.xml"/><Relationship Id="rId80" Type="http://schemas.openxmlformats.org/officeDocument/2006/relationships/customXml" Target="../ink/ink528.xml"/><Relationship Id="rId155" Type="http://schemas.openxmlformats.org/officeDocument/2006/relationships/image" Target="../media/image348.png"/><Relationship Id="rId176" Type="http://schemas.openxmlformats.org/officeDocument/2006/relationships/customXml" Target="../ink/ink576.xml"/><Relationship Id="rId17" Type="http://schemas.openxmlformats.org/officeDocument/2006/relationships/image" Target="../media/image212.png"/><Relationship Id="rId38" Type="http://schemas.openxmlformats.org/officeDocument/2006/relationships/customXml" Target="../ink/ink507.xml"/><Relationship Id="rId59" Type="http://schemas.openxmlformats.org/officeDocument/2006/relationships/image" Target="../media/image231.png"/><Relationship Id="rId103" Type="http://schemas.openxmlformats.org/officeDocument/2006/relationships/image" Target="../media/image322.png"/><Relationship Id="rId124" Type="http://schemas.openxmlformats.org/officeDocument/2006/relationships/customXml" Target="../ink/ink550.xml"/><Relationship Id="rId70" Type="http://schemas.openxmlformats.org/officeDocument/2006/relationships/customXml" Target="../ink/ink523.xml"/><Relationship Id="rId91" Type="http://schemas.openxmlformats.org/officeDocument/2006/relationships/image" Target="../media/image316.png"/><Relationship Id="rId145" Type="http://schemas.openxmlformats.org/officeDocument/2006/relationships/image" Target="../media/image343.png"/><Relationship Id="rId166" Type="http://schemas.openxmlformats.org/officeDocument/2006/relationships/customXml" Target="../ink/ink571.xml"/><Relationship Id="rId187" Type="http://schemas.openxmlformats.org/officeDocument/2006/relationships/image" Target="../media/image406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502.xml"/><Relationship Id="rId49" Type="http://schemas.openxmlformats.org/officeDocument/2006/relationships/image" Target="../media/image228.png"/><Relationship Id="rId114" Type="http://schemas.openxmlformats.org/officeDocument/2006/relationships/customXml" Target="../ink/ink545.xml"/><Relationship Id="rId60" Type="http://schemas.openxmlformats.org/officeDocument/2006/relationships/customXml" Target="../ink/ink518.xml"/><Relationship Id="rId81" Type="http://schemas.openxmlformats.org/officeDocument/2006/relationships/image" Target="../media/image311.png"/><Relationship Id="rId135" Type="http://schemas.openxmlformats.org/officeDocument/2006/relationships/image" Target="../media/image338.png"/><Relationship Id="rId156" Type="http://schemas.openxmlformats.org/officeDocument/2006/relationships/customXml" Target="../ink/ink566.xml"/><Relationship Id="rId177" Type="http://schemas.openxmlformats.org/officeDocument/2006/relationships/image" Target="../media/image40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8.png"/><Relationship Id="rId21" Type="http://schemas.openxmlformats.org/officeDocument/2006/relationships/image" Target="../media/image214.png"/><Relationship Id="rId42" Type="http://schemas.openxmlformats.org/officeDocument/2006/relationships/customXml" Target="../ink/ink603.xml"/><Relationship Id="rId63" Type="http://schemas.openxmlformats.org/officeDocument/2006/relationships/image" Target="../media/image230.png"/><Relationship Id="rId84" Type="http://schemas.openxmlformats.org/officeDocument/2006/relationships/customXml" Target="../ink/ink624.xml"/><Relationship Id="rId138" Type="http://schemas.openxmlformats.org/officeDocument/2006/relationships/customXml" Target="../ink/ink651.xml"/><Relationship Id="rId159" Type="http://schemas.openxmlformats.org/officeDocument/2006/relationships/image" Target="../media/image339.png"/><Relationship Id="rId170" Type="http://schemas.openxmlformats.org/officeDocument/2006/relationships/customXml" Target="../ink/ink667.xml"/><Relationship Id="rId191" Type="http://schemas.openxmlformats.org/officeDocument/2006/relationships/image" Target="../media/image454.png"/><Relationship Id="rId205" Type="http://schemas.openxmlformats.org/officeDocument/2006/relationships/image" Target="../media/image461.png"/><Relationship Id="rId226" Type="http://schemas.openxmlformats.org/officeDocument/2006/relationships/customXml" Target="../ink/ink695.xml"/><Relationship Id="rId107" Type="http://schemas.openxmlformats.org/officeDocument/2006/relationships/image" Target="../media/image322.png"/><Relationship Id="rId11" Type="http://schemas.openxmlformats.org/officeDocument/2006/relationships/image" Target="../media/image411.png"/><Relationship Id="rId32" Type="http://schemas.openxmlformats.org/officeDocument/2006/relationships/customXml" Target="../ink/ink598.xml"/><Relationship Id="rId53" Type="http://schemas.openxmlformats.org/officeDocument/2006/relationships/image" Target="../media/image431.png"/><Relationship Id="rId74" Type="http://schemas.openxmlformats.org/officeDocument/2006/relationships/customXml" Target="../ink/ink619.xml"/><Relationship Id="rId128" Type="http://schemas.openxmlformats.org/officeDocument/2006/relationships/customXml" Target="../ink/ink646.xml"/><Relationship Id="rId149" Type="http://schemas.openxmlformats.org/officeDocument/2006/relationships/image" Target="../media/image334.png"/><Relationship Id="rId5" Type="http://schemas.openxmlformats.org/officeDocument/2006/relationships/image" Target="../media/image206.png"/><Relationship Id="rId95" Type="http://schemas.openxmlformats.org/officeDocument/2006/relationships/image" Target="../media/image316.png"/><Relationship Id="rId160" Type="http://schemas.openxmlformats.org/officeDocument/2006/relationships/customXml" Target="../ink/ink662.xml"/><Relationship Id="rId181" Type="http://schemas.openxmlformats.org/officeDocument/2006/relationships/image" Target="../media/image449.png"/><Relationship Id="rId216" Type="http://schemas.openxmlformats.org/officeDocument/2006/relationships/customXml" Target="../ink/ink690.xml"/><Relationship Id="rId237" Type="http://schemas.openxmlformats.org/officeDocument/2006/relationships/image" Target="../media/image469.png"/><Relationship Id="rId22" Type="http://schemas.openxmlformats.org/officeDocument/2006/relationships/customXml" Target="../ink/ink593.xml"/><Relationship Id="rId43" Type="http://schemas.openxmlformats.org/officeDocument/2006/relationships/image" Target="../media/image426.png"/><Relationship Id="rId64" Type="http://schemas.openxmlformats.org/officeDocument/2006/relationships/customXml" Target="../ink/ink614.xml"/><Relationship Id="rId118" Type="http://schemas.openxmlformats.org/officeDocument/2006/relationships/customXml" Target="../ink/ink641.xml"/><Relationship Id="rId139" Type="http://schemas.openxmlformats.org/officeDocument/2006/relationships/image" Target="../media/image331.png"/><Relationship Id="rId85" Type="http://schemas.openxmlformats.org/officeDocument/2006/relationships/image" Target="../media/image311.png"/><Relationship Id="rId150" Type="http://schemas.openxmlformats.org/officeDocument/2006/relationships/customXml" Target="../ink/ink657.xml"/><Relationship Id="rId171" Type="http://schemas.openxmlformats.org/officeDocument/2006/relationships/image" Target="../media/image345.png"/><Relationship Id="rId192" Type="http://schemas.openxmlformats.org/officeDocument/2006/relationships/customXml" Target="../ink/ink678.xml"/><Relationship Id="rId206" Type="http://schemas.openxmlformats.org/officeDocument/2006/relationships/customXml" Target="../ink/ink685.xml"/><Relationship Id="rId227" Type="http://schemas.openxmlformats.org/officeDocument/2006/relationships/image" Target="../media/image352.png"/><Relationship Id="rId12" Type="http://schemas.openxmlformats.org/officeDocument/2006/relationships/customXml" Target="../ink/ink588.xml"/><Relationship Id="rId33" Type="http://schemas.openxmlformats.org/officeDocument/2006/relationships/image" Target="../media/image421.png"/><Relationship Id="rId108" Type="http://schemas.openxmlformats.org/officeDocument/2006/relationships/customXml" Target="../ink/ink636.xml"/><Relationship Id="rId129" Type="http://schemas.openxmlformats.org/officeDocument/2006/relationships/image" Target="../media/image328.png"/><Relationship Id="rId54" Type="http://schemas.openxmlformats.org/officeDocument/2006/relationships/customXml" Target="../ink/ink609.xml"/><Relationship Id="rId75" Type="http://schemas.openxmlformats.org/officeDocument/2006/relationships/image" Target="../media/image440.png"/><Relationship Id="rId96" Type="http://schemas.openxmlformats.org/officeDocument/2006/relationships/customXml" Target="../ink/ink630.xml"/><Relationship Id="rId140" Type="http://schemas.openxmlformats.org/officeDocument/2006/relationships/customXml" Target="../ink/ink652.xml"/><Relationship Id="rId161" Type="http://schemas.openxmlformats.org/officeDocument/2006/relationships/image" Target="../media/image340.png"/><Relationship Id="rId182" Type="http://schemas.openxmlformats.org/officeDocument/2006/relationships/customXml" Target="../ink/ink673.xml"/><Relationship Id="rId217" Type="http://schemas.openxmlformats.org/officeDocument/2006/relationships/image" Target="../media/image467.png"/><Relationship Id="rId6" Type="http://schemas.openxmlformats.org/officeDocument/2006/relationships/customXml" Target="../ink/ink585.xml"/><Relationship Id="rId238" Type="http://schemas.openxmlformats.org/officeDocument/2006/relationships/customXml" Target="../ink/ink701.xml"/><Relationship Id="rId23" Type="http://schemas.openxmlformats.org/officeDocument/2006/relationships/image" Target="../media/image416.png"/><Relationship Id="rId119" Type="http://schemas.openxmlformats.org/officeDocument/2006/relationships/image" Target="../media/image380.png"/><Relationship Id="rId44" Type="http://schemas.openxmlformats.org/officeDocument/2006/relationships/customXml" Target="../ink/ink604.xml"/><Relationship Id="rId65" Type="http://schemas.openxmlformats.org/officeDocument/2006/relationships/image" Target="../media/image435.png"/><Relationship Id="rId86" Type="http://schemas.openxmlformats.org/officeDocument/2006/relationships/customXml" Target="../ink/ink625.xml"/><Relationship Id="rId130" Type="http://schemas.openxmlformats.org/officeDocument/2006/relationships/customXml" Target="../ink/ink647.xml"/><Relationship Id="rId151" Type="http://schemas.openxmlformats.org/officeDocument/2006/relationships/image" Target="../media/image335.png"/><Relationship Id="rId172" Type="http://schemas.openxmlformats.org/officeDocument/2006/relationships/customXml" Target="../ink/ink668.xml"/><Relationship Id="rId193" Type="http://schemas.openxmlformats.org/officeDocument/2006/relationships/image" Target="../media/image455.png"/><Relationship Id="rId207" Type="http://schemas.openxmlformats.org/officeDocument/2006/relationships/image" Target="../media/image462.png"/><Relationship Id="rId228" Type="http://schemas.openxmlformats.org/officeDocument/2006/relationships/customXml" Target="../ink/ink696.xml"/><Relationship Id="rId13" Type="http://schemas.openxmlformats.org/officeDocument/2006/relationships/image" Target="../media/image412.png"/><Relationship Id="rId109" Type="http://schemas.openxmlformats.org/officeDocument/2006/relationships/image" Target="../media/image378.png"/><Relationship Id="rId34" Type="http://schemas.openxmlformats.org/officeDocument/2006/relationships/customXml" Target="../ink/ink599.xml"/><Relationship Id="rId55" Type="http://schemas.openxmlformats.org/officeDocument/2006/relationships/image" Target="../media/image432.png"/><Relationship Id="rId76" Type="http://schemas.openxmlformats.org/officeDocument/2006/relationships/customXml" Target="../ink/ink620.xml"/><Relationship Id="rId97" Type="http://schemas.openxmlformats.org/officeDocument/2006/relationships/image" Target="../media/image317.png"/><Relationship Id="rId120" Type="http://schemas.openxmlformats.org/officeDocument/2006/relationships/customXml" Target="../ink/ink642.xml"/><Relationship Id="rId141" Type="http://schemas.openxmlformats.org/officeDocument/2006/relationships/image" Target="../media/image446.png"/><Relationship Id="rId7" Type="http://schemas.openxmlformats.org/officeDocument/2006/relationships/image" Target="../media/image409.png"/><Relationship Id="rId162" Type="http://schemas.openxmlformats.org/officeDocument/2006/relationships/customXml" Target="../ink/ink663.xml"/><Relationship Id="rId183" Type="http://schemas.openxmlformats.org/officeDocument/2006/relationships/image" Target="../media/image450.png"/><Relationship Id="rId218" Type="http://schemas.openxmlformats.org/officeDocument/2006/relationships/customXml" Target="../ink/ink691.xml"/><Relationship Id="rId239" Type="http://schemas.openxmlformats.org/officeDocument/2006/relationships/image" Target="../media/image470.png"/><Relationship Id="rId24" Type="http://schemas.openxmlformats.org/officeDocument/2006/relationships/customXml" Target="../ink/ink594.xml"/><Relationship Id="rId45" Type="http://schemas.openxmlformats.org/officeDocument/2006/relationships/image" Target="../media/image427.png"/><Relationship Id="rId66" Type="http://schemas.openxmlformats.org/officeDocument/2006/relationships/customXml" Target="../ink/ink615.xml"/><Relationship Id="rId87" Type="http://schemas.openxmlformats.org/officeDocument/2006/relationships/image" Target="../media/image312.png"/><Relationship Id="rId110" Type="http://schemas.openxmlformats.org/officeDocument/2006/relationships/customXml" Target="../ink/ink637.xml"/><Relationship Id="rId131" Type="http://schemas.openxmlformats.org/officeDocument/2006/relationships/image" Target="../media/image444.png"/><Relationship Id="rId152" Type="http://schemas.openxmlformats.org/officeDocument/2006/relationships/customXml" Target="../ink/ink658.xml"/><Relationship Id="rId173" Type="http://schemas.openxmlformats.org/officeDocument/2006/relationships/image" Target="../media/image346.png"/><Relationship Id="rId194" Type="http://schemas.openxmlformats.org/officeDocument/2006/relationships/customXml" Target="../ink/ink679.xml"/><Relationship Id="rId208" Type="http://schemas.openxmlformats.org/officeDocument/2006/relationships/customXml" Target="../ink/ink686.xml"/><Relationship Id="rId229" Type="http://schemas.openxmlformats.org/officeDocument/2006/relationships/image" Target="../media/image353.png"/><Relationship Id="rId14" Type="http://schemas.openxmlformats.org/officeDocument/2006/relationships/customXml" Target="../ink/ink589.xml"/><Relationship Id="rId35" Type="http://schemas.openxmlformats.org/officeDocument/2006/relationships/image" Target="../media/image422.png"/><Relationship Id="rId56" Type="http://schemas.openxmlformats.org/officeDocument/2006/relationships/customXml" Target="../ink/ink610.xml"/><Relationship Id="rId77" Type="http://schemas.openxmlformats.org/officeDocument/2006/relationships/image" Target="../media/image441.png"/><Relationship Id="rId100" Type="http://schemas.openxmlformats.org/officeDocument/2006/relationships/customXml" Target="../ink/ink632.xml"/><Relationship Id="rId8" Type="http://schemas.openxmlformats.org/officeDocument/2006/relationships/customXml" Target="../ink/ink586.xml"/><Relationship Id="rId98" Type="http://schemas.openxmlformats.org/officeDocument/2006/relationships/customXml" Target="../ink/ink631.xml"/><Relationship Id="rId121" Type="http://schemas.openxmlformats.org/officeDocument/2006/relationships/image" Target="../media/image381.png"/><Relationship Id="rId142" Type="http://schemas.openxmlformats.org/officeDocument/2006/relationships/customXml" Target="../ink/ink653.xml"/><Relationship Id="rId163" Type="http://schemas.openxmlformats.org/officeDocument/2006/relationships/image" Target="../media/image341.png"/><Relationship Id="rId184" Type="http://schemas.openxmlformats.org/officeDocument/2006/relationships/customXml" Target="../ink/ink674.xml"/><Relationship Id="rId219" Type="http://schemas.openxmlformats.org/officeDocument/2006/relationships/image" Target="../media/image468.png"/><Relationship Id="rId230" Type="http://schemas.openxmlformats.org/officeDocument/2006/relationships/customXml" Target="../ink/ink697.xml"/><Relationship Id="rId25" Type="http://schemas.openxmlformats.org/officeDocument/2006/relationships/image" Target="../media/image417.png"/><Relationship Id="rId46" Type="http://schemas.openxmlformats.org/officeDocument/2006/relationships/customXml" Target="../ink/ink605.xml"/><Relationship Id="rId67" Type="http://schemas.openxmlformats.org/officeDocument/2006/relationships/image" Target="../media/image436.png"/><Relationship Id="rId88" Type="http://schemas.openxmlformats.org/officeDocument/2006/relationships/customXml" Target="../ink/ink626.xml"/><Relationship Id="rId111" Type="http://schemas.openxmlformats.org/officeDocument/2006/relationships/image" Target="../media/image379.png"/><Relationship Id="rId132" Type="http://schemas.openxmlformats.org/officeDocument/2006/relationships/customXml" Target="../ink/ink648.xml"/><Relationship Id="rId153" Type="http://schemas.openxmlformats.org/officeDocument/2006/relationships/image" Target="../media/image336.png"/><Relationship Id="rId174" Type="http://schemas.openxmlformats.org/officeDocument/2006/relationships/customXml" Target="../ink/ink669.xml"/><Relationship Id="rId195" Type="http://schemas.openxmlformats.org/officeDocument/2006/relationships/image" Target="../media/image456.png"/><Relationship Id="rId209" Type="http://schemas.openxmlformats.org/officeDocument/2006/relationships/image" Target="../media/image463.png"/><Relationship Id="rId190" Type="http://schemas.openxmlformats.org/officeDocument/2006/relationships/customXml" Target="../ink/ink677.xml"/><Relationship Id="rId204" Type="http://schemas.openxmlformats.org/officeDocument/2006/relationships/customXml" Target="../ink/ink684.xml"/><Relationship Id="rId220" Type="http://schemas.openxmlformats.org/officeDocument/2006/relationships/customXml" Target="../ink/ink692.xml"/><Relationship Id="rId225" Type="http://schemas.openxmlformats.org/officeDocument/2006/relationships/image" Target="../media/image351.png"/><Relationship Id="rId15" Type="http://schemas.openxmlformats.org/officeDocument/2006/relationships/image" Target="../media/image413.png"/><Relationship Id="rId36" Type="http://schemas.openxmlformats.org/officeDocument/2006/relationships/customXml" Target="../ink/ink600.xml"/><Relationship Id="rId57" Type="http://schemas.openxmlformats.org/officeDocument/2006/relationships/image" Target="../media/image433.png"/><Relationship Id="rId106" Type="http://schemas.openxmlformats.org/officeDocument/2006/relationships/customXml" Target="../ink/ink635.xml"/><Relationship Id="rId127" Type="http://schemas.openxmlformats.org/officeDocument/2006/relationships/image" Target="../media/image327.png"/><Relationship Id="rId10" Type="http://schemas.openxmlformats.org/officeDocument/2006/relationships/customXml" Target="../ink/ink587.xml"/><Relationship Id="rId31" Type="http://schemas.openxmlformats.org/officeDocument/2006/relationships/image" Target="../media/image420.png"/><Relationship Id="rId52" Type="http://schemas.openxmlformats.org/officeDocument/2006/relationships/customXml" Target="../ink/ink608.xml"/><Relationship Id="rId73" Type="http://schemas.openxmlformats.org/officeDocument/2006/relationships/image" Target="../media/image439.png"/><Relationship Id="rId78" Type="http://schemas.openxmlformats.org/officeDocument/2006/relationships/customXml" Target="../ink/ink621.xml"/><Relationship Id="rId94" Type="http://schemas.openxmlformats.org/officeDocument/2006/relationships/customXml" Target="../ink/ink629.xml"/><Relationship Id="rId99" Type="http://schemas.openxmlformats.org/officeDocument/2006/relationships/image" Target="../media/image318.png"/><Relationship Id="rId101" Type="http://schemas.openxmlformats.org/officeDocument/2006/relationships/image" Target="../media/image319.png"/><Relationship Id="rId122" Type="http://schemas.openxmlformats.org/officeDocument/2006/relationships/customXml" Target="../ink/ink643.xml"/><Relationship Id="rId143" Type="http://schemas.openxmlformats.org/officeDocument/2006/relationships/image" Target="../media/image447.png"/><Relationship Id="rId148" Type="http://schemas.openxmlformats.org/officeDocument/2006/relationships/customXml" Target="../ink/ink656.xml"/><Relationship Id="rId164" Type="http://schemas.openxmlformats.org/officeDocument/2006/relationships/customXml" Target="../ink/ink664.xml"/><Relationship Id="rId169" Type="http://schemas.openxmlformats.org/officeDocument/2006/relationships/image" Target="../media/image344.png"/><Relationship Id="rId185" Type="http://schemas.openxmlformats.org/officeDocument/2006/relationships/image" Target="../media/image451.png"/><Relationship Id="rId4" Type="http://schemas.openxmlformats.org/officeDocument/2006/relationships/customXml" Target="../ink/ink584.xml"/><Relationship Id="rId9" Type="http://schemas.openxmlformats.org/officeDocument/2006/relationships/image" Target="../media/image410.png"/><Relationship Id="rId180" Type="http://schemas.openxmlformats.org/officeDocument/2006/relationships/customXml" Target="../ink/ink672.xml"/><Relationship Id="rId210" Type="http://schemas.openxmlformats.org/officeDocument/2006/relationships/customXml" Target="../ink/ink687.xml"/><Relationship Id="rId215" Type="http://schemas.openxmlformats.org/officeDocument/2006/relationships/image" Target="../media/image466.png"/><Relationship Id="rId236" Type="http://schemas.openxmlformats.org/officeDocument/2006/relationships/customXml" Target="../ink/ink700.xml"/><Relationship Id="rId26" Type="http://schemas.openxmlformats.org/officeDocument/2006/relationships/customXml" Target="../ink/ink595.xml"/><Relationship Id="rId231" Type="http://schemas.openxmlformats.org/officeDocument/2006/relationships/image" Target="../media/image354.png"/><Relationship Id="rId47" Type="http://schemas.openxmlformats.org/officeDocument/2006/relationships/image" Target="../media/image428.png"/><Relationship Id="rId68" Type="http://schemas.openxmlformats.org/officeDocument/2006/relationships/customXml" Target="../ink/ink616.xml"/><Relationship Id="rId89" Type="http://schemas.openxmlformats.org/officeDocument/2006/relationships/image" Target="../media/image313.png"/><Relationship Id="rId112" Type="http://schemas.openxmlformats.org/officeDocument/2006/relationships/customXml" Target="../ink/ink638.xml"/><Relationship Id="rId133" Type="http://schemas.openxmlformats.org/officeDocument/2006/relationships/image" Target="../media/image445.png"/><Relationship Id="rId154" Type="http://schemas.openxmlformats.org/officeDocument/2006/relationships/customXml" Target="../ink/ink659.xml"/><Relationship Id="rId175" Type="http://schemas.openxmlformats.org/officeDocument/2006/relationships/image" Target="../media/image347.png"/><Relationship Id="rId196" Type="http://schemas.openxmlformats.org/officeDocument/2006/relationships/customXml" Target="../ink/ink680.xml"/><Relationship Id="rId200" Type="http://schemas.openxmlformats.org/officeDocument/2006/relationships/customXml" Target="../ink/ink682.xml"/><Relationship Id="rId16" Type="http://schemas.openxmlformats.org/officeDocument/2006/relationships/customXml" Target="../ink/ink590.xml"/><Relationship Id="rId221" Type="http://schemas.openxmlformats.org/officeDocument/2006/relationships/image" Target="../media/image349.png"/><Relationship Id="rId37" Type="http://schemas.openxmlformats.org/officeDocument/2006/relationships/image" Target="../media/image423.png"/><Relationship Id="rId58" Type="http://schemas.openxmlformats.org/officeDocument/2006/relationships/customXml" Target="../ink/ink611.xml"/><Relationship Id="rId79" Type="http://schemas.openxmlformats.org/officeDocument/2006/relationships/image" Target="../media/image442.png"/><Relationship Id="rId102" Type="http://schemas.openxmlformats.org/officeDocument/2006/relationships/customXml" Target="../ink/ink633.xml"/><Relationship Id="rId123" Type="http://schemas.openxmlformats.org/officeDocument/2006/relationships/image" Target="../media/image325.png"/><Relationship Id="rId144" Type="http://schemas.openxmlformats.org/officeDocument/2006/relationships/customXml" Target="../ink/ink654.xml"/><Relationship Id="rId90" Type="http://schemas.openxmlformats.org/officeDocument/2006/relationships/customXml" Target="../ink/ink627.xml"/><Relationship Id="rId165" Type="http://schemas.openxmlformats.org/officeDocument/2006/relationships/image" Target="../media/image342.png"/><Relationship Id="rId186" Type="http://schemas.openxmlformats.org/officeDocument/2006/relationships/customXml" Target="../ink/ink675.xml"/><Relationship Id="rId211" Type="http://schemas.openxmlformats.org/officeDocument/2006/relationships/image" Target="../media/image464.png"/><Relationship Id="rId232" Type="http://schemas.openxmlformats.org/officeDocument/2006/relationships/customXml" Target="../ink/ink698.xml"/><Relationship Id="rId27" Type="http://schemas.openxmlformats.org/officeDocument/2006/relationships/image" Target="../media/image418.png"/><Relationship Id="rId48" Type="http://schemas.openxmlformats.org/officeDocument/2006/relationships/customXml" Target="../ink/ink606.xml"/><Relationship Id="rId69" Type="http://schemas.openxmlformats.org/officeDocument/2006/relationships/image" Target="../media/image437.png"/><Relationship Id="rId113" Type="http://schemas.openxmlformats.org/officeDocument/2006/relationships/image" Target="../media/image396.png"/><Relationship Id="rId134" Type="http://schemas.openxmlformats.org/officeDocument/2006/relationships/customXml" Target="../ink/ink649.xml"/><Relationship Id="rId80" Type="http://schemas.openxmlformats.org/officeDocument/2006/relationships/customXml" Target="../ink/ink622.xml"/><Relationship Id="rId155" Type="http://schemas.openxmlformats.org/officeDocument/2006/relationships/image" Target="../media/image337.png"/><Relationship Id="rId176" Type="http://schemas.openxmlformats.org/officeDocument/2006/relationships/customXml" Target="../ink/ink670.xml"/><Relationship Id="rId197" Type="http://schemas.openxmlformats.org/officeDocument/2006/relationships/image" Target="../media/image457.png"/><Relationship Id="rId201" Type="http://schemas.openxmlformats.org/officeDocument/2006/relationships/image" Target="../media/image459.png"/><Relationship Id="rId222" Type="http://schemas.openxmlformats.org/officeDocument/2006/relationships/customXml" Target="../ink/ink693.xml"/><Relationship Id="rId17" Type="http://schemas.openxmlformats.org/officeDocument/2006/relationships/image" Target="../media/image414.png"/><Relationship Id="rId38" Type="http://schemas.openxmlformats.org/officeDocument/2006/relationships/customXml" Target="../ink/ink601.xml"/><Relationship Id="rId59" Type="http://schemas.openxmlformats.org/officeDocument/2006/relationships/image" Target="../media/image309.png"/><Relationship Id="rId103" Type="http://schemas.openxmlformats.org/officeDocument/2006/relationships/image" Target="../media/image320.png"/><Relationship Id="rId124" Type="http://schemas.openxmlformats.org/officeDocument/2006/relationships/customXml" Target="../ink/ink644.xml"/><Relationship Id="rId70" Type="http://schemas.openxmlformats.org/officeDocument/2006/relationships/customXml" Target="../ink/ink617.xml"/><Relationship Id="rId91" Type="http://schemas.openxmlformats.org/officeDocument/2006/relationships/image" Target="../media/image314.png"/><Relationship Id="rId145" Type="http://schemas.openxmlformats.org/officeDocument/2006/relationships/image" Target="../media/image332.png"/><Relationship Id="rId166" Type="http://schemas.openxmlformats.org/officeDocument/2006/relationships/customXml" Target="../ink/ink665.xml"/><Relationship Id="rId187" Type="http://schemas.openxmlformats.org/officeDocument/2006/relationships/image" Target="../media/image45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88.xml"/><Relationship Id="rId233" Type="http://schemas.openxmlformats.org/officeDocument/2006/relationships/image" Target="../media/image355.png"/><Relationship Id="rId28" Type="http://schemas.openxmlformats.org/officeDocument/2006/relationships/customXml" Target="../ink/ink596.xml"/><Relationship Id="rId49" Type="http://schemas.openxmlformats.org/officeDocument/2006/relationships/image" Target="../media/image429.png"/><Relationship Id="rId114" Type="http://schemas.openxmlformats.org/officeDocument/2006/relationships/customXml" Target="../ink/ink639.xml"/><Relationship Id="rId60" Type="http://schemas.openxmlformats.org/officeDocument/2006/relationships/customXml" Target="../ink/ink612.xml"/><Relationship Id="rId81" Type="http://schemas.openxmlformats.org/officeDocument/2006/relationships/image" Target="../media/image443.png"/><Relationship Id="rId135" Type="http://schemas.openxmlformats.org/officeDocument/2006/relationships/image" Target="../media/image329.png"/><Relationship Id="rId156" Type="http://schemas.openxmlformats.org/officeDocument/2006/relationships/customXml" Target="../ink/ink660.xml"/><Relationship Id="rId177" Type="http://schemas.openxmlformats.org/officeDocument/2006/relationships/image" Target="../media/image348.png"/><Relationship Id="rId198" Type="http://schemas.openxmlformats.org/officeDocument/2006/relationships/customXml" Target="../ink/ink681.xml"/><Relationship Id="rId202" Type="http://schemas.openxmlformats.org/officeDocument/2006/relationships/customXml" Target="../ink/ink683.xml"/><Relationship Id="rId223" Type="http://schemas.openxmlformats.org/officeDocument/2006/relationships/image" Target="../media/image350.png"/><Relationship Id="rId18" Type="http://schemas.openxmlformats.org/officeDocument/2006/relationships/customXml" Target="../ink/ink591.xml"/><Relationship Id="rId39" Type="http://schemas.openxmlformats.org/officeDocument/2006/relationships/image" Target="../media/image424.png"/><Relationship Id="rId50" Type="http://schemas.openxmlformats.org/officeDocument/2006/relationships/customXml" Target="../ink/ink607.xml"/><Relationship Id="rId104" Type="http://schemas.openxmlformats.org/officeDocument/2006/relationships/customXml" Target="../ink/ink634.xml"/><Relationship Id="rId125" Type="http://schemas.openxmlformats.org/officeDocument/2006/relationships/image" Target="../media/image326.png"/><Relationship Id="rId146" Type="http://schemas.openxmlformats.org/officeDocument/2006/relationships/customXml" Target="../ink/ink655.xml"/><Relationship Id="rId167" Type="http://schemas.openxmlformats.org/officeDocument/2006/relationships/image" Target="../media/image343.png"/><Relationship Id="rId188" Type="http://schemas.openxmlformats.org/officeDocument/2006/relationships/customXml" Target="../ink/ink676.xml"/><Relationship Id="rId71" Type="http://schemas.openxmlformats.org/officeDocument/2006/relationships/image" Target="../media/image438.png"/><Relationship Id="rId92" Type="http://schemas.openxmlformats.org/officeDocument/2006/relationships/customXml" Target="../ink/ink628.xml"/><Relationship Id="rId213" Type="http://schemas.openxmlformats.org/officeDocument/2006/relationships/image" Target="../media/image465.png"/><Relationship Id="rId234" Type="http://schemas.openxmlformats.org/officeDocument/2006/relationships/customXml" Target="../ink/ink699.xml"/><Relationship Id="rId2" Type="http://schemas.openxmlformats.org/officeDocument/2006/relationships/customXml" Target="../ink/ink583.xml"/><Relationship Id="rId29" Type="http://schemas.openxmlformats.org/officeDocument/2006/relationships/image" Target="../media/image419.png"/><Relationship Id="rId40" Type="http://schemas.openxmlformats.org/officeDocument/2006/relationships/customXml" Target="../ink/ink602.xml"/><Relationship Id="rId115" Type="http://schemas.openxmlformats.org/officeDocument/2006/relationships/image" Target="../media/image397.png"/><Relationship Id="rId136" Type="http://schemas.openxmlformats.org/officeDocument/2006/relationships/customXml" Target="../ink/ink650.xml"/><Relationship Id="rId157" Type="http://schemas.openxmlformats.org/officeDocument/2006/relationships/image" Target="../media/image338.png"/><Relationship Id="rId178" Type="http://schemas.openxmlformats.org/officeDocument/2006/relationships/customXml" Target="../ink/ink671.xml"/><Relationship Id="rId61" Type="http://schemas.openxmlformats.org/officeDocument/2006/relationships/image" Target="../media/image434.png"/><Relationship Id="rId82" Type="http://schemas.openxmlformats.org/officeDocument/2006/relationships/customXml" Target="../ink/ink623.xml"/><Relationship Id="rId199" Type="http://schemas.openxmlformats.org/officeDocument/2006/relationships/image" Target="../media/image458.png"/><Relationship Id="rId203" Type="http://schemas.openxmlformats.org/officeDocument/2006/relationships/image" Target="../media/image460.png"/><Relationship Id="rId19" Type="http://schemas.openxmlformats.org/officeDocument/2006/relationships/image" Target="../media/image415.png"/><Relationship Id="rId224" Type="http://schemas.openxmlformats.org/officeDocument/2006/relationships/customXml" Target="../ink/ink694.xml"/><Relationship Id="rId30" Type="http://schemas.openxmlformats.org/officeDocument/2006/relationships/customXml" Target="../ink/ink597.xml"/><Relationship Id="rId105" Type="http://schemas.openxmlformats.org/officeDocument/2006/relationships/image" Target="../media/image321.png"/><Relationship Id="rId126" Type="http://schemas.openxmlformats.org/officeDocument/2006/relationships/customXml" Target="../ink/ink645.xml"/><Relationship Id="rId147" Type="http://schemas.openxmlformats.org/officeDocument/2006/relationships/image" Target="../media/image333.png"/><Relationship Id="rId168" Type="http://schemas.openxmlformats.org/officeDocument/2006/relationships/customXml" Target="../ink/ink666.xml"/><Relationship Id="rId51" Type="http://schemas.openxmlformats.org/officeDocument/2006/relationships/image" Target="../media/image430.png"/><Relationship Id="rId72" Type="http://schemas.openxmlformats.org/officeDocument/2006/relationships/customXml" Target="../ink/ink618.xml"/><Relationship Id="rId93" Type="http://schemas.openxmlformats.org/officeDocument/2006/relationships/image" Target="../media/image315.png"/><Relationship Id="rId189" Type="http://schemas.openxmlformats.org/officeDocument/2006/relationships/image" Target="../media/image453.png"/><Relationship Id="rId3" Type="http://schemas.openxmlformats.org/officeDocument/2006/relationships/image" Target="../media/image408.png"/><Relationship Id="rId214" Type="http://schemas.openxmlformats.org/officeDocument/2006/relationships/customXml" Target="../ink/ink689.xml"/><Relationship Id="rId235" Type="http://schemas.openxmlformats.org/officeDocument/2006/relationships/image" Target="../media/image356.png"/><Relationship Id="rId116" Type="http://schemas.openxmlformats.org/officeDocument/2006/relationships/customXml" Target="../ink/ink640.xml"/><Relationship Id="rId137" Type="http://schemas.openxmlformats.org/officeDocument/2006/relationships/image" Target="../media/image330.png"/><Relationship Id="rId158" Type="http://schemas.openxmlformats.org/officeDocument/2006/relationships/customXml" Target="../ink/ink661.xml"/><Relationship Id="rId20" Type="http://schemas.openxmlformats.org/officeDocument/2006/relationships/customXml" Target="../ink/ink592.xml"/><Relationship Id="rId41" Type="http://schemas.openxmlformats.org/officeDocument/2006/relationships/image" Target="../media/image425.png"/><Relationship Id="rId62" Type="http://schemas.openxmlformats.org/officeDocument/2006/relationships/customXml" Target="../ink/ink613.xml"/><Relationship Id="rId83" Type="http://schemas.openxmlformats.org/officeDocument/2006/relationships/image" Target="../media/image310.png"/><Relationship Id="rId179" Type="http://schemas.openxmlformats.org/officeDocument/2006/relationships/image" Target="../media/image448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1.png"/><Relationship Id="rId21" Type="http://schemas.openxmlformats.org/officeDocument/2006/relationships/image" Target="../media/image214.png"/><Relationship Id="rId42" Type="http://schemas.openxmlformats.org/officeDocument/2006/relationships/customXml" Target="../ink/ink722.xml"/><Relationship Id="rId63" Type="http://schemas.openxmlformats.org/officeDocument/2006/relationships/image" Target="../media/image241.png"/><Relationship Id="rId84" Type="http://schemas.openxmlformats.org/officeDocument/2006/relationships/customXml" Target="../ink/ink743.xml"/><Relationship Id="rId138" Type="http://schemas.openxmlformats.org/officeDocument/2006/relationships/customXml" Target="../ink/ink770.xml"/><Relationship Id="rId159" Type="http://schemas.openxmlformats.org/officeDocument/2006/relationships/image" Target="../media/image492.png"/><Relationship Id="rId107" Type="http://schemas.openxmlformats.org/officeDocument/2006/relationships/image" Target="../media/image282.png"/><Relationship Id="rId11" Type="http://schemas.openxmlformats.org/officeDocument/2006/relationships/image" Target="../media/image209.png"/><Relationship Id="rId32" Type="http://schemas.openxmlformats.org/officeDocument/2006/relationships/customXml" Target="../ink/ink717.xml"/><Relationship Id="rId53" Type="http://schemas.openxmlformats.org/officeDocument/2006/relationships/image" Target="../media/image230.png"/><Relationship Id="rId74" Type="http://schemas.openxmlformats.org/officeDocument/2006/relationships/customXml" Target="../ink/ink738.xml"/><Relationship Id="rId128" Type="http://schemas.openxmlformats.org/officeDocument/2006/relationships/customXml" Target="../ink/ink765.xml"/><Relationship Id="rId149" Type="http://schemas.openxmlformats.org/officeDocument/2006/relationships/image" Target="../media/image487.png"/><Relationship Id="rId5" Type="http://schemas.openxmlformats.org/officeDocument/2006/relationships/image" Target="../media/image206.png"/><Relationship Id="rId95" Type="http://schemas.openxmlformats.org/officeDocument/2006/relationships/image" Target="../media/image276.png"/><Relationship Id="rId22" Type="http://schemas.openxmlformats.org/officeDocument/2006/relationships/customXml" Target="../ink/ink712.xml"/><Relationship Id="rId43" Type="http://schemas.openxmlformats.org/officeDocument/2006/relationships/image" Target="../media/image225.png"/><Relationship Id="rId64" Type="http://schemas.openxmlformats.org/officeDocument/2006/relationships/customXml" Target="../ink/ink733.xml"/><Relationship Id="rId118" Type="http://schemas.openxmlformats.org/officeDocument/2006/relationships/customXml" Target="../ink/ink760.xml"/><Relationship Id="rId139" Type="http://schemas.openxmlformats.org/officeDocument/2006/relationships/image" Target="../media/image482.png"/><Relationship Id="rId80" Type="http://schemas.openxmlformats.org/officeDocument/2006/relationships/customXml" Target="../ink/ink741.xml"/><Relationship Id="rId85" Type="http://schemas.openxmlformats.org/officeDocument/2006/relationships/image" Target="../media/image252.png"/><Relationship Id="rId150" Type="http://schemas.openxmlformats.org/officeDocument/2006/relationships/customXml" Target="../ink/ink776.xml"/><Relationship Id="rId155" Type="http://schemas.openxmlformats.org/officeDocument/2006/relationships/image" Target="../media/image490.png"/><Relationship Id="rId12" Type="http://schemas.openxmlformats.org/officeDocument/2006/relationships/customXml" Target="../ink/ink707.xml"/><Relationship Id="rId17" Type="http://schemas.openxmlformats.org/officeDocument/2006/relationships/image" Target="../media/image212.png"/><Relationship Id="rId33" Type="http://schemas.openxmlformats.org/officeDocument/2006/relationships/image" Target="../media/image220.png"/><Relationship Id="rId38" Type="http://schemas.openxmlformats.org/officeDocument/2006/relationships/customXml" Target="../ink/ink720.xml"/><Relationship Id="rId59" Type="http://schemas.openxmlformats.org/officeDocument/2006/relationships/image" Target="../media/image239.png"/><Relationship Id="rId103" Type="http://schemas.openxmlformats.org/officeDocument/2006/relationships/image" Target="../media/image280.png"/><Relationship Id="rId108" Type="http://schemas.openxmlformats.org/officeDocument/2006/relationships/customXml" Target="../ink/ink755.xml"/><Relationship Id="rId124" Type="http://schemas.openxmlformats.org/officeDocument/2006/relationships/customXml" Target="../ink/ink763.xml"/><Relationship Id="rId129" Type="http://schemas.openxmlformats.org/officeDocument/2006/relationships/image" Target="../media/image477.png"/><Relationship Id="rId54" Type="http://schemas.openxmlformats.org/officeDocument/2006/relationships/customXml" Target="../ink/ink728.xml"/><Relationship Id="rId70" Type="http://schemas.openxmlformats.org/officeDocument/2006/relationships/customXml" Target="../ink/ink736.xml"/><Relationship Id="rId75" Type="http://schemas.openxmlformats.org/officeDocument/2006/relationships/image" Target="../media/image247.png"/><Relationship Id="rId91" Type="http://schemas.openxmlformats.org/officeDocument/2006/relationships/image" Target="../media/image274.png"/><Relationship Id="rId96" Type="http://schemas.openxmlformats.org/officeDocument/2006/relationships/customXml" Target="../ink/ink749.xml"/><Relationship Id="rId140" Type="http://schemas.openxmlformats.org/officeDocument/2006/relationships/customXml" Target="../ink/ink771.xml"/><Relationship Id="rId145" Type="http://schemas.openxmlformats.org/officeDocument/2006/relationships/image" Target="../media/image4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4.xml"/><Relationship Id="rId23" Type="http://schemas.openxmlformats.org/officeDocument/2006/relationships/image" Target="../media/image215.png"/><Relationship Id="rId28" Type="http://schemas.openxmlformats.org/officeDocument/2006/relationships/customXml" Target="../ink/ink715.xml"/><Relationship Id="rId49" Type="http://schemas.openxmlformats.org/officeDocument/2006/relationships/image" Target="../media/image228.png"/><Relationship Id="rId114" Type="http://schemas.openxmlformats.org/officeDocument/2006/relationships/customXml" Target="../ink/ink758.xml"/><Relationship Id="rId119" Type="http://schemas.openxmlformats.org/officeDocument/2006/relationships/image" Target="../media/image472.png"/><Relationship Id="rId44" Type="http://schemas.openxmlformats.org/officeDocument/2006/relationships/customXml" Target="../ink/ink723.xml"/><Relationship Id="rId60" Type="http://schemas.openxmlformats.org/officeDocument/2006/relationships/customXml" Target="../ink/ink731.xml"/><Relationship Id="rId65" Type="http://schemas.openxmlformats.org/officeDocument/2006/relationships/image" Target="../media/image242.png"/><Relationship Id="rId81" Type="http://schemas.openxmlformats.org/officeDocument/2006/relationships/image" Target="../media/image250.png"/><Relationship Id="rId86" Type="http://schemas.openxmlformats.org/officeDocument/2006/relationships/customXml" Target="../ink/ink744.xml"/><Relationship Id="rId130" Type="http://schemas.openxmlformats.org/officeDocument/2006/relationships/customXml" Target="../ink/ink766.xml"/><Relationship Id="rId135" Type="http://schemas.openxmlformats.org/officeDocument/2006/relationships/image" Target="../media/image480.png"/><Relationship Id="rId151" Type="http://schemas.openxmlformats.org/officeDocument/2006/relationships/image" Target="../media/image488.png"/><Relationship Id="rId156" Type="http://schemas.openxmlformats.org/officeDocument/2006/relationships/customXml" Target="../ink/ink779.xml"/><Relationship Id="rId13" Type="http://schemas.openxmlformats.org/officeDocument/2006/relationships/image" Target="../media/image210.png"/><Relationship Id="rId18" Type="http://schemas.openxmlformats.org/officeDocument/2006/relationships/customXml" Target="../ink/ink710.xml"/><Relationship Id="rId39" Type="http://schemas.openxmlformats.org/officeDocument/2006/relationships/image" Target="../media/image223.png"/><Relationship Id="rId109" Type="http://schemas.openxmlformats.org/officeDocument/2006/relationships/image" Target="../media/image283.png"/><Relationship Id="rId34" Type="http://schemas.openxmlformats.org/officeDocument/2006/relationships/customXml" Target="../ink/ink718.xml"/><Relationship Id="rId50" Type="http://schemas.openxmlformats.org/officeDocument/2006/relationships/customXml" Target="../ink/ink726.xml"/><Relationship Id="rId55" Type="http://schemas.openxmlformats.org/officeDocument/2006/relationships/image" Target="../media/image231.png"/><Relationship Id="rId76" Type="http://schemas.openxmlformats.org/officeDocument/2006/relationships/customXml" Target="../ink/ink739.xml"/><Relationship Id="rId97" Type="http://schemas.openxmlformats.org/officeDocument/2006/relationships/image" Target="../media/image277.png"/><Relationship Id="rId104" Type="http://schemas.openxmlformats.org/officeDocument/2006/relationships/customXml" Target="../ink/ink753.xml"/><Relationship Id="rId120" Type="http://schemas.openxmlformats.org/officeDocument/2006/relationships/customXml" Target="../ink/ink761.xml"/><Relationship Id="rId125" Type="http://schemas.openxmlformats.org/officeDocument/2006/relationships/image" Target="../media/image475.png"/><Relationship Id="rId141" Type="http://schemas.openxmlformats.org/officeDocument/2006/relationships/image" Target="../media/image483.png"/><Relationship Id="rId146" Type="http://schemas.openxmlformats.org/officeDocument/2006/relationships/customXml" Target="../ink/ink774.xml"/><Relationship Id="rId7" Type="http://schemas.openxmlformats.org/officeDocument/2006/relationships/image" Target="../media/image207.png"/><Relationship Id="rId71" Type="http://schemas.openxmlformats.org/officeDocument/2006/relationships/image" Target="../media/image245.png"/><Relationship Id="rId92" Type="http://schemas.openxmlformats.org/officeDocument/2006/relationships/customXml" Target="../ink/ink747.xml"/><Relationship Id="rId2" Type="http://schemas.openxmlformats.org/officeDocument/2006/relationships/customXml" Target="../ink/ink702.xml"/><Relationship Id="rId29" Type="http://schemas.openxmlformats.org/officeDocument/2006/relationships/image" Target="../media/image218.png"/><Relationship Id="rId24" Type="http://schemas.openxmlformats.org/officeDocument/2006/relationships/customXml" Target="../ink/ink713.xml"/><Relationship Id="rId40" Type="http://schemas.openxmlformats.org/officeDocument/2006/relationships/customXml" Target="../ink/ink721.xml"/><Relationship Id="rId45" Type="http://schemas.openxmlformats.org/officeDocument/2006/relationships/image" Target="../media/image226.png"/><Relationship Id="rId66" Type="http://schemas.openxmlformats.org/officeDocument/2006/relationships/customXml" Target="../ink/ink734.xml"/><Relationship Id="rId87" Type="http://schemas.openxmlformats.org/officeDocument/2006/relationships/image" Target="../media/image272.png"/><Relationship Id="rId110" Type="http://schemas.openxmlformats.org/officeDocument/2006/relationships/customXml" Target="../ink/ink756.xml"/><Relationship Id="rId115" Type="http://schemas.openxmlformats.org/officeDocument/2006/relationships/image" Target="../media/image286.png"/><Relationship Id="rId131" Type="http://schemas.openxmlformats.org/officeDocument/2006/relationships/image" Target="../media/image478.png"/><Relationship Id="rId136" Type="http://schemas.openxmlformats.org/officeDocument/2006/relationships/customXml" Target="../ink/ink769.xml"/><Relationship Id="rId157" Type="http://schemas.openxmlformats.org/officeDocument/2006/relationships/image" Target="../media/image491.png"/><Relationship Id="rId61" Type="http://schemas.openxmlformats.org/officeDocument/2006/relationships/image" Target="../media/image240.png"/><Relationship Id="rId82" Type="http://schemas.openxmlformats.org/officeDocument/2006/relationships/customXml" Target="../ink/ink742.xml"/><Relationship Id="rId152" Type="http://schemas.openxmlformats.org/officeDocument/2006/relationships/customXml" Target="../ink/ink777.xml"/><Relationship Id="rId19" Type="http://schemas.openxmlformats.org/officeDocument/2006/relationships/image" Target="../media/image213.png"/><Relationship Id="rId14" Type="http://schemas.openxmlformats.org/officeDocument/2006/relationships/customXml" Target="../ink/ink708.xml"/><Relationship Id="rId30" Type="http://schemas.openxmlformats.org/officeDocument/2006/relationships/customXml" Target="../ink/ink716.xml"/><Relationship Id="rId35" Type="http://schemas.openxmlformats.org/officeDocument/2006/relationships/image" Target="../media/image221.png"/><Relationship Id="rId56" Type="http://schemas.openxmlformats.org/officeDocument/2006/relationships/customXml" Target="../ink/ink729.xml"/><Relationship Id="rId77" Type="http://schemas.openxmlformats.org/officeDocument/2006/relationships/image" Target="../media/image248.png"/><Relationship Id="rId100" Type="http://schemas.openxmlformats.org/officeDocument/2006/relationships/customXml" Target="../ink/ink751.xml"/><Relationship Id="rId105" Type="http://schemas.openxmlformats.org/officeDocument/2006/relationships/image" Target="../media/image281.png"/><Relationship Id="rId126" Type="http://schemas.openxmlformats.org/officeDocument/2006/relationships/customXml" Target="../ink/ink764.xml"/><Relationship Id="rId147" Type="http://schemas.openxmlformats.org/officeDocument/2006/relationships/image" Target="../media/image486.png"/><Relationship Id="rId8" Type="http://schemas.openxmlformats.org/officeDocument/2006/relationships/customXml" Target="../ink/ink705.xml"/><Relationship Id="rId51" Type="http://schemas.openxmlformats.org/officeDocument/2006/relationships/image" Target="../media/image229.png"/><Relationship Id="rId72" Type="http://schemas.openxmlformats.org/officeDocument/2006/relationships/customXml" Target="../ink/ink737.xml"/><Relationship Id="rId93" Type="http://schemas.openxmlformats.org/officeDocument/2006/relationships/image" Target="../media/image275.png"/><Relationship Id="rId98" Type="http://schemas.openxmlformats.org/officeDocument/2006/relationships/customXml" Target="../ink/ink750.xml"/><Relationship Id="rId121" Type="http://schemas.openxmlformats.org/officeDocument/2006/relationships/image" Target="../media/image473.png"/><Relationship Id="rId142" Type="http://schemas.openxmlformats.org/officeDocument/2006/relationships/customXml" Target="../ink/ink772.xml"/><Relationship Id="rId3" Type="http://schemas.openxmlformats.org/officeDocument/2006/relationships/image" Target="../media/image205.png"/><Relationship Id="rId25" Type="http://schemas.openxmlformats.org/officeDocument/2006/relationships/image" Target="../media/image216.png"/><Relationship Id="rId46" Type="http://schemas.openxmlformats.org/officeDocument/2006/relationships/customXml" Target="../ink/ink724.xml"/><Relationship Id="rId67" Type="http://schemas.openxmlformats.org/officeDocument/2006/relationships/image" Target="../media/image243.png"/><Relationship Id="rId116" Type="http://schemas.openxmlformats.org/officeDocument/2006/relationships/customXml" Target="../ink/ink759.xml"/><Relationship Id="rId137" Type="http://schemas.openxmlformats.org/officeDocument/2006/relationships/image" Target="../media/image481.png"/><Relationship Id="rId158" Type="http://schemas.openxmlformats.org/officeDocument/2006/relationships/customXml" Target="../ink/ink780.xml"/><Relationship Id="rId20" Type="http://schemas.openxmlformats.org/officeDocument/2006/relationships/customXml" Target="../ink/ink711.xml"/><Relationship Id="rId41" Type="http://schemas.openxmlformats.org/officeDocument/2006/relationships/image" Target="../media/image224.png"/><Relationship Id="rId62" Type="http://schemas.openxmlformats.org/officeDocument/2006/relationships/customXml" Target="../ink/ink732.xml"/><Relationship Id="rId83" Type="http://schemas.openxmlformats.org/officeDocument/2006/relationships/image" Target="../media/image251.png"/><Relationship Id="rId88" Type="http://schemas.openxmlformats.org/officeDocument/2006/relationships/customXml" Target="../ink/ink745.xml"/><Relationship Id="rId111" Type="http://schemas.openxmlformats.org/officeDocument/2006/relationships/image" Target="../media/image284.png"/><Relationship Id="rId132" Type="http://schemas.openxmlformats.org/officeDocument/2006/relationships/customXml" Target="../ink/ink767.xml"/><Relationship Id="rId153" Type="http://schemas.openxmlformats.org/officeDocument/2006/relationships/image" Target="../media/image489.png"/><Relationship Id="rId15" Type="http://schemas.openxmlformats.org/officeDocument/2006/relationships/image" Target="../media/image211.png"/><Relationship Id="rId36" Type="http://schemas.openxmlformats.org/officeDocument/2006/relationships/customXml" Target="../ink/ink719.xml"/><Relationship Id="rId57" Type="http://schemas.openxmlformats.org/officeDocument/2006/relationships/image" Target="../media/image232.png"/><Relationship Id="rId106" Type="http://schemas.openxmlformats.org/officeDocument/2006/relationships/customXml" Target="../ink/ink754.xml"/><Relationship Id="rId127" Type="http://schemas.openxmlformats.org/officeDocument/2006/relationships/image" Target="../media/image476.png"/><Relationship Id="rId10" Type="http://schemas.openxmlformats.org/officeDocument/2006/relationships/customXml" Target="../ink/ink706.xml"/><Relationship Id="rId31" Type="http://schemas.openxmlformats.org/officeDocument/2006/relationships/image" Target="../media/image219.png"/><Relationship Id="rId52" Type="http://schemas.openxmlformats.org/officeDocument/2006/relationships/customXml" Target="../ink/ink727.xml"/><Relationship Id="rId73" Type="http://schemas.openxmlformats.org/officeDocument/2006/relationships/image" Target="../media/image246.png"/><Relationship Id="rId78" Type="http://schemas.openxmlformats.org/officeDocument/2006/relationships/customXml" Target="../ink/ink740.xml"/><Relationship Id="rId94" Type="http://schemas.openxmlformats.org/officeDocument/2006/relationships/customXml" Target="../ink/ink748.xml"/><Relationship Id="rId99" Type="http://schemas.openxmlformats.org/officeDocument/2006/relationships/image" Target="../media/image278.png"/><Relationship Id="rId101" Type="http://schemas.openxmlformats.org/officeDocument/2006/relationships/image" Target="../media/image279.png"/><Relationship Id="rId122" Type="http://schemas.openxmlformats.org/officeDocument/2006/relationships/customXml" Target="../ink/ink762.xml"/><Relationship Id="rId143" Type="http://schemas.openxmlformats.org/officeDocument/2006/relationships/image" Target="../media/image484.png"/><Relationship Id="rId148" Type="http://schemas.openxmlformats.org/officeDocument/2006/relationships/customXml" Target="../ink/ink775.xml"/><Relationship Id="rId4" Type="http://schemas.openxmlformats.org/officeDocument/2006/relationships/customXml" Target="../ink/ink703.xml"/><Relationship Id="rId9" Type="http://schemas.openxmlformats.org/officeDocument/2006/relationships/image" Target="../media/image208.png"/><Relationship Id="rId26" Type="http://schemas.openxmlformats.org/officeDocument/2006/relationships/customXml" Target="../ink/ink714.xml"/><Relationship Id="rId47" Type="http://schemas.openxmlformats.org/officeDocument/2006/relationships/image" Target="../media/image227.png"/><Relationship Id="rId68" Type="http://schemas.openxmlformats.org/officeDocument/2006/relationships/customXml" Target="../ink/ink735.xml"/><Relationship Id="rId89" Type="http://schemas.openxmlformats.org/officeDocument/2006/relationships/image" Target="../media/image273.png"/><Relationship Id="rId112" Type="http://schemas.openxmlformats.org/officeDocument/2006/relationships/customXml" Target="../ink/ink757.xml"/><Relationship Id="rId133" Type="http://schemas.openxmlformats.org/officeDocument/2006/relationships/image" Target="../media/image479.png"/><Relationship Id="rId154" Type="http://schemas.openxmlformats.org/officeDocument/2006/relationships/customXml" Target="../ink/ink778.xml"/><Relationship Id="rId16" Type="http://schemas.openxmlformats.org/officeDocument/2006/relationships/customXml" Target="../ink/ink709.xml"/><Relationship Id="rId37" Type="http://schemas.openxmlformats.org/officeDocument/2006/relationships/image" Target="../media/image222.png"/><Relationship Id="rId58" Type="http://schemas.openxmlformats.org/officeDocument/2006/relationships/customXml" Target="../ink/ink730.xml"/><Relationship Id="rId79" Type="http://schemas.openxmlformats.org/officeDocument/2006/relationships/image" Target="../media/image249.png"/><Relationship Id="rId102" Type="http://schemas.openxmlformats.org/officeDocument/2006/relationships/customXml" Target="../ink/ink752.xml"/><Relationship Id="rId123" Type="http://schemas.openxmlformats.org/officeDocument/2006/relationships/image" Target="../media/image474.png"/><Relationship Id="rId144" Type="http://schemas.openxmlformats.org/officeDocument/2006/relationships/customXml" Target="../ink/ink773.xml"/><Relationship Id="rId90" Type="http://schemas.openxmlformats.org/officeDocument/2006/relationships/customXml" Target="../ink/ink746.xml"/><Relationship Id="rId27" Type="http://schemas.openxmlformats.org/officeDocument/2006/relationships/image" Target="../media/image217.png"/><Relationship Id="rId48" Type="http://schemas.openxmlformats.org/officeDocument/2006/relationships/customXml" Target="../ink/ink725.xml"/><Relationship Id="rId69" Type="http://schemas.openxmlformats.org/officeDocument/2006/relationships/image" Target="../media/image244.png"/><Relationship Id="rId113" Type="http://schemas.openxmlformats.org/officeDocument/2006/relationships/image" Target="../media/image285.png"/><Relationship Id="rId134" Type="http://schemas.openxmlformats.org/officeDocument/2006/relationships/customXml" Target="../ink/ink76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0.png"/><Relationship Id="rId21" Type="http://schemas.openxmlformats.org/officeDocument/2006/relationships/image" Target="../media/image502.png"/><Relationship Id="rId42" Type="http://schemas.openxmlformats.org/officeDocument/2006/relationships/customXml" Target="../ink/ink801.xml"/><Relationship Id="rId63" Type="http://schemas.openxmlformats.org/officeDocument/2006/relationships/image" Target="../media/image523.png"/><Relationship Id="rId84" Type="http://schemas.openxmlformats.org/officeDocument/2006/relationships/customXml" Target="../ink/ink822.xml"/><Relationship Id="rId138" Type="http://schemas.openxmlformats.org/officeDocument/2006/relationships/customXml" Target="../ink/ink849.xml"/><Relationship Id="rId159" Type="http://schemas.openxmlformats.org/officeDocument/2006/relationships/image" Target="../media/image571.png"/><Relationship Id="rId170" Type="http://schemas.openxmlformats.org/officeDocument/2006/relationships/customXml" Target="../ink/ink865.xml"/><Relationship Id="rId191" Type="http://schemas.openxmlformats.org/officeDocument/2006/relationships/image" Target="../media/image587.png"/><Relationship Id="rId205" Type="http://schemas.openxmlformats.org/officeDocument/2006/relationships/image" Target="../media/image594.png"/><Relationship Id="rId107" Type="http://schemas.openxmlformats.org/officeDocument/2006/relationships/image" Target="../media/image545.png"/><Relationship Id="rId11" Type="http://schemas.openxmlformats.org/officeDocument/2006/relationships/image" Target="../media/image497.png"/><Relationship Id="rId32" Type="http://schemas.openxmlformats.org/officeDocument/2006/relationships/customXml" Target="../ink/ink796.xml"/><Relationship Id="rId53" Type="http://schemas.openxmlformats.org/officeDocument/2006/relationships/image" Target="../media/image518.png"/><Relationship Id="rId74" Type="http://schemas.openxmlformats.org/officeDocument/2006/relationships/customXml" Target="../ink/ink817.xml"/><Relationship Id="rId128" Type="http://schemas.openxmlformats.org/officeDocument/2006/relationships/customXml" Target="../ink/ink844.xml"/><Relationship Id="rId149" Type="http://schemas.openxmlformats.org/officeDocument/2006/relationships/image" Target="../media/image566.png"/><Relationship Id="rId5" Type="http://schemas.openxmlformats.org/officeDocument/2006/relationships/image" Target="../media/image494.png"/><Relationship Id="rId95" Type="http://schemas.openxmlformats.org/officeDocument/2006/relationships/image" Target="../media/image539.png"/><Relationship Id="rId160" Type="http://schemas.openxmlformats.org/officeDocument/2006/relationships/customXml" Target="../ink/ink860.xml"/><Relationship Id="rId181" Type="http://schemas.openxmlformats.org/officeDocument/2006/relationships/image" Target="../media/image582.png"/><Relationship Id="rId22" Type="http://schemas.openxmlformats.org/officeDocument/2006/relationships/customXml" Target="../ink/ink791.xml"/><Relationship Id="rId43" Type="http://schemas.openxmlformats.org/officeDocument/2006/relationships/image" Target="../media/image513.png"/><Relationship Id="rId64" Type="http://schemas.openxmlformats.org/officeDocument/2006/relationships/customXml" Target="../ink/ink812.xml"/><Relationship Id="rId118" Type="http://schemas.openxmlformats.org/officeDocument/2006/relationships/customXml" Target="../ink/ink839.xml"/><Relationship Id="rId139" Type="http://schemas.openxmlformats.org/officeDocument/2006/relationships/image" Target="../media/image561.png"/><Relationship Id="rId85" Type="http://schemas.openxmlformats.org/officeDocument/2006/relationships/image" Target="../media/image534.png"/><Relationship Id="rId150" Type="http://schemas.openxmlformats.org/officeDocument/2006/relationships/customXml" Target="../ink/ink855.xml"/><Relationship Id="rId171" Type="http://schemas.openxmlformats.org/officeDocument/2006/relationships/image" Target="../media/image577.png"/><Relationship Id="rId192" Type="http://schemas.openxmlformats.org/officeDocument/2006/relationships/customXml" Target="../ink/ink876.xml"/><Relationship Id="rId206" Type="http://schemas.openxmlformats.org/officeDocument/2006/relationships/customXml" Target="../ink/ink883.xml"/><Relationship Id="rId12" Type="http://schemas.openxmlformats.org/officeDocument/2006/relationships/customXml" Target="../ink/ink786.xml"/><Relationship Id="rId33" Type="http://schemas.openxmlformats.org/officeDocument/2006/relationships/image" Target="../media/image508.png"/><Relationship Id="rId108" Type="http://schemas.openxmlformats.org/officeDocument/2006/relationships/customXml" Target="../ink/ink834.xml"/><Relationship Id="rId129" Type="http://schemas.openxmlformats.org/officeDocument/2006/relationships/image" Target="../media/image556.png"/><Relationship Id="rId54" Type="http://schemas.openxmlformats.org/officeDocument/2006/relationships/customXml" Target="../ink/ink807.xml"/><Relationship Id="rId75" Type="http://schemas.openxmlformats.org/officeDocument/2006/relationships/image" Target="../media/image529.png"/><Relationship Id="rId96" Type="http://schemas.openxmlformats.org/officeDocument/2006/relationships/customXml" Target="../ink/ink828.xml"/><Relationship Id="rId140" Type="http://schemas.openxmlformats.org/officeDocument/2006/relationships/customXml" Target="../ink/ink850.xml"/><Relationship Id="rId161" Type="http://schemas.openxmlformats.org/officeDocument/2006/relationships/image" Target="../media/image572.png"/><Relationship Id="rId182" Type="http://schemas.openxmlformats.org/officeDocument/2006/relationships/customXml" Target="../ink/ink871.xml"/><Relationship Id="rId6" Type="http://schemas.openxmlformats.org/officeDocument/2006/relationships/customXml" Target="../ink/ink783.xml"/><Relationship Id="rId23" Type="http://schemas.openxmlformats.org/officeDocument/2006/relationships/image" Target="../media/image503.png"/><Relationship Id="rId119" Type="http://schemas.openxmlformats.org/officeDocument/2006/relationships/image" Target="../media/image551.png"/><Relationship Id="rId44" Type="http://schemas.openxmlformats.org/officeDocument/2006/relationships/customXml" Target="../ink/ink802.xml"/><Relationship Id="rId65" Type="http://schemas.openxmlformats.org/officeDocument/2006/relationships/image" Target="../media/image524.png"/><Relationship Id="rId86" Type="http://schemas.openxmlformats.org/officeDocument/2006/relationships/customXml" Target="../ink/ink823.xml"/><Relationship Id="rId130" Type="http://schemas.openxmlformats.org/officeDocument/2006/relationships/customXml" Target="../ink/ink845.xml"/><Relationship Id="rId151" Type="http://schemas.openxmlformats.org/officeDocument/2006/relationships/image" Target="../media/image567.png"/><Relationship Id="rId172" Type="http://schemas.openxmlformats.org/officeDocument/2006/relationships/customXml" Target="../ink/ink866.xml"/><Relationship Id="rId193" Type="http://schemas.openxmlformats.org/officeDocument/2006/relationships/image" Target="../media/image588.png"/><Relationship Id="rId207" Type="http://schemas.openxmlformats.org/officeDocument/2006/relationships/image" Target="../media/image595.png"/><Relationship Id="rId13" Type="http://schemas.openxmlformats.org/officeDocument/2006/relationships/image" Target="../media/image498.png"/><Relationship Id="rId109" Type="http://schemas.openxmlformats.org/officeDocument/2006/relationships/image" Target="../media/image546.png"/><Relationship Id="rId34" Type="http://schemas.openxmlformats.org/officeDocument/2006/relationships/customXml" Target="../ink/ink797.xml"/><Relationship Id="rId55" Type="http://schemas.openxmlformats.org/officeDocument/2006/relationships/image" Target="../media/image519.png"/><Relationship Id="rId76" Type="http://schemas.openxmlformats.org/officeDocument/2006/relationships/customXml" Target="../ink/ink818.xml"/><Relationship Id="rId97" Type="http://schemas.openxmlformats.org/officeDocument/2006/relationships/image" Target="../media/image540.png"/><Relationship Id="rId120" Type="http://schemas.openxmlformats.org/officeDocument/2006/relationships/customXml" Target="../ink/ink840.xml"/><Relationship Id="rId141" Type="http://schemas.openxmlformats.org/officeDocument/2006/relationships/image" Target="../media/image562.png"/><Relationship Id="rId7" Type="http://schemas.openxmlformats.org/officeDocument/2006/relationships/image" Target="../media/image495.png"/><Relationship Id="rId162" Type="http://schemas.openxmlformats.org/officeDocument/2006/relationships/customXml" Target="../ink/ink861.xml"/><Relationship Id="rId183" Type="http://schemas.openxmlformats.org/officeDocument/2006/relationships/image" Target="../media/image583.png"/><Relationship Id="rId24" Type="http://schemas.openxmlformats.org/officeDocument/2006/relationships/customXml" Target="../ink/ink792.xml"/><Relationship Id="rId45" Type="http://schemas.openxmlformats.org/officeDocument/2006/relationships/image" Target="../media/image514.png"/><Relationship Id="rId66" Type="http://schemas.openxmlformats.org/officeDocument/2006/relationships/customXml" Target="../ink/ink813.xml"/><Relationship Id="rId87" Type="http://schemas.openxmlformats.org/officeDocument/2006/relationships/image" Target="../media/image535.png"/><Relationship Id="rId110" Type="http://schemas.openxmlformats.org/officeDocument/2006/relationships/customXml" Target="../ink/ink835.xml"/><Relationship Id="rId131" Type="http://schemas.openxmlformats.org/officeDocument/2006/relationships/image" Target="../media/image557.png"/><Relationship Id="rId152" Type="http://schemas.openxmlformats.org/officeDocument/2006/relationships/customXml" Target="../ink/ink856.xml"/><Relationship Id="rId173" Type="http://schemas.openxmlformats.org/officeDocument/2006/relationships/image" Target="../media/image578.png"/><Relationship Id="rId194" Type="http://schemas.openxmlformats.org/officeDocument/2006/relationships/customXml" Target="../ink/ink877.xml"/><Relationship Id="rId208" Type="http://schemas.openxmlformats.org/officeDocument/2006/relationships/customXml" Target="../ink/ink884.xml"/><Relationship Id="rId19" Type="http://schemas.openxmlformats.org/officeDocument/2006/relationships/image" Target="../media/image501.png"/><Relationship Id="rId14" Type="http://schemas.openxmlformats.org/officeDocument/2006/relationships/customXml" Target="../ink/ink787.xml"/><Relationship Id="rId30" Type="http://schemas.openxmlformats.org/officeDocument/2006/relationships/customXml" Target="../ink/ink795.xml"/><Relationship Id="rId35" Type="http://schemas.openxmlformats.org/officeDocument/2006/relationships/image" Target="../media/image509.png"/><Relationship Id="rId56" Type="http://schemas.openxmlformats.org/officeDocument/2006/relationships/customXml" Target="../ink/ink808.xml"/><Relationship Id="rId77" Type="http://schemas.openxmlformats.org/officeDocument/2006/relationships/image" Target="../media/image530.png"/><Relationship Id="rId100" Type="http://schemas.openxmlformats.org/officeDocument/2006/relationships/customXml" Target="../ink/ink830.xml"/><Relationship Id="rId105" Type="http://schemas.openxmlformats.org/officeDocument/2006/relationships/image" Target="../media/image544.png"/><Relationship Id="rId126" Type="http://schemas.openxmlformats.org/officeDocument/2006/relationships/customXml" Target="../ink/ink843.xml"/><Relationship Id="rId147" Type="http://schemas.openxmlformats.org/officeDocument/2006/relationships/image" Target="../media/image565.png"/><Relationship Id="rId168" Type="http://schemas.openxmlformats.org/officeDocument/2006/relationships/customXml" Target="../ink/ink864.xml"/><Relationship Id="rId8" Type="http://schemas.openxmlformats.org/officeDocument/2006/relationships/customXml" Target="../ink/ink784.xml"/><Relationship Id="rId51" Type="http://schemas.openxmlformats.org/officeDocument/2006/relationships/image" Target="../media/image517.png"/><Relationship Id="rId72" Type="http://schemas.openxmlformats.org/officeDocument/2006/relationships/customXml" Target="../ink/ink816.xml"/><Relationship Id="rId93" Type="http://schemas.openxmlformats.org/officeDocument/2006/relationships/image" Target="../media/image538.png"/><Relationship Id="rId98" Type="http://schemas.openxmlformats.org/officeDocument/2006/relationships/customXml" Target="../ink/ink829.xml"/><Relationship Id="rId121" Type="http://schemas.openxmlformats.org/officeDocument/2006/relationships/image" Target="../media/image552.png"/><Relationship Id="rId142" Type="http://schemas.openxmlformats.org/officeDocument/2006/relationships/customXml" Target="../ink/ink851.xml"/><Relationship Id="rId163" Type="http://schemas.openxmlformats.org/officeDocument/2006/relationships/image" Target="../media/image573.png"/><Relationship Id="rId184" Type="http://schemas.openxmlformats.org/officeDocument/2006/relationships/customXml" Target="../ink/ink872.xml"/><Relationship Id="rId189" Type="http://schemas.openxmlformats.org/officeDocument/2006/relationships/image" Target="../media/image586.png"/><Relationship Id="rId3" Type="http://schemas.openxmlformats.org/officeDocument/2006/relationships/image" Target="../media/image493.png"/><Relationship Id="rId214" Type="http://schemas.openxmlformats.org/officeDocument/2006/relationships/customXml" Target="../ink/ink887.xml"/><Relationship Id="rId25" Type="http://schemas.openxmlformats.org/officeDocument/2006/relationships/image" Target="../media/image504.png"/><Relationship Id="rId46" Type="http://schemas.openxmlformats.org/officeDocument/2006/relationships/customXml" Target="../ink/ink803.xml"/><Relationship Id="rId67" Type="http://schemas.openxmlformats.org/officeDocument/2006/relationships/image" Target="../media/image525.png"/><Relationship Id="rId116" Type="http://schemas.openxmlformats.org/officeDocument/2006/relationships/customXml" Target="../ink/ink838.xml"/><Relationship Id="rId137" Type="http://schemas.openxmlformats.org/officeDocument/2006/relationships/image" Target="../media/image560.png"/><Relationship Id="rId158" Type="http://schemas.openxmlformats.org/officeDocument/2006/relationships/customXml" Target="../ink/ink859.xml"/><Relationship Id="rId20" Type="http://schemas.openxmlformats.org/officeDocument/2006/relationships/customXml" Target="../ink/ink790.xml"/><Relationship Id="rId41" Type="http://schemas.openxmlformats.org/officeDocument/2006/relationships/image" Target="../media/image512.png"/><Relationship Id="rId62" Type="http://schemas.openxmlformats.org/officeDocument/2006/relationships/customXml" Target="../ink/ink811.xml"/><Relationship Id="rId83" Type="http://schemas.openxmlformats.org/officeDocument/2006/relationships/image" Target="../media/image533.png"/><Relationship Id="rId88" Type="http://schemas.openxmlformats.org/officeDocument/2006/relationships/customXml" Target="../ink/ink824.xml"/><Relationship Id="rId111" Type="http://schemas.openxmlformats.org/officeDocument/2006/relationships/image" Target="../media/image547.png"/><Relationship Id="rId132" Type="http://schemas.openxmlformats.org/officeDocument/2006/relationships/customXml" Target="../ink/ink846.xml"/><Relationship Id="rId153" Type="http://schemas.openxmlformats.org/officeDocument/2006/relationships/image" Target="../media/image568.png"/><Relationship Id="rId174" Type="http://schemas.openxmlformats.org/officeDocument/2006/relationships/customXml" Target="../ink/ink867.xml"/><Relationship Id="rId179" Type="http://schemas.openxmlformats.org/officeDocument/2006/relationships/image" Target="../media/image581.png"/><Relationship Id="rId195" Type="http://schemas.openxmlformats.org/officeDocument/2006/relationships/image" Target="../media/image589.png"/><Relationship Id="rId209" Type="http://schemas.openxmlformats.org/officeDocument/2006/relationships/image" Target="../media/image596.png"/><Relationship Id="rId190" Type="http://schemas.openxmlformats.org/officeDocument/2006/relationships/customXml" Target="../ink/ink875.xml"/><Relationship Id="rId204" Type="http://schemas.openxmlformats.org/officeDocument/2006/relationships/customXml" Target="../ink/ink882.xml"/><Relationship Id="rId15" Type="http://schemas.openxmlformats.org/officeDocument/2006/relationships/image" Target="../media/image499.png"/><Relationship Id="rId36" Type="http://schemas.openxmlformats.org/officeDocument/2006/relationships/customXml" Target="../ink/ink798.xml"/><Relationship Id="rId57" Type="http://schemas.openxmlformats.org/officeDocument/2006/relationships/image" Target="../media/image520.png"/><Relationship Id="rId106" Type="http://schemas.openxmlformats.org/officeDocument/2006/relationships/customXml" Target="../ink/ink833.xml"/><Relationship Id="rId127" Type="http://schemas.openxmlformats.org/officeDocument/2006/relationships/image" Target="../media/image555.png"/><Relationship Id="rId10" Type="http://schemas.openxmlformats.org/officeDocument/2006/relationships/customXml" Target="../ink/ink785.xml"/><Relationship Id="rId31" Type="http://schemas.openxmlformats.org/officeDocument/2006/relationships/image" Target="../media/image507.png"/><Relationship Id="rId52" Type="http://schemas.openxmlformats.org/officeDocument/2006/relationships/customXml" Target="../ink/ink806.xml"/><Relationship Id="rId73" Type="http://schemas.openxmlformats.org/officeDocument/2006/relationships/image" Target="../media/image528.png"/><Relationship Id="rId78" Type="http://schemas.openxmlformats.org/officeDocument/2006/relationships/customXml" Target="../ink/ink819.xml"/><Relationship Id="rId94" Type="http://schemas.openxmlformats.org/officeDocument/2006/relationships/customXml" Target="../ink/ink827.xml"/><Relationship Id="rId99" Type="http://schemas.openxmlformats.org/officeDocument/2006/relationships/image" Target="../media/image541.png"/><Relationship Id="rId101" Type="http://schemas.openxmlformats.org/officeDocument/2006/relationships/image" Target="../media/image542.png"/><Relationship Id="rId122" Type="http://schemas.openxmlformats.org/officeDocument/2006/relationships/customXml" Target="../ink/ink841.xml"/><Relationship Id="rId143" Type="http://schemas.openxmlformats.org/officeDocument/2006/relationships/image" Target="../media/image563.png"/><Relationship Id="rId148" Type="http://schemas.openxmlformats.org/officeDocument/2006/relationships/customXml" Target="../ink/ink854.xml"/><Relationship Id="rId164" Type="http://schemas.openxmlformats.org/officeDocument/2006/relationships/customXml" Target="../ink/ink862.xml"/><Relationship Id="rId169" Type="http://schemas.openxmlformats.org/officeDocument/2006/relationships/image" Target="../media/image576.png"/><Relationship Id="rId185" Type="http://schemas.openxmlformats.org/officeDocument/2006/relationships/image" Target="../media/image584.png"/><Relationship Id="rId4" Type="http://schemas.openxmlformats.org/officeDocument/2006/relationships/customXml" Target="../ink/ink782.xml"/><Relationship Id="rId9" Type="http://schemas.openxmlformats.org/officeDocument/2006/relationships/image" Target="../media/image496.png"/><Relationship Id="rId180" Type="http://schemas.openxmlformats.org/officeDocument/2006/relationships/customXml" Target="../ink/ink870.xml"/><Relationship Id="rId210" Type="http://schemas.openxmlformats.org/officeDocument/2006/relationships/customXml" Target="../ink/ink885.xml"/><Relationship Id="rId215" Type="http://schemas.openxmlformats.org/officeDocument/2006/relationships/image" Target="../media/image599.png"/><Relationship Id="rId26" Type="http://schemas.openxmlformats.org/officeDocument/2006/relationships/customXml" Target="../ink/ink793.xml"/><Relationship Id="rId47" Type="http://schemas.openxmlformats.org/officeDocument/2006/relationships/image" Target="../media/image515.png"/><Relationship Id="rId68" Type="http://schemas.openxmlformats.org/officeDocument/2006/relationships/customXml" Target="../ink/ink814.xml"/><Relationship Id="rId89" Type="http://schemas.openxmlformats.org/officeDocument/2006/relationships/image" Target="../media/image536.png"/><Relationship Id="rId112" Type="http://schemas.openxmlformats.org/officeDocument/2006/relationships/customXml" Target="../ink/ink836.xml"/><Relationship Id="rId133" Type="http://schemas.openxmlformats.org/officeDocument/2006/relationships/image" Target="../media/image558.png"/><Relationship Id="rId154" Type="http://schemas.openxmlformats.org/officeDocument/2006/relationships/customXml" Target="../ink/ink857.xml"/><Relationship Id="rId175" Type="http://schemas.openxmlformats.org/officeDocument/2006/relationships/image" Target="../media/image579.png"/><Relationship Id="rId196" Type="http://schemas.openxmlformats.org/officeDocument/2006/relationships/customXml" Target="../ink/ink878.xml"/><Relationship Id="rId200" Type="http://schemas.openxmlformats.org/officeDocument/2006/relationships/customXml" Target="../ink/ink880.xml"/><Relationship Id="rId16" Type="http://schemas.openxmlformats.org/officeDocument/2006/relationships/customXml" Target="../ink/ink788.xml"/><Relationship Id="rId37" Type="http://schemas.openxmlformats.org/officeDocument/2006/relationships/image" Target="../media/image510.png"/><Relationship Id="rId58" Type="http://schemas.openxmlformats.org/officeDocument/2006/relationships/customXml" Target="../ink/ink809.xml"/><Relationship Id="rId79" Type="http://schemas.openxmlformats.org/officeDocument/2006/relationships/image" Target="../media/image531.png"/><Relationship Id="rId102" Type="http://schemas.openxmlformats.org/officeDocument/2006/relationships/customXml" Target="../ink/ink831.xml"/><Relationship Id="rId123" Type="http://schemas.openxmlformats.org/officeDocument/2006/relationships/image" Target="../media/image553.png"/><Relationship Id="rId144" Type="http://schemas.openxmlformats.org/officeDocument/2006/relationships/customXml" Target="../ink/ink852.xml"/><Relationship Id="rId90" Type="http://schemas.openxmlformats.org/officeDocument/2006/relationships/customXml" Target="../ink/ink825.xml"/><Relationship Id="rId165" Type="http://schemas.openxmlformats.org/officeDocument/2006/relationships/image" Target="../media/image574.png"/><Relationship Id="rId186" Type="http://schemas.openxmlformats.org/officeDocument/2006/relationships/customXml" Target="../ink/ink873.xml"/><Relationship Id="rId211" Type="http://schemas.openxmlformats.org/officeDocument/2006/relationships/image" Target="../media/image597.png"/><Relationship Id="rId27" Type="http://schemas.openxmlformats.org/officeDocument/2006/relationships/image" Target="../media/image505.png"/><Relationship Id="rId48" Type="http://schemas.openxmlformats.org/officeDocument/2006/relationships/customXml" Target="../ink/ink804.xml"/><Relationship Id="rId69" Type="http://schemas.openxmlformats.org/officeDocument/2006/relationships/image" Target="../media/image526.png"/><Relationship Id="rId113" Type="http://schemas.openxmlformats.org/officeDocument/2006/relationships/image" Target="../media/image548.png"/><Relationship Id="rId134" Type="http://schemas.openxmlformats.org/officeDocument/2006/relationships/customXml" Target="../ink/ink847.xml"/><Relationship Id="rId80" Type="http://schemas.openxmlformats.org/officeDocument/2006/relationships/customXml" Target="../ink/ink820.xml"/><Relationship Id="rId155" Type="http://schemas.openxmlformats.org/officeDocument/2006/relationships/image" Target="../media/image569.png"/><Relationship Id="rId176" Type="http://schemas.openxmlformats.org/officeDocument/2006/relationships/customXml" Target="../ink/ink868.xml"/><Relationship Id="rId197" Type="http://schemas.openxmlformats.org/officeDocument/2006/relationships/image" Target="../media/image590.png"/><Relationship Id="rId201" Type="http://schemas.openxmlformats.org/officeDocument/2006/relationships/image" Target="../media/image592.png"/><Relationship Id="rId17" Type="http://schemas.openxmlformats.org/officeDocument/2006/relationships/image" Target="../media/image500.png"/><Relationship Id="rId38" Type="http://schemas.openxmlformats.org/officeDocument/2006/relationships/customXml" Target="../ink/ink799.xml"/><Relationship Id="rId59" Type="http://schemas.openxmlformats.org/officeDocument/2006/relationships/image" Target="../media/image521.png"/><Relationship Id="rId103" Type="http://schemas.openxmlformats.org/officeDocument/2006/relationships/image" Target="../media/image543.png"/><Relationship Id="rId124" Type="http://schemas.openxmlformats.org/officeDocument/2006/relationships/customXml" Target="../ink/ink842.xml"/><Relationship Id="rId70" Type="http://schemas.openxmlformats.org/officeDocument/2006/relationships/customXml" Target="../ink/ink815.xml"/><Relationship Id="rId91" Type="http://schemas.openxmlformats.org/officeDocument/2006/relationships/image" Target="../media/image537.png"/><Relationship Id="rId145" Type="http://schemas.openxmlformats.org/officeDocument/2006/relationships/image" Target="../media/image564.png"/><Relationship Id="rId166" Type="http://schemas.openxmlformats.org/officeDocument/2006/relationships/customXml" Target="../ink/ink863.xml"/><Relationship Id="rId187" Type="http://schemas.openxmlformats.org/officeDocument/2006/relationships/image" Target="../media/image58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86.xml"/><Relationship Id="rId28" Type="http://schemas.openxmlformats.org/officeDocument/2006/relationships/customXml" Target="../ink/ink794.xml"/><Relationship Id="rId49" Type="http://schemas.openxmlformats.org/officeDocument/2006/relationships/image" Target="../media/image516.png"/><Relationship Id="rId114" Type="http://schemas.openxmlformats.org/officeDocument/2006/relationships/customXml" Target="../ink/ink837.xml"/><Relationship Id="rId60" Type="http://schemas.openxmlformats.org/officeDocument/2006/relationships/customXml" Target="../ink/ink810.xml"/><Relationship Id="rId81" Type="http://schemas.openxmlformats.org/officeDocument/2006/relationships/image" Target="../media/image532.png"/><Relationship Id="rId135" Type="http://schemas.openxmlformats.org/officeDocument/2006/relationships/image" Target="../media/image559.png"/><Relationship Id="rId156" Type="http://schemas.openxmlformats.org/officeDocument/2006/relationships/customXml" Target="../ink/ink858.xml"/><Relationship Id="rId177" Type="http://schemas.openxmlformats.org/officeDocument/2006/relationships/image" Target="../media/image580.png"/><Relationship Id="rId198" Type="http://schemas.openxmlformats.org/officeDocument/2006/relationships/customXml" Target="../ink/ink879.xml"/><Relationship Id="rId202" Type="http://schemas.openxmlformats.org/officeDocument/2006/relationships/customXml" Target="../ink/ink881.xml"/><Relationship Id="rId18" Type="http://schemas.openxmlformats.org/officeDocument/2006/relationships/customXml" Target="../ink/ink789.xml"/><Relationship Id="rId39" Type="http://schemas.openxmlformats.org/officeDocument/2006/relationships/image" Target="../media/image511.png"/><Relationship Id="rId50" Type="http://schemas.openxmlformats.org/officeDocument/2006/relationships/customXml" Target="../ink/ink805.xml"/><Relationship Id="rId104" Type="http://schemas.openxmlformats.org/officeDocument/2006/relationships/customXml" Target="../ink/ink832.xml"/><Relationship Id="rId125" Type="http://schemas.openxmlformats.org/officeDocument/2006/relationships/image" Target="../media/image554.png"/><Relationship Id="rId146" Type="http://schemas.openxmlformats.org/officeDocument/2006/relationships/customXml" Target="../ink/ink853.xml"/><Relationship Id="rId167" Type="http://schemas.openxmlformats.org/officeDocument/2006/relationships/image" Target="../media/image575.png"/><Relationship Id="rId188" Type="http://schemas.openxmlformats.org/officeDocument/2006/relationships/customXml" Target="../ink/ink874.xml"/><Relationship Id="rId71" Type="http://schemas.openxmlformats.org/officeDocument/2006/relationships/image" Target="../media/image527.png"/><Relationship Id="rId92" Type="http://schemas.openxmlformats.org/officeDocument/2006/relationships/customXml" Target="../ink/ink826.xml"/><Relationship Id="rId213" Type="http://schemas.openxmlformats.org/officeDocument/2006/relationships/image" Target="../media/image598.png"/><Relationship Id="rId2" Type="http://schemas.openxmlformats.org/officeDocument/2006/relationships/customXml" Target="../ink/ink781.xml"/><Relationship Id="rId29" Type="http://schemas.openxmlformats.org/officeDocument/2006/relationships/image" Target="../media/image506.png"/><Relationship Id="rId40" Type="http://schemas.openxmlformats.org/officeDocument/2006/relationships/customXml" Target="../ink/ink800.xml"/><Relationship Id="rId115" Type="http://schemas.openxmlformats.org/officeDocument/2006/relationships/image" Target="../media/image549.png"/><Relationship Id="rId136" Type="http://schemas.openxmlformats.org/officeDocument/2006/relationships/customXml" Target="../ink/ink848.xml"/><Relationship Id="rId157" Type="http://schemas.openxmlformats.org/officeDocument/2006/relationships/image" Target="../media/image570.png"/><Relationship Id="rId178" Type="http://schemas.openxmlformats.org/officeDocument/2006/relationships/customXml" Target="../ink/ink869.xml"/><Relationship Id="rId61" Type="http://schemas.openxmlformats.org/officeDocument/2006/relationships/image" Target="../media/image522.png"/><Relationship Id="rId82" Type="http://schemas.openxmlformats.org/officeDocument/2006/relationships/customXml" Target="../ink/ink821.xml"/><Relationship Id="rId199" Type="http://schemas.openxmlformats.org/officeDocument/2006/relationships/image" Target="../media/image591.png"/><Relationship Id="rId203" Type="http://schemas.openxmlformats.org/officeDocument/2006/relationships/image" Target="../media/image59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6C3381A-D931-0497-D8D0-49D0818D7FD9}"/>
              </a:ext>
            </a:extLst>
          </p:cNvPr>
          <p:cNvGrpSpPr/>
          <p:nvPr/>
        </p:nvGrpSpPr>
        <p:grpSpPr>
          <a:xfrm>
            <a:off x="2776741" y="3919060"/>
            <a:ext cx="1470240" cy="610200"/>
            <a:chOff x="4305689" y="2626420"/>
            <a:chExt cx="147024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F090E24-CE5F-9FAA-A382-CDF94F7D0525}"/>
                    </a:ext>
                  </a:extLst>
                </p14:cNvPr>
                <p14:cNvContentPartPr/>
                <p14:nvPr/>
              </p14:nvContentPartPr>
              <p14:xfrm>
                <a:off x="4305689" y="2626420"/>
                <a:ext cx="578160" cy="610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F090E24-CE5F-9FAA-A382-CDF94F7D05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99569" y="2620300"/>
                  <a:ext cx="59040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68EC47-1CB5-0697-8E3C-D9E8940E7B24}"/>
                    </a:ext>
                  </a:extLst>
                </p14:cNvPr>
                <p14:cNvContentPartPr/>
                <p14:nvPr/>
              </p14:nvContentPartPr>
              <p14:xfrm>
                <a:off x="4933529" y="2879860"/>
                <a:ext cx="842400" cy="53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68EC47-1CB5-0697-8E3C-D9E8940E7B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7409" y="2873740"/>
                  <a:ext cx="854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08940D-C79B-E58D-0618-45CE8C50A43F}"/>
                    </a:ext>
                  </a:extLst>
                </p14:cNvPr>
                <p14:cNvContentPartPr/>
                <p14:nvPr/>
              </p14:nvContentPartPr>
              <p14:xfrm>
                <a:off x="4930289" y="2838460"/>
                <a:ext cx="170640" cy="156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08940D-C79B-E58D-0618-45CE8C50A4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24169" y="2832340"/>
                  <a:ext cx="18288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3740E9-6EA8-C532-2D7E-12AAAB808F09}"/>
              </a:ext>
            </a:extLst>
          </p:cNvPr>
          <p:cNvGrpSpPr/>
          <p:nvPr/>
        </p:nvGrpSpPr>
        <p:grpSpPr>
          <a:xfrm>
            <a:off x="2955600" y="4596021"/>
            <a:ext cx="124200" cy="810720"/>
            <a:chOff x="4565249" y="3331300"/>
            <a:chExt cx="124200" cy="81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FF2EED6-9D82-1B36-5A5D-1394B98DB5D2}"/>
                    </a:ext>
                  </a:extLst>
                </p14:cNvPr>
                <p14:cNvContentPartPr/>
                <p14:nvPr/>
              </p14:nvContentPartPr>
              <p14:xfrm>
                <a:off x="4640129" y="3388540"/>
                <a:ext cx="9720" cy="75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FF2EED6-9D82-1B36-5A5D-1394B98DB5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4009" y="3382420"/>
                  <a:ext cx="2196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541BA84-0A19-609A-4816-4E96F0B8E3AC}"/>
                    </a:ext>
                  </a:extLst>
                </p14:cNvPr>
                <p14:cNvContentPartPr/>
                <p14:nvPr/>
              </p14:nvContentPartPr>
              <p14:xfrm>
                <a:off x="4565249" y="3331300"/>
                <a:ext cx="124200" cy="131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541BA84-0A19-609A-4816-4E96F0B8E3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59129" y="3325180"/>
                  <a:ext cx="1364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AB3DE1-3AC2-A351-C46C-9D569E6F399E}"/>
              </a:ext>
            </a:extLst>
          </p:cNvPr>
          <p:cNvGrpSpPr/>
          <p:nvPr/>
        </p:nvGrpSpPr>
        <p:grpSpPr>
          <a:xfrm>
            <a:off x="2929860" y="3132720"/>
            <a:ext cx="175680" cy="592560"/>
            <a:chOff x="4374089" y="1845940"/>
            <a:chExt cx="175680" cy="59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2BE7D3-3B29-75D5-6CAB-6EB4710401E6}"/>
                    </a:ext>
                  </a:extLst>
                </p14:cNvPr>
                <p14:cNvContentPartPr/>
                <p14:nvPr/>
              </p14:nvContentPartPr>
              <p14:xfrm>
                <a:off x="4449689" y="1845940"/>
                <a:ext cx="50040" cy="592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2BE7D3-3B29-75D5-6CAB-6EB4710401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43569" y="1839820"/>
                  <a:ext cx="6228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E8D137-24F1-3B98-75A4-CC3CC7E32163}"/>
                    </a:ext>
                  </a:extLst>
                </p14:cNvPr>
                <p14:cNvContentPartPr/>
                <p14:nvPr/>
              </p14:nvContentPartPr>
              <p14:xfrm>
                <a:off x="4374089" y="2238700"/>
                <a:ext cx="175680" cy="168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E8D137-24F1-3B98-75A4-CC3CC7E321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67969" y="2232580"/>
                  <a:ext cx="18792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1DA6785-10AA-97B0-A74A-3229FABE7E93}"/>
                  </a:ext>
                </a:extLst>
              </p14:cNvPr>
              <p14:cNvContentPartPr/>
              <p14:nvPr/>
            </p14:nvContentPartPr>
            <p14:xfrm>
              <a:off x="6947009" y="3711100"/>
              <a:ext cx="1774800" cy="475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1DA6785-10AA-97B0-A74A-3229FABE7E9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40889" y="3704980"/>
                <a:ext cx="17870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A584AB7-3DBA-9C89-DF92-D800AA5D4995}"/>
                  </a:ext>
                </a:extLst>
              </p14:cNvPr>
              <p14:cNvContentPartPr/>
              <p14:nvPr/>
            </p14:nvContentPartPr>
            <p14:xfrm>
              <a:off x="8611649" y="3611020"/>
              <a:ext cx="177480" cy="291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A584AB7-3DBA-9C89-DF92-D800AA5D499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05529" y="3604900"/>
                <a:ext cx="1897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A63882B-2BD6-5410-1C9C-41BD559D516F}"/>
                  </a:ext>
                </a:extLst>
              </p14:cNvPr>
              <p14:cNvContentPartPr/>
              <p14:nvPr/>
            </p14:nvContentPartPr>
            <p14:xfrm>
              <a:off x="6534449" y="3578980"/>
              <a:ext cx="239400" cy="407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A63882B-2BD6-5410-1C9C-41BD559D516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28329" y="3572860"/>
                <a:ext cx="251640" cy="42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AD5EC82A-EB04-E31B-709B-436399973E5D}"/>
              </a:ext>
            </a:extLst>
          </p:cNvPr>
          <p:cNvGrpSpPr/>
          <p:nvPr/>
        </p:nvGrpSpPr>
        <p:grpSpPr>
          <a:xfrm>
            <a:off x="7665929" y="2271460"/>
            <a:ext cx="548280" cy="2894400"/>
            <a:chOff x="7665929" y="2271460"/>
            <a:chExt cx="548280" cy="28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F415320-5F53-3C65-42FA-7F1A04A40577}"/>
                    </a:ext>
                  </a:extLst>
                </p14:cNvPr>
                <p14:cNvContentPartPr/>
                <p14:nvPr/>
              </p14:nvContentPartPr>
              <p14:xfrm>
                <a:off x="7784729" y="2854300"/>
                <a:ext cx="114480" cy="1834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F415320-5F53-3C65-42FA-7F1A04A405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78609" y="2848180"/>
                  <a:ext cx="126720" cy="18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1BB744-0B9F-3850-4968-38A950B825DC}"/>
                    </a:ext>
                  </a:extLst>
                </p14:cNvPr>
                <p14:cNvContentPartPr/>
                <p14:nvPr/>
              </p14:nvContentPartPr>
              <p14:xfrm>
                <a:off x="7665929" y="2784100"/>
                <a:ext cx="213480" cy="212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1BB744-0B9F-3850-4968-38A950B825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9809" y="2777980"/>
                  <a:ext cx="225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6F1B27B-048F-7CA2-42FD-3BB64333662E}"/>
                    </a:ext>
                  </a:extLst>
                </p14:cNvPr>
                <p14:cNvContentPartPr/>
                <p14:nvPr/>
              </p14:nvContentPartPr>
              <p14:xfrm>
                <a:off x="7692929" y="2340580"/>
                <a:ext cx="14040" cy="321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6F1B27B-048F-7CA2-42FD-3BB6433366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86809" y="2334460"/>
                  <a:ext cx="262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CBEE71D-1310-EB85-F34D-B388981C631D}"/>
                    </a:ext>
                  </a:extLst>
                </p14:cNvPr>
                <p14:cNvContentPartPr/>
                <p14:nvPr/>
              </p14:nvContentPartPr>
              <p14:xfrm>
                <a:off x="7687169" y="2337700"/>
                <a:ext cx="191520" cy="255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CBEE71D-1310-EB85-F34D-B388981C63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81049" y="2331580"/>
                  <a:ext cx="2037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5B652D-9130-280D-E6A6-C61CD9C2A0AB}"/>
                    </a:ext>
                  </a:extLst>
                </p14:cNvPr>
                <p14:cNvContentPartPr/>
                <p14:nvPr/>
              </p14:nvContentPartPr>
              <p14:xfrm>
                <a:off x="7879769" y="2271460"/>
                <a:ext cx="4320" cy="300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5B652D-9130-280D-E6A6-C61CD9C2A0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73649" y="2265340"/>
                  <a:ext cx="16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0F30362-A5FB-7B4B-41F9-A6D054627C9C}"/>
                    </a:ext>
                  </a:extLst>
                </p14:cNvPr>
                <p14:cNvContentPartPr/>
                <p14:nvPr/>
              </p14:nvContentPartPr>
              <p14:xfrm>
                <a:off x="7821809" y="4844740"/>
                <a:ext cx="137520" cy="321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0F30362-A5FB-7B4B-41F9-A6D054627C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689" y="4838620"/>
                  <a:ext cx="1497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FD33A24-524B-B0B3-B9A5-8D1D056B0FFD}"/>
                    </a:ext>
                  </a:extLst>
                </p14:cNvPr>
                <p14:cNvContentPartPr/>
                <p14:nvPr/>
              </p14:nvContentPartPr>
              <p14:xfrm>
                <a:off x="8064809" y="2413300"/>
                <a:ext cx="87480" cy="135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FD33A24-524B-B0B3-B9A5-8D1D056B0F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58689" y="2407180"/>
                  <a:ext cx="99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7EADCEF-C483-B414-F758-C57EF1B53DA6}"/>
                    </a:ext>
                  </a:extLst>
                </p14:cNvPr>
                <p14:cNvContentPartPr/>
                <p14:nvPr/>
              </p14:nvContentPartPr>
              <p14:xfrm>
                <a:off x="8143649" y="2341300"/>
                <a:ext cx="70560" cy="78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7EADCEF-C483-B414-F758-C57EF1B53D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37529" y="2335180"/>
                  <a:ext cx="828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94DF619-BD5B-6C96-8F70-1D0802695311}"/>
              </a:ext>
            </a:extLst>
          </p:cNvPr>
          <p:cNvGrpSpPr/>
          <p:nvPr/>
        </p:nvGrpSpPr>
        <p:grpSpPr>
          <a:xfrm>
            <a:off x="8915489" y="3572140"/>
            <a:ext cx="720000" cy="667800"/>
            <a:chOff x="8915489" y="3572140"/>
            <a:chExt cx="720000" cy="66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50CEB5B-F960-F0BF-05A6-E49513B1CB14}"/>
                    </a:ext>
                  </a:extLst>
                </p14:cNvPr>
                <p14:cNvContentPartPr/>
                <p14:nvPr/>
              </p14:nvContentPartPr>
              <p14:xfrm>
                <a:off x="8956169" y="3598420"/>
                <a:ext cx="181800" cy="389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50CEB5B-F960-F0BF-05A6-E49513B1CB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0049" y="3592300"/>
                  <a:ext cx="194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3800FD-C762-4E31-6461-8A9CE2BAD9FE}"/>
                    </a:ext>
                  </a:extLst>
                </p14:cNvPr>
                <p14:cNvContentPartPr/>
                <p14:nvPr/>
              </p14:nvContentPartPr>
              <p14:xfrm>
                <a:off x="8979569" y="3728740"/>
                <a:ext cx="100080" cy="93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3800FD-C762-4E31-6461-8A9CE2BAD9F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73449" y="3722620"/>
                  <a:ext cx="112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8BF88F-3D0D-62B0-C382-1C0B548BA50D}"/>
                    </a:ext>
                  </a:extLst>
                </p14:cNvPr>
                <p14:cNvContentPartPr/>
                <p14:nvPr/>
              </p14:nvContentPartPr>
              <p14:xfrm>
                <a:off x="8915489" y="3572140"/>
                <a:ext cx="182160" cy="94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8BF88F-3D0D-62B0-C382-1C0B548BA5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09369" y="3566020"/>
                  <a:ext cx="194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1B7B5AA-BDBB-6DC1-5F72-501CFBCAA0A2}"/>
                    </a:ext>
                  </a:extLst>
                </p14:cNvPr>
                <p14:cNvContentPartPr/>
                <p14:nvPr/>
              </p14:nvContentPartPr>
              <p14:xfrm>
                <a:off x="9323729" y="4015300"/>
                <a:ext cx="122400" cy="224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1B7B5AA-BDBB-6DC1-5F72-501CFBCAA0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17609" y="4009180"/>
                  <a:ext cx="134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5886C2F-2332-5743-D51D-0112BCCA8E8B}"/>
                    </a:ext>
                  </a:extLst>
                </p14:cNvPr>
                <p14:cNvContentPartPr/>
                <p14:nvPr/>
              </p14:nvContentPartPr>
              <p14:xfrm>
                <a:off x="9536489" y="4027900"/>
                <a:ext cx="84600" cy="164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5886C2F-2332-5743-D51D-0112BCCA8E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30369" y="4021780"/>
                  <a:ext cx="96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4C7D24B-F2D5-78E3-ACBC-4B9E11F994EA}"/>
                    </a:ext>
                  </a:extLst>
                </p14:cNvPr>
                <p14:cNvContentPartPr/>
                <p14:nvPr/>
              </p14:nvContentPartPr>
              <p14:xfrm>
                <a:off x="9578249" y="3926740"/>
                <a:ext cx="57240" cy="57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4C7D24B-F2D5-78E3-ACBC-4B9E11F994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2129" y="3920620"/>
                  <a:ext cx="69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F99551D-C55F-99FE-90E3-E5A17D09CF64}"/>
              </a:ext>
            </a:extLst>
          </p:cNvPr>
          <p:cNvGrpSpPr/>
          <p:nvPr/>
        </p:nvGrpSpPr>
        <p:grpSpPr>
          <a:xfrm>
            <a:off x="8133209" y="5074420"/>
            <a:ext cx="317880" cy="279360"/>
            <a:chOff x="8133209" y="5074420"/>
            <a:chExt cx="31788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4A4D2F-4AC5-6FC1-F57B-F9D55C9AD2E7}"/>
                    </a:ext>
                  </a:extLst>
                </p14:cNvPr>
                <p14:cNvContentPartPr/>
                <p14:nvPr/>
              </p14:nvContentPartPr>
              <p14:xfrm>
                <a:off x="8133209" y="5181700"/>
                <a:ext cx="181440" cy="172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4A4D2F-4AC5-6FC1-F57B-F9D55C9AD2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7089" y="5175580"/>
                  <a:ext cx="193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C346B48-EBDE-9D64-67D9-91C2935B399F}"/>
                    </a:ext>
                  </a:extLst>
                </p14:cNvPr>
                <p14:cNvContentPartPr/>
                <p14:nvPr/>
              </p14:nvContentPartPr>
              <p14:xfrm>
                <a:off x="8368649" y="5164420"/>
                <a:ext cx="82440" cy="110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C346B48-EBDE-9D64-67D9-91C2935B39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62529" y="5158300"/>
                  <a:ext cx="94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C5CE8D-59D3-BDCB-198A-2B3DF5FC7605}"/>
                    </a:ext>
                  </a:extLst>
                </p14:cNvPr>
                <p14:cNvContentPartPr/>
                <p14:nvPr/>
              </p14:nvContentPartPr>
              <p14:xfrm>
                <a:off x="8390249" y="5074420"/>
                <a:ext cx="48960" cy="50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C5CE8D-59D3-BDCB-198A-2B3DF5FC760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84129" y="5068300"/>
                  <a:ext cx="6120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6A4871-3AEC-5AB8-1C9A-076C1EC8D316}"/>
              </a:ext>
            </a:extLst>
          </p:cNvPr>
          <p:cNvGrpSpPr/>
          <p:nvPr/>
        </p:nvGrpSpPr>
        <p:grpSpPr>
          <a:xfrm>
            <a:off x="6641009" y="4001980"/>
            <a:ext cx="437040" cy="302040"/>
            <a:chOff x="6641009" y="4001980"/>
            <a:chExt cx="4370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6E9041-3DC8-4FEE-6576-1403BA694B43}"/>
                    </a:ext>
                  </a:extLst>
                </p14:cNvPr>
                <p14:cNvContentPartPr/>
                <p14:nvPr/>
              </p14:nvContentPartPr>
              <p14:xfrm>
                <a:off x="6641009" y="4093780"/>
                <a:ext cx="130320" cy="196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6E9041-3DC8-4FEE-6576-1403BA694B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34889" y="4087660"/>
                  <a:ext cx="142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60FF0F-DF86-C561-35D9-15194986F052}"/>
                    </a:ext>
                  </a:extLst>
                </p14:cNvPr>
                <p14:cNvContentPartPr/>
                <p14:nvPr/>
              </p14:nvContentPartPr>
              <p14:xfrm>
                <a:off x="6772409" y="4103500"/>
                <a:ext cx="171000" cy="200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60FF0F-DF86-C561-35D9-15194986F0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66289" y="4097380"/>
                  <a:ext cx="183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395D9AD-9373-C60E-8EE7-1AE1F6944141}"/>
                    </a:ext>
                  </a:extLst>
                </p14:cNvPr>
                <p14:cNvContentPartPr/>
                <p14:nvPr/>
              </p14:nvContentPartPr>
              <p14:xfrm>
                <a:off x="6956369" y="4104940"/>
                <a:ext cx="98640" cy="150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395D9AD-9373-C60E-8EE7-1AE1F69441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50249" y="4098820"/>
                  <a:ext cx="110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E24B25-1059-1B30-5FE4-85D67E5C0A1D}"/>
                    </a:ext>
                  </a:extLst>
                </p14:cNvPr>
                <p14:cNvContentPartPr/>
                <p14:nvPr/>
              </p14:nvContentPartPr>
              <p14:xfrm>
                <a:off x="7020449" y="4001980"/>
                <a:ext cx="57600" cy="53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E24B25-1059-1B30-5FE4-85D67E5C0A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14329" y="3995860"/>
                  <a:ext cx="698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E70B585-5E07-4B85-5BA5-D4F20B0F40D0}"/>
              </a:ext>
            </a:extLst>
          </p:cNvPr>
          <p:cNvGrpSpPr/>
          <p:nvPr/>
        </p:nvGrpSpPr>
        <p:grpSpPr>
          <a:xfrm>
            <a:off x="1840769" y="4126900"/>
            <a:ext cx="792692" cy="724680"/>
            <a:chOff x="1840769" y="4126900"/>
            <a:chExt cx="792692" cy="72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8C797F3-D4E2-52AC-78F6-F5BFC123AE34}"/>
                    </a:ext>
                  </a:extLst>
                </p14:cNvPr>
                <p14:cNvContentPartPr/>
                <p14:nvPr/>
              </p14:nvContentPartPr>
              <p14:xfrm>
                <a:off x="1849381" y="4289320"/>
                <a:ext cx="752760" cy="132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8C797F3-D4E2-52AC-78F6-F5BFC123AE3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43261" y="4283200"/>
                  <a:ext cx="765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C40B6F-A187-89A5-BD55-253A59686907}"/>
                    </a:ext>
                  </a:extLst>
                </p14:cNvPr>
                <p14:cNvContentPartPr/>
                <p14:nvPr/>
              </p14:nvContentPartPr>
              <p14:xfrm>
                <a:off x="2441221" y="4192120"/>
                <a:ext cx="192240" cy="237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C40B6F-A187-89A5-BD55-253A596869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35101" y="4186000"/>
                  <a:ext cx="204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997E2B0-3E22-6E19-F69E-A1420DE397E2}"/>
                    </a:ext>
                  </a:extLst>
                </p14:cNvPr>
                <p14:cNvContentPartPr/>
                <p14:nvPr/>
              </p14:nvContentPartPr>
              <p14:xfrm>
                <a:off x="2117249" y="4626220"/>
                <a:ext cx="122400" cy="225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997E2B0-3E22-6E19-F69E-A1420DE397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11129" y="4620100"/>
                  <a:ext cx="134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2F8F873-C347-99E2-9DFD-5000F0C4457F}"/>
                    </a:ext>
                  </a:extLst>
                </p14:cNvPr>
                <p14:cNvContentPartPr/>
                <p14:nvPr/>
              </p14:nvContentPartPr>
              <p14:xfrm>
                <a:off x="2275649" y="4615780"/>
                <a:ext cx="73800" cy="100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2F8F873-C347-99E2-9DFD-5000F0C445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69529" y="4609660"/>
                  <a:ext cx="86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3EA298-5766-75DF-8877-76150B6725C7}"/>
                    </a:ext>
                  </a:extLst>
                </p14:cNvPr>
                <p14:cNvContentPartPr/>
                <p14:nvPr/>
              </p14:nvContentPartPr>
              <p14:xfrm>
                <a:off x="2299409" y="4530820"/>
                <a:ext cx="49680" cy="37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3EA298-5766-75DF-8877-76150B6725C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93289" y="4524700"/>
                  <a:ext cx="61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5C3AB1C-69F1-93DB-321B-E3AC5E284326}"/>
                    </a:ext>
                  </a:extLst>
                </p14:cNvPr>
                <p14:cNvContentPartPr/>
                <p14:nvPr/>
              </p14:nvContentPartPr>
              <p14:xfrm>
                <a:off x="1840769" y="4152820"/>
                <a:ext cx="83880" cy="70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5C3AB1C-69F1-93DB-321B-E3AC5E2843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34649" y="4146700"/>
                  <a:ext cx="96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ACFBC27-1E0A-026C-594B-467A5C50F153}"/>
                    </a:ext>
                  </a:extLst>
                </p14:cNvPr>
                <p14:cNvContentPartPr/>
                <p14:nvPr/>
              </p14:nvContentPartPr>
              <p14:xfrm>
                <a:off x="1906289" y="4184500"/>
                <a:ext cx="37440" cy="134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ACFBC27-1E0A-026C-594B-467A5C50F1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00169" y="4178380"/>
                  <a:ext cx="49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73456E1-7CB2-297F-459D-A3363F997A7C}"/>
                    </a:ext>
                  </a:extLst>
                </p14:cNvPr>
                <p14:cNvContentPartPr/>
                <p14:nvPr/>
              </p14:nvContentPartPr>
              <p14:xfrm>
                <a:off x="1986209" y="4162900"/>
                <a:ext cx="70920" cy="124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73456E1-7CB2-297F-459D-A3363F997A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80089" y="4156780"/>
                  <a:ext cx="83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3D4800C-06CA-824A-987D-406E68C4C035}"/>
                    </a:ext>
                  </a:extLst>
                </p14:cNvPr>
                <p14:cNvContentPartPr/>
                <p14:nvPr/>
              </p14:nvContentPartPr>
              <p14:xfrm>
                <a:off x="2056049" y="4126900"/>
                <a:ext cx="91080" cy="130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3D4800C-06CA-824A-987D-406E68C4C0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49929" y="4120780"/>
                  <a:ext cx="1033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3607380-677B-62FB-4F35-0C4BECBF2256}"/>
              </a:ext>
            </a:extLst>
          </p:cNvPr>
          <p:cNvGrpSpPr/>
          <p:nvPr/>
        </p:nvGrpSpPr>
        <p:grpSpPr>
          <a:xfrm>
            <a:off x="4081769" y="3945100"/>
            <a:ext cx="373680" cy="193320"/>
            <a:chOff x="4081769" y="3945100"/>
            <a:chExt cx="373680" cy="19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9D0261E-7247-AE6B-A718-D8A6D0A9AC7A}"/>
                    </a:ext>
                  </a:extLst>
                </p14:cNvPr>
                <p14:cNvContentPartPr/>
                <p14:nvPr/>
              </p14:nvContentPartPr>
              <p14:xfrm>
                <a:off x="4081769" y="3980020"/>
                <a:ext cx="96480" cy="66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9D0261E-7247-AE6B-A718-D8A6D0A9AC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75649" y="3973900"/>
                  <a:ext cx="108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9E4095-BBD0-B61A-278C-156E2A2C1975}"/>
                    </a:ext>
                  </a:extLst>
                </p14:cNvPr>
                <p14:cNvContentPartPr/>
                <p14:nvPr/>
              </p14:nvContentPartPr>
              <p14:xfrm>
                <a:off x="4154129" y="3990820"/>
                <a:ext cx="43560" cy="147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9E4095-BBD0-B61A-278C-156E2A2C19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48009" y="3984700"/>
                  <a:ext cx="55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AC16399-C31A-6B4B-4185-905C7DEF5F6C}"/>
                    </a:ext>
                  </a:extLst>
                </p14:cNvPr>
                <p14:cNvContentPartPr/>
                <p14:nvPr/>
              </p14:nvContentPartPr>
              <p14:xfrm>
                <a:off x="4299209" y="3965980"/>
                <a:ext cx="30600" cy="156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AC16399-C31A-6B4B-4185-905C7DEF5F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93089" y="3959860"/>
                  <a:ext cx="42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2397395-42CA-7204-0D2C-A2514F466C06}"/>
                    </a:ext>
                  </a:extLst>
                </p14:cNvPr>
                <p14:cNvContentPartPr/>
                <p14:nvPr/>
              </p14:nvContentPartPr>
              <p14:xfrm>
                <a:off x="4340249" y="3945100"/>
                <a:ext cx="115200" cy="182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2397395-42CA-7204-0D2C-A2514F466C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34129" y="3938980"/>
                  <a:ext cx="12744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644C3F7-ED12-964E-35A7-3F1B664D0DCD}"/>
              </a:ext>
            </a:extLst>
          </p:cNvPr>
          <p:cNvGrpSpPr/>
          <p:nvPr/>
        </p:nvGrpSpPr>
        <p:grpSpPr>
          <a:xfrm>
            <a:off x="3200489" y="3208540"/>
            <a:ext cx="348120" cy="153360"/>
            <a:chOff x="3200489" y="3208540"/>
            <a:chExt cx="34812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59F967B-36A4-32A3-23DF-6D92BD5076CB}"/>
                    </a:ext>
                  </a:extLst>
                </p14:cNvPr>
                <p14:cNvContentPartPr/>
                <p14:nvPr/>
              </p14:nvContentPartPr>
              <p14:xfrm>
                <a:off x="3200489" y="3208540"/>
                <a:ext cx="99720" cy="37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59F967B-36A4-32A3-23DF-6D92BD5076C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94369" y="3202420"/>
                  <a:ext cx="111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EE86074-504C-7D6A-89A0-BB48B2E7E0FC}"/>
                    </a:ext>
                  </a:extLst>
                </p14:cNvPr>
                <p14:cNvContentPartPr/>
                <p14:nvPr/>
              </p14:nvContentPartPr>
              <p14:xfrm>
                <a:off x="3282209" y="3220780"/>
                <a:ext cx="38160" cy="141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EE86074-504C-7D6A-89A0-BB48B2E7E0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76089" y="3214660"/>
                  <a:ext cx="50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7059C8C-271E-E5B5-3533-679FDDB3068D}"/>
                    </a:ext>
                  </a:extLst>
                </p14:cNvPr>
                <p14:cNvContentPartPr/>
                <p14:nvPr/>
              </p14:nvContentPartPr>
              <p14:xfrm>
                <a:off x="3371489" y="3228700"/>
                <a:ext cx="177120" cy="128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7059C8C-271E-E5B5-3533-679FDDB306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65369" y="3222580"/>
                  <a:ext cx="1893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3409764-786E-78F2-7FD1-0D35F80AADAB}"/>
              </a:ext>
            </a:extLst>
          </p:cNvPr>
          <p:cNvGrpSpPr/>
          <p:nvPr/>
        </p:nvGrpSpPr>
        <p:grpSpPr>
          <a:xfrm>
            <a:off x="3257369" y="5288260"/>
            <a:ext cx="331560" cy="171000"/>
            <a:chOff x="3257369" y="5288260"/>
            <a:chExt cx="3315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060D897-3CA6-4178-7726-587511CC4902}"/>
                    </a:ext>
                  </a:extLst>
                </p14:cNvPr>
                <p14:cNvContentPartPr/>
                <p14:nvPr/>
              </p14:nvContentPartPr>
              <p14:xfrm>
                <a:off x="3257369" y="5300860"/>
                <a:ext cx="60120" cy="54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060D897-3CA6-4178-7726-587511CC49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51249" y="5294740"/>
                  <a:ext cx="72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F63348E-0E14-E249-FE02-A18A17069607}"/>
                    </a:ext>
                  </a:extLst>
                </p14:cNvPr>
                <p14:cNvContentPartPr/>
                <p14:nvPr/>
              </p14:nvContentPartPr>
              <p14:xfrm>
                <a:off x="3326129" y="5303740"/>
                <a:ext cx="34920" cy="155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F63348E-0E14-E249-FE02-A18A170696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20009" y="5297620"/>
                  <a:ext cx="47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B7BF83-C840-B2EA-DAD7-5AB46EF91DC9}"/>
                    </a:ext>
                  </a:extLst>
                </p14:cNvPr>
                <p14:cNvContentPartPr/>
                <p14:nvPr/>
              </p14:nvContentPartPr>
              <p14:xfrm>
                <a:off x="3413969" y="5288260"/>
                <a:ext cx="174960" cy="160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B7BF83-C840-B2EA-DAD7-5AB46EF91D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07849" y="5282140"/>
                  <a:ext cx="18720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45E7C7F-9EEC-925E-8479-270D1FF2E539}"/>
              </a:ext>
            </a:extLst>
          </p:cNvPr>
          <p:cNvGrpSpPr/>
          <p:nvPr/>
        </p:nvGrpSpPr>
        <p:grpSpPr>
          <a:xfrm>
            <a:off x="3196529" y="4864180"/>
            <a:ext cx="114120" cy="298080"/>
            <a:chOff x="3196529" y="4864180"/>
            <a:chExt cx="11412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C5B6EC-F3B8-CE81-82F9-C06163B4145E}"/>
                    </a:ext>
                  </a:extLst>
                </p14:cNvPr>
                <p14:cNvContentPartPr/>
                <p14:nvPr/>
              </p14:nvContentPartPr>
              <p14:xfrm>
                <a:off x="3196529" y="4969300"/>
                <a:ext cx="97200" cy="192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C5B6EC-F3B8-CE81-82F9-C06163B4145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90409" y="4963180"/>
                  <a:ext cx="109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BDAC1B-83C8-CDE7-64B9-F4220C74A929}"/>
                    </a:ext>
                  </a:extLst>
                </p14:cNvPr>
                <p14:cNvContentPartPr/>
                <p14:nvPr/>
              </p14:nvContentPartPr>
              <p14:xfrm>
                <a:off x="3257369" y="4864180"/>
                <a:ext cx="53280" cy="52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BDAC1B-83C8-CDE7-64B9-F4220C74A9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51249" y="4858060"/>
                  <a:ext cx="655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9E105F7-4F9A-4E4A-BB67-A91726FBD794}"/>
              </a:ext>
            </a:extLst>
          </p:cNvPr>
          <p:cNvGrpSpPr/>
          <p:nvPr/>
        </p:nvGrpSpPr>
        <p:grpSpPr>
          <a:xfrm>
            <a:off x="4011209" y="4300420"/>
            <a:ext cx="330120" cy="304560"/>
            <a:chOff x="4011209" y="4300420"/>
            <a:chExt cx="33012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5176155-A51F-CD07-14FB-069826C0F3D5}"/>
                    </a:ext>
                  </a:extLst>
                </p14:cNvPr>
                <p14:cNvContentPartPr/>
                <p14:nvPr/>
              </p14:nvContentPartPr>
              <p14:xfrm>
                <a:off x="4011209" y="4426780"/>
                <a:ext cx="109080" cy="178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5176155-A51F-CD07-14FB-069826C0F3D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05089" y="4420660"/>
                  <a:ext cx="121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8FA8F5A-078B-B9ED-A290-7BC7567FE7AD}"/>
                    </a:ext>
                  </a:extLst>
                </p14:cNvPr>
                <p14:cNvContentPartPr/>
                <p14:nvPr/>
              </p14:nvContentPartPr>
              <p14:xfrm>
                <a:off x="4128569" y="4418860"/>
                <a:ext cx="96840" cy="165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8FA8F5A-078B-B9ED-A290-7BC7567FE7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22449" y="4412740"/>
                  <a:ext cx="109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C93C03-D444-19D7-9303-A915ECED1C53}"/>
                    </a:ext>
                  </a:extLst>
                </p14:cNvPr>
                <p14:cNvContentPartPr/>
                <p14:nvPr/>
              </p14:nvContentPartPr>
              <p14:xfrm>
                <a:off x="4167089" y="4490500"/>
                <a:ext cx="63720" cy="74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C93C03-D444-19D7-9303-A915ECED1C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60969" y="4484380"/>
                  <a:ext cx="75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54946EC-B912-B5D6-26C2-2E9D5D7A10A6}"/>
                    </a:ext>
                  </a:extLst>
                </p14:cNvPr>
                <p14:cNvContentPartPr/>
                <p14:nvPr/>
              </p14:nvContentPartPr>
              <p14:xfrm>
                <a:off x="4242329" y="4392580"/>
                <a:ext cx="99000" cy="97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54946EC-B912-B5D6-26C2-2E9D5D7A10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36209" y="4386460"/>
                  <a:ext cx="11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0FDF3A5-8E26-7143-4664-88F1CBC558AE}"/>
                    </a:ext>
                  </a:extLst>
                </p14:cNvPr>
                <p14:cNvContentPartPr/>
                <p14:nvPr/>
              </p14:nvContentPartPr>
              <p14:xfrm>
                <a:off x="4280489" y="4300420"/>
                <a:ext cx="55800" cy="69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0FDF3A5-8E26-7143-4664-88F1CBC558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74369" y="4294300"/>
                  <a:ext cx="680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F26DEE-107F-F14C-323E-6AA3DCC656A3}"/>
              </a:ext>
            </a:extLst>
          </p:cNvPr>
          <p:cNvGrpSpPr/>
          <p:nvPr/>
        </p:nvGrpSpPr>
        <p:grpSpPr>
          <a:xfrm>
            <a:off x="3111929" y="2673580"/>
            <a:ext cx="280080" cy="369000"/>
            <a:chOff x="3111929" y="2673580"/>
            <a:chExt cx="28008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4A7C1B7-6058-1A06-7CF5-7BA25F5A0D9D}"/>
                    </a:ext>
                  </a:extLst>
                </p14:cNvPr>
                <p14:cNvContentPartPr/>
                <p14:nvPr/>
              </p14:nvContentPartPr>
              <p14:xfrm>
                <a:off x="3111929" y="2839900"/>
                <a:ext cx="157680" cy="202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4A7C1B7-6058-1A06-7CF5-7BA25F5A0D9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05809" y="2833780"/>
                  <a:ext cx="169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034CA35-1311-F6ED-8E98-74D12805A0D0}"/>
                    </a:ext>
                  </a:extLst>
                </p14:cNvPr>
                <p14:cNvContentPartPr/>
                <p14:nvPr/>
              </p14:nvContentPartPr>
              <p14:xfrm>
                <a:off x="3303809" y="2798860"/>
                <a:ext cx="75240" cy="119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034CA35-1311-F6ED-8E98-74D12805A0D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97689" y="2792740"/>
                  <a:ext cx="87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17E297D-8350-EE9E-BA54-A96A5AA6FE6B}"/>
                    </a:ext>
                  </a:extLst>
                </p14:cNvPr>
                <p14:cNvContentPartPr/>
                <p14:nvPr/>
              </p14:nvContentPartPr>
              <p14:xfrm>
                <a:off x="3322529" y="2673580"/>
                <a:ext cx="69480" cy="52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17E297D-8350-EE9E-BA54-A96A5AA6FE6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16409" y="2667460"/>
                  <a:ext cx="817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E55C002-A79B-DC22-924B-19EB3BEF8F49}"/>
              </a:ext>
            </a:extLst>
          </p:cNvPr>
          <p:cNvGrpSpPr/>
          <p:nvPr/>
        </p:nvGrpSpPr>
        <p:grpSpPr>
          <a:xfrm>
            <a:off x="1131960" y="4293600"/>
            <a:ext cx="607320" cy="228960"/>
            <a:chOff x="1131960" y="4293600"/>
            <a:chExt cx="60732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19C9A54-7EFE-4C68-9C27-BDC6B5D5C288}"/>
                    </a:ext>
                  </a:extLst>
                </p14:cNvPr>
                <p14:cNvContentPartPr/>
                <p14:nvPr/>
              </p14:nvContentPartPr>
              <p14:xfrm>
                <a:off x="1131960" y="4400880"/>
                <a:ext cx="117000" cy="120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19C9A54-7EFE-4C68-9C27-BDC6B5D5C2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5840" y="4394760"/>
                  <a:ext cx="129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48DF93E-F44F-4A39-1B1B-CA346B9B6397}"/>
                    </a:ext>
                  </a:extLst>
                </p14:cNvPr>
                <p14:cNvContentPartPr/>
                <p14:nvPr/>
              </p14:nvContentPartPr>
              <p14:xfrm>
                <a:off x="1297200" y="4372800"/>
                <a:ext cx="18000" cy="149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48DF93E-F44F-4A39-1B1B-CA346B9B639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91080" y="4366680"/>
                  <a:ext cx="30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DA7349C-917E-9D44-1CB5-19A1EF361551}"/>
                    </a:ext>
                  </a:extLst>
                </p14:cNvPr>
                <p14:cNvContentPartPr/>
                <p14:nvPr/>
              </p14:nvContentPartPr>
              <p14:xfrm>
                <a:off x="1282080" y="4340040"/>
                <a:ext cx="105840" cy="179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DA7349C-917E-9D44-1CB5-19A1EF3615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75960" y="4333920"/>
                  <a:ext cx="118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264BEB3-8156-8FB0-E025-1CF525672ABD}"/>
                    </a:ext>
                  </a:extLst>
                </p14:cNvPr>
                <p14:cNvContentPartPr/>
                <p14:nvPr/>
              </p14:nvContentPartPr>
              <p14:xfrm>
                <a:off x="1394760" y="4347960"/>
                <a:ext cx="30960" cy="148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264BEB3-8156-8FB0-E025-1CF525672A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88640" y="4341840"/>
                  <a:ext cx="43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F309A2B-18BC-FF06-5420-4FDD9030878C}"/>
                    </a:ext>
                  </a:extLst>
                </p14:cNvPr>
                <p14:cNvContentPartPr/>
                <p14:nvPr/>
              </p14:nvContentPartPr>
              <p14:xfrm>
                <a:off x="1377480" y="4304760"/>
                <a:ext cx="134280" cy="185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F309A2B-18BC-FF06-5420-4FDD903087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71360" y="4298640"/>
                  <a:ext cx="146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6FA723-C60A-7958-E5CE-FB4E4C48DA0E}"/>
                    </a:ext>
                  </a:extLst>
                </p14:cNvPr>
                <p14:cNvContentPartPr/>
                <p14:nvPr/>
              </p14:nvContentPartPr>
              <p14:xfrm>
                <a:off x="1524720" y="4376400"/>
                <a:ext cx="48600" cy="9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6FA723-C60A-7958-E5CE-FB4E4C48DA0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18600" y="4370280"/>
                  <a:ext cx="60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2278682-15AE-EE36-C59B-41D7183D6B03}"/>
                    </a:ext>
                  </a:extLst>
                </p14:cNvPr>
                <p14:cNvContentPartPr/>
                <p14:nvPr/>
              </p14:nvContentPartPr>
              <p14:xfrm>
                <a:off x="1620120" y="4293600"/>
                <a:ext cx="119160" cy="190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2278682-15AE-EE36-C59B-41D7183D6B0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14000" y="4287480"/>
                  <a:ext cx="13140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D7E933F-4FD6-6DE6-55CA-8CDE51AC5A25}"/>
              </a:ext>
            </a:extLst>
          </p:cNvPr>
          <p:cNvGrpSpPr/>
          <p:nvPr/>
        </p:nvGrpSpPr>
        <p:grpSpPr>
          <a:xfrm>
            <a:off x="4657080" y="3959520"/>
            <a:ext cx="672480" cy="309240"/>
            <a:chOff x="4657080" y="3959520"/>
            <a:chExt cx="67248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B298C69-1B49-9A2D-C085-1B7606ACA3E4}"/>
                    </a:ext>
                  </a:extLst>
                </p14:cNvPr>
                <p14:cNvContentPartPr/>
                <p14:nvPr/>
              </p14:nvContentPartPr>
              <p14:xfrm>
                <a:off x="4657080" y="4101720"/>
                <a:ext cx="99000" cy="145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B298C69-1B49-9A2D-C085-1B7606ACA3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50960" y="4095600"/>
                  <a:ext cx="111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905A5C8-E87D-F036-6DD1-5F09EB68A0A6}"/>
                    </a:ext>
                  </a:extLst>
                </p14:cNvPr>
                <p14:cNvContentPartPr/>
                <p14:nvPr/>
              </p14:nvContentPartPr>
              <p14:xfrm>
                <a:off x="4817640" y="4077240"/>
                <a:ext cx="21600" cy="191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905A5C8-E87D-F036-6DD1-5F09EB68A0A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11520" y="4071120"/>
                  <a:ext cx="33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7600C9C-A669-9CA4-380F-B9CC55C232D8}"/>
                    </a:ext>
                  </a:extLst>
                </p14:cNvPr>
                <p14:cNvContentPartPr/>
                <p14:nvPr/>
              </p14:nvContentPartPr>
              <p14:xfrm>
                <a:off x="4813680" y="4076160"/>
                <a:ext cx="96840" cy="187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7600C9C-A669-9CA4-380F-B9CC55C232D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07560" y="4070040"/>
                  <a:ext cx="109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D39275F-1490-5085-85FC-5A245E35BB7C}"/>
                    </a:ext>
                  </a:extLst>
                </p14:cNvPr>
                <p14:cNvContentPartPr/>
                <p14:nvPr/>
              </p14:nvContentPartPr>
              <p14:xfrm>
                <a:off x="4932480" y="4092720"/>
                <a:ext cx="18000" cy="144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D39275F-1490-5085-85FC-5A245E35BB7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26360" y="4086600"/>
                  <a:ext cx="30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581CBB1-BC79-5C01-6868-78C95561C899}"/>
                    </a:ext>
                  </a:extLst>
                </p14:cNvPr>
                <p14:cNvContentPartPr/>
                <p14:nvPr/>
              </p14:nvContentPartPr>
              <p14:xfrm>
                <a:off x="4925640" y="4065000"/>
                <a:ext cx="101880" cy="156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581CBB1-BC79-5C01-6868-78C95561C8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19520" y="4058880"/>
                  <a:ext cx="114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9D1D519-767F-4D95-AC00-9B5952C9101F}"/>
                    </a:ext>
                  </a:extLst>
                </p14:cNvPr>
                <p14:cNvContentPartPr/>
                <p14:nvPr/>
              </p14:nvContentPartPr>
              <p14:xfrm>
                <a:off x="5072880" y="4107840"/>
                <a:ext cx="43200" cy="23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9D1D519-767F-4D95-AC00-9B5952C9101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66760" y="4101720"/>
                  <a:ext cx="55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11118DD-F531-8885-C171-C592EE9233FA}"/>
                    </a:ext>
                  </a:extLst>
                </p14:cNvPr>
                <p14:cNvContentPartPr/>
                <p14:nvPr/>
              </p14:nvContentPartPr>
              <p14:xfrm>
                <a:off x="5232720" y="4010640"/>
                <a:ext cx="96840" cy="225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11118DD-F531-8885-C171-C592EE9233F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26600" y="4004520"/>
                  <a:ext cx="109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E97F3B-0CC5-98CB-DA98-8186D32A1C00}"/>
                    </a:ext>
                  </a:extLst>
                </p14:cNvPr>
                <p14:cNvContentPartPr/>
                <p14:nvPr/>
              </p14:nvContentPartPr>
              <p14:xfrm>
                <a:off x="5241000" y="4084440"/>
                <a:ext cx="33840" cy="52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E97F3B-0CC5-98CB-DA98-8186D32A1C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34880" y="4078320"/>
                  <a:ext cx="46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6091006-B906-1013-CCF6-B737F81898D5}"/>
                    </a:ext>
                  </a:extLst>
                </p14:cNvPr>
                <p14:cNvContentPartPr/>
                <p14:nvPr/>
              </p14:nvContentPartPr>
              <p14:xfrm>
                <a:off x="5207880" y="3959520"/>
                <a:ext cx="105480" cy="97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6091006-B906-1013-CCF6-B737F81898D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01760" y="3953400"/>
                  <a:ext cx="1177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A3D4E47-94D5-9669-5E67-EAA7B612EDD3}"/>
              </a:ext>
            </a:extLst>
          </p:cNvPr>
          <p:cNvGrpSpPr/>
          <p:nvPr/>
        </p:nvGrpSpPr>
        <p:grpSpPr>
          <a:xfrm>
            <a:off x="2912160" y="2330520"/>
            <a:ext cx="876600" cy="356760"/>
            <a:chOff x="2912160" y="2330520"/>
            <a:chExt cx="87660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3D3033F-E8BB-B607-B9ED-76708408B2F6}"/>
                    </a:ext>
                  </a:extLst>
                </p14:cNvPr>
                <p14:cNvContentPartPr/>
                <p14:nvPr/>
              </p14:nvContentPartPr>
              <p14:xfrm>
                <a:off x="2912160" y="2472720"/>
                <a:ext cx="24840" cy="214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3D3033F-E8BB-B607-B9ED-76708408B2F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06040" y="2466600"/>
                  <a:ext cx="37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799DCD1-E342-BD80-CEDE-F1D2AE871CEC}"/>
                    </a:ext>
                  </a:extLst>
                </p14:cNvPr>
                <p14:cNvContentPartPr/>
                <p14:nvPr/>
              </p14:nvContentPartPr>
              <p14:xfrm>
                <a:off x="2956440" y="2488920"/>
                <a:ext cx="186120" cy="172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799DCD1-E342-BD80-CEDE-F1D2AE871C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50320" y="2482800"/>
                  <a:ext cx="198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ECDAD38-3178-A01D-1FC4-415F4FF39E89}"/>
                    </a:ext>
                  </a:extLst>
                </p14:cNvPr>
                <p14:cNvContentPartPr/>
                <p14:nvPr/>
              </p14:nvContentPartPr>
              <p14:xfrm>
                <a:off x="3172080" y="2470920"/>
                <a:ext cx="333720" cy="161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ECDAD38-3178-A01D-1FC4-415F4FF39E8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65960" y="2464800"/>
                  <a:ext cx="345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07B9E6D-FF37-42EB-A3D6-38D7139ECB66}"/>
                    </a:ext>
                  </a:extLst>
                </p14:cNvPr>
                <p14:cNvContentPartPr/>
                <p14:nvPr/>
              </p14:nvContentPartPr>
              <p14:xfrm>
                <a:off x="3568800" y="2458320"/>
                <a:ext cx="47160" cy="21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07B9E6D-FF37-42EB-A3D6-38D7139ECB6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562680" y="2452200"/>
                  <a:ext cx="59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4939D6E-7F03-287A-3E68-477B46F1431F}"/>
                    </a:ext>
                  </a:extLst>
                </p14:cNvPr>
                <p14:cNvContentPartPr/>
                <p14:nvPr/>
              </p14:nvContentPartPr>
              <p14:xfrm>
                <a:off x="3694080" y="2374080"/>
                <a:ext cx="16200" cy="155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4939D6E-7F03-287A-3E68-477B46F1431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87960" y="2367960"/>
                  <a:ext cx="28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D74C414-54E7-842B-930D-BD23696D8B07}"/>
                    </a:ext>
                  </a:extLst>
                </p14:cNvPr>
                <p14:cNvContentPartPr/>
                <p14:nvPr/>
              </p14:nvContentPartPr>
              <p14:xfrm>
                <a:off x="3704160" y="2330520"/>
                <a:ext cx="84600" cy="1746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D74C414-54E7-842B-930D-BD23696D8B0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98040" y="2324400"/>
                  <a:ext cx="9684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63C2BA1-8819-7802-BFCE-5438B71DF5C8}"/>
                  </a:ext>
                </a:extLst>
              </p14:cNvPr>
              <p14:cNvContentPartPr/>
              <p14:nvPr/>
            </p14:nvContentPartPr>
            <p14:xfrm>
              <a:off x="2936280" y="5808480"/>
              <a:ext cx="21600" cy="2426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63C2BA1-8819-7802-BFCE-5438B71DF5C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930160" y="5802360"/>
                <a:ext cx="338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7119A19-1E6C-13D0-0A7D-BA93D114673A}"/>
                  </a:ext>
                </a:extLst>
              </p14:cNvPr>
              <p14:cNvContentPartPr/>
              <p14:nvPr/>
            </p14:nvContentPartPr>
            <p14:xfrm>
              <a:off x="2946720" y="5838000"/>
              <a:ext cx="202320" cy="1879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7119A19-1E6C-13D0-0A7D-BA93D114673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940600" y="5831880"/>
                <a:ext cx="21456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1DE20B4-EDDB-1B9B-FB7A-0D74BFDA3039}"/>
              </a:ext>
            </a:extLst>
          </p:cNvPr>
          <p:cNvGrpSpPr/>
          <p:nvPr/>
        </p:nvGrpSpPr>
        <p:grpSpPr>
          <a:xfrm>
            <a:off x="3177840" y="5731440"/>
            <a:ext cx="645120" cy="334080"/>
            <a:chOff x="3177840" y="5731440"/>
            <a:chExt cx="64512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D35B074-DA33-43D5-B7EF-051A069367C5}"/>
                    </a:ext>
                  </a:extLst>
                </p14:cNvPr>
                <p14:cNvContentPartPr/>
                <p14:nvPr/>
              </p14:nvContentPartPr>
              <p14:xfrm>
                <a:off x="3177840" y="5877960"/>
                <a:ext cx="398880" cy="1875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D35B074-DA33-43D5-B7EF-051A069367C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71720" y="5871840"/>
                  <a:ext cx="411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9E14B95-0160-72B2-E0CD-90C1BAA6C919}"/>
                    </a:ext>
                  </a:extLst>
                </p14:cNvPr>
                <p14:cNvContentPartPr/>
                <p14:nvPr/>
              </p14:nvContentPartPr>
              <p14:xfrm>
                <a:off x="3621720" y="5873640"/>
                <a:ext cx="27360" cy="104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9E14B95-0160-72B2-E0CD-90C1BAA6C9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15600" y="5867520"/>
                  <a:ext cx="39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DA0E410-36FD-EC3E-C290-A0CC3AF55DDE}"/>
                    </a:ext>
                  </a:extLst>
                </p14:cNvPr>
                <p14:cNvContentPartPr/>
                <p14:nvPr/>
              </p14:nvContentPartPr>
              <p14:xfrm>
                <a:off x="3730080" y="5731440"/>
                <a:ext cx="92880" cy="174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DA0E410-36FD-EC3E-C290-A0CC3AF55D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23960" y="5725320"/>
                  <a:ext cx="10512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5744B08-8686-87EF-283F-CC584CC67E3F}"/>
              </a:ext>
            </a:extLst>
          </p:cNvPr>
          <p:cNvGrpSpPr/>
          <p:nvPr/>
        </p:nvGrpSpPr>
        <p:grpSpPr>
          <a:xfrm>
            <a:off x="4534149" y="1720660"/>
            <a:ext cx="453960" cy="655560"/>
            <a:chOff x="4534149" y="1720660"/>
            <a:chExt cx="453960" cy="65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72D58A9-8E74-AC84-864B-0A798FB1AA8C}"/>
                    </a:ext>
                  </a:extLst>
                </p14:cNvPr>
                <p14:cNvContentPartPr/>
                <p14:nvPr/>
              </p14:nvContentPartPr>
              <p14:xfrm>
                <a:off x="4534149" y="1720660"/>
                <a:ext cx="416520" cy="632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72D58A9-8E74-AC84-864B-0A798FB1AA8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28029" y="1714540"/>
                  <a:ext cx="42876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3C8358D-0107-7163-6C10-B3A4497CCAE7}"/>
                    </a:ext>
                  </a:extLst>
                </p14:cNvPr>
                <p14:cNvContentPartPr/>
                <p14:nvPr/>
              </p14:nvContentPartPr>
              <p14:xfrm>
                <a:off x="4825389" y="2227180"/>
                <a:ext cx="162720" cy="149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3C8358D-0107-7163-6C10-B3A4497CCA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19269" y="2221060"/>
                  <a:ext cx="174960" cy="16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0161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E289F91-4153-B585-1550-67F15C9F35E8}"/>
                  </a:ext>
                </a:extLst>
              </p14:cNvPr>
              <p14:cNvContentPartPr/>
              <p14:nvPr/>
            </p14:nvContentPartPr>
            <p14:xfrm>
              <a:off x="4785429" y="206140"/>
              <a:ext cx="46080" cy="2019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E289F91-4153-B585-1550-67F15C9F35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9309" y="200020"/>
                <a:ext cx="58320" cy="20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5DA50B-F1DC-33C2-AF83-9B0534AE9397}"/>
                  </a:ext>
                </a:extLst>
              </p14:cNvPr>
              <p14:cNvContentPartPr/>
              <p14:nvPr/>
            </p14:nvContentPartPr>
            <p14:xfrm>
              <a:off x="4881909" y="3934300"/>
              <a:ext cx="41400" cy="2699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5DA50B-F1DC-33C2-AF83-9B0534AE93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5789" y="3928180"/>
                <a:ext cx="53640" cy="27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768AB5-CA4F-9F3D-6F01-3BDD5E895949}"/>
                  </a:ext>
                </a:extLst>
              </p14:cNvPr>
              <p14:cNvContentPartPr/>
              <p14:nvPr/>
            </p14:nvContentPartPr>
            <p14:xfrm>
              <a:off x="4806669" y="2164900"/>
              <a:ext cx="2699280" cy="87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768AB5-CA4F-9F3D-6F01-3BDD5E8959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00549" y="2158780"/>
                <a:ext cx="271152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F7002A4-EBB9-0735-99F7-84E99A6497C4}"/>
                  </a:ext>
                </a:extLst>
              </p14:cNvPr>
              <p14:cNvContentPartPr/>
              <p14:nvPr/>
            </p14:nvContentPartPr>
            <p14:xfrm>
              <a:off x="4882989" y="3902260"/>
              <a:ext cx="2944080" cy="78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F7002A4-EBB9-0735-99F7-84E99A6497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76869" y="3896140"/>
                <a:ext cx="29563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F8B25A8-BB92-649B-B4D4-67824BC71208}"/>
                  </a:ext>
                </a:extLst>
              </p14:cNvPr>
              <p14:cNvContentPartPr/>
              <p14:nvPr/>
            </p14:nvContentPartPr>
            <p14:xfrm>
              <a:off x="3956709" y="3989020"/>
              <a:ext cx="190440" cy="2409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F8B25A8-BB92-649B-B4D4-67824BC712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50589" y="3982900"/>
                <a:ext cx="202680" cy="242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6954298-3FFF-A0CB-4F98-F13FB2B2CDC4}"/>
              </a:ext>
            </a:extLst>
          </p:cNvPr>
          <p:cNvGrpSpPr/>
          <p:nvPr/>
        </p:nvGrpSpPr>
        <p:grpSpPr>
          <a:xfrm>
            <a:off x="4926549" y="3107380"/>
            <a:ext cx="2836800" cy="42120"/>
            <a:chOff x="4926549" y="3107380"/>
            <a:chExt cx="2836800" cy="4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8ACDAA0-63B8-788A-E5B8-7DDE433B08AB}"/>
                    </a:ext>
                  </a:extLst>
                </p14:cNvPr>
                <p14:cNvContentPartPr/>
                <p14:nvPr/>
              </p14:nvContentPartPr>
              <p14:xfrm>
                <a:off x="4987029" y="3107380"/>
                <a:ext cx="185400" cy="9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8ACDAA0-63B8-788A-E5B8-7DDE433B08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80909" y="3101260"/>
                  <a:ext cx="197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DBB816-7B58-D7D6-216D-BD3185BA5E31}"/>
                    </a:ext>
                  </a:extLst>
                </p14:cNvPr>
                <p14:cNvContentPartPr/>
                <p14:nvPr/>
              </p14:nvContentPartPr>
              <p14:xfrm>
                <a:off x="4926549" y="3112420"/>
                <a:ext cx="2836800" cy="37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DBB816-7B58-D7D6-216D-BD3185BA5E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20429" y="3106300"/>
                  <a:ext cx="28490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E08F2F7-5A96-AA87-81C0-0028AB655B3F}"/>
              </a:ext>
            </a:extLst>
          </p:cNvPr>
          <p:cNvGrpSpPr/>
          <p:nvPr/>
        </p:nvGrpSpPr>
        <p:grpSpPr>
          <a:xfrm>
            <a:off x="746949" y="198940"/>
            <a:ext cx="3257640" cy="6346440"/>
            <a:chOff x="746949" y="198940"/>
            <a:chExt cx="3257640" cy="634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A7E19A-0AAE-D6BF-998A-CC7BAEF2591B}"/>
                    </a:ext>
                  </a:extLst>
                </p14:cNvPr>
                <p14:cNvContentPartPr/>
                <p14:nvPr/>
              </p14:nvContentPartPr>
              <p14:xfrm>
                <a:off x="3184149" y="198940"/>
                <a:ext cx="59040" cy="2135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A7E19A-0AAE-D6BF-998A-CC7BAEF2591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78029" y="192820"/>
                  <a:ext cx="71280" cy="21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206445-41D5-B742-785C-9B0513017143}"/>
                    </a:ext>
                  </a:extLst>
                </p14:cNvPr>
                <p14:cNvContentPartPr/>
                <p14:nvPr/>
              </p14:nvContentPartPr>
              <p14:xfrm>
                <a:off x="3218349" y="3882460"/>
                <a:ext cx="30240" cy="2662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206445-41D5-B742-785C-9B05130171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12229" y="3876340"/>
                  <a:ext cx="42480" cy="26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B37F09-3A21-350E-F423-CDD442FC0677}"/>
                    </a:ext>
                  </a:extLst>
                </p14:cNvPr>
                <p14:cNvContentPartPr/>
                <p14:nvPr/>
              </p14:nvContentPartPr>
              <p14:xfrm>
                <a:off x="746949" y="2376220"/>
                <a:ext cx="2414880" cy="341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B37F09-3A21-350E-F423-CDD442FC06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0829" y="2370100"/>
                  <a:ext cx="24271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5C984F-BA81-9F6B-6CED-3B6D39941F32}"/>
                    </a:ext>
                  </a:extLst>
                </p14:cNvPr>
                <p14:cNvContentPartPr/>
                <p14:nvPr/>
              </p14:nvContentPartPr>
              <p14:xfrm>
                <a:off x="3923589" y="242140"/>
                <a:ext cx="81000" cy="2012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5C984F-BA81-9F6B-6CED-3B6D39941F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7469" y="236020"/>
                  <a:ext cx="93240" cy="20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705D2B-A135-9D96-001B-C69D189FA5BA}"/>
                    </a:ext>
                  </a:extLst>
                </p14:cNvPr>
                <p14:cNvContentPartPr/>
                <p14:nvPr/>
              </p14:nvContentPartPr>
              <p14:xfrm>
                <a:off x="791949" y="3970660"/>
                <a:ext cx="2448000" cy="214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705D2B-A135-9D96-001B-C69D189FA5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5829" y="3964540"/>
                  <a:ext cx="2460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718301-891A-FB99-5AE4-D15F3DABB545}"/>
                    </a:ext>
                  </a:extLst>
                </p14:cNvPr>
                <p14:cNvContentPartPr/>
                <p14:nvPr/>
              </p14:nvContentPartPr>
              <p14:xfrm>
                <a:off x="755949" y="3125740"/>
                <a:ext cx="2490120" cy="32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718301-891A-FB99-5AE4-D15F3DABB5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9829" y="3119620"/>
                  <a:ext cx="2502360" cy="33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932809E-445F-2537-3EDD-1A28A5F57B67}"/>
              </a:ext>
            </a:extLst>
          </p:cNvPr>
          <p:cNvGrpSpPr/>
          <p:nvPr/>
        </p:nvGrpSpPr>
        <p:grpSpPr>
          <a:xfrm>
            <a:off x="3408429" y="268420"/>
            <a:ext cx="1115640" cy="2051640"/>
            <a:chOff x="3408429" y="268420"/>
            <a:chExt cx="1115640" cy="20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1D49BA1-8D8B-8145-78F4-4C6B62E0D6DA}"/>
                    </a:ext>
                  </a:extLst>
                </p14:cNvPr>
                <p14:cNvContentPartPr/>
                <p14:nvPr/>
              </p14:nvContentPartPr>
              <p14:xfrm>
                <a:off x="4180629" y="307660"/>
                <a:ext cx="97560" cy="1952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1D49BA1-8D8B-8145-78F4-4C6B62E0D6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74509" y="301540"/>
                  <a:ext cx="109800" cy="19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76E25C6-8D89-5270-24E1-EBD6454F686F}"/>
                    </a:ext>
                  </a:extLst>
                </p14:cNvPr>
                <p14:cNvContentPartPr/>
                <p14:nvPr/>
              </p14:nvContentPartPr>
              <p14:xfrm>
                <a:off x="4436229" y="331060"/>
                <a:ext cx="87840" cy="1910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76E25C6-8D89-5270-24E1-EBD6454F68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30109" y="324940"/>
                  <a:ext cx="100080" cy="19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F16692A-F7BD-52B2-574F-30B4B029F7F7}"/>
                    </a:ext>
                  </a:extLst>
                </p14:cNvPr>
                <p14:cNvContentPartPr/>
                <p14:nvPr/>
              </p14:nvContentPartPr>
              <p14:xfrm>
                <a:off x="3408429" y="268420"/>
                <a:ext cx="100080" cy="2051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F16692A-F7BD-52B2-574F-30B4B029F7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02309" y="262300"/>
                  <a:ext cx="112320" cy="20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58E1019-1149-36AA-58D6-4BDBC45A6EA3}"/>
                    </a:ext>
                  </a:extLst>
                </p14:cNvPr>
                <p14:cNvContentPartPr/>
                <p14:nvPr/>
              </p14:nvContentPartPr>
              <p14:xfrm>
                <a:off x="3645309" y="278140"/>
                <a:ext cx="4320" cy="58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58E1019-1149-36AA-58D6-4BDBC45A6E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39189" y="272020"/>
                  <a:ext cx="16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1C480D0-D9F3-38CD-3496-41883AAB99DD}"/>
                    </a:ext>
                  </a:extLst>
                </p14:cNvPr>
                <p14:cNvContentPartPr/>
                <p14:nvPr/>
              </p14:nvContentPartPr>
              <p14:xfrm>
                <a:off x="3639909" y="287140"/>
                <a:ext cx="92520" cy="1996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1C480D0-D9F3-38CD-3496-41883AAB99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33789" y="281020"/>
                  <a:ext cx="104760" cy="20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5F97A54-14CE-12B1-223D-FE96EA7D4EAA}"/>
              </a:ext>
            </a:extLst>
          </p:cNvPr>
          <p:cNvGrpSpPr/>
          <p:nvPr/>
        </p:nvGrpSpPr>
        <p:grpSpPr>
          <a:xfrm>
            <a:off x="3194229" y="2009020"/>
            <a:ext cx="804600" cy="511920"/>
            <a:chOff x="3194229" y="2009020"/>
            <a:chExt cx="80460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94418BC-5F6D-4CBF-9F69-F22E08C4590F}"/>
                    </a:ext>
                  </a:extLst>
                </p14:cNvPr>
                <p14:cNvContentPartPr/>
                <p14:nvPr/>
              </p14:nvContentPartPr>
              <p14:xfrm>
                <a:off x="3579069" y="2060140"/>
                <a:ext cx="19440" cy="323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94418BC-5F6D-4CBF-9F69-F22E08C459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70069" y="2051500"/>
                  <a:ext cx="370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75B1BC-BBD6-A0B9-3482-49BE904E2EF5}"/>
                    </a:ext>
                  </a:extLst>
                </p14:cNvPr>
                <p14:cNvContentPartPr/>
                <p14:nvPr/>
              </p14:nvContentPartPr>
              <p14:xfrm>
                <a:off x="3543429" y="2009740"/>
                <a:ext cx="69840" cy="119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75B1BC-BBD6-A0B9-3482-49BE904E2E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34429" y="2001100"/>
                  <a:ext cx="87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284BAF3-40EB-7880-6E6D-E1630355E54C}"/>
                    </a:ext>
                  </a:extLst>
                </p14:cNvPr>
                <p14:cNvContentPartPr/>
                <p14:nvPr/>
              </p14:nvContentPartPr>
              <p14:xfrm>
                <a:off x="3811629" y="2113780"/>
                <a:ext cx="187200" cy="295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284BAF3-40EB-7880-6E6D-E1630355E5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02629" y="2104780"/>
                  <a:ext cx="204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33C38E6-D44D-BDFD-12C0-C80F5F00360E}"/>
                    </a:ext>
                  </a:extLst>
                </p14:cNvPr>
                <p14:cNvContentPartPr/>
                <p14:nvPr/>
              </p14:nvContentPartPr>
              <p14:xfrm>
                <a:off x="3762669" y="2009020"/>
                <a:ext cx="106560" cy="129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33C38E6-D44D-BDFD-12C0-C80F5F0036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54029" y="2000020"/>
                  <a:ext cx="124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CC7C1B-2334-4151-97B5-B32F96AF44E7}"/>
                    </a:ext>
                  </a:extLst>
                </p14:cNvPr>
                <p14:cNvContentPartPr/>
                <p14:nvPr/>
              </p14:nvContentPartPr>
              <p14:xfrm>
                <a:off x="3194229" y="2192980"/>
                <a:ext cx="215280" cy="327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CC7C1B-2334-4151-97B5-B32F96AF44E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5589" y="2183980"/>
                  <a:ext cx="2329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C7E1538-C561-35CE-2D4C-9A30912CD5CE}"/>
                    </a:ext>
                  </a:extLst>
                </p14:cNvPr>
                <p14:cNvContentPartPr/>
                <p14:nvPr/>
              </p14:nvContentPartPr>
              <p14:xfrm>
                <a:off x="3324549" y="2133580"/>
                <a:ext cx="110160" cy="110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C7E1538-C561-35CE-2D4C-9A30912CD5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15549" y="2124940"/>
                  <a:ext cx="1278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8F60E6F-189C-C069-38F1-59AFABF2EADA}"/>
              </a:ext>
            </a:extLst>
          </p:cNvPr>
          <p:cNvGrpSpPr/>
          <p:nvPr/>
        </p:nvGrpSpPr>
        <p:grpSpPr>
          <a:xfrm>
            <a:off x="3433629" y="4024300"/>
            <a:ext cx="1863360" cy="2554560"/>
            <a:chOff x="3433629" y="4024300"/>
            <a:chExt cx="1863360" cy="25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9D4B05-65CB-CC4C-8E56-D27350181F1D}"/>
                    </a:ext>
                  </a:extLst>
                </p14:cNvPr>
                <p14:cNvContentPartPr/>
                <p14:nvPr/>
              </p14:nvContentPartPr>
              <p14:xfrm>
                <a:off x="4285029" y="4039780"/>
                <a:ext cx="6480" cy="3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9D4B05-65CB-CC4C-8E56-D27350181F1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78909" y="4033660"/>
                  <a:ext cx="18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23D63E-80CF-8157-06A7-92125CC39F70}"/>
                    </a:ext>
                  </a:extLst>
                </p14:cNvPr>
                <p14:cNvContentPartPr/>
                <p14:nvPr/>
              </p14:nvContentPartPr>
              <p14:xfrm>
                <a:off x="4292229" y="4024300"/>
                <a:ext cx="70920" cy="185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23D63E-80CF-8157-06A7-92125CC39F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86109" y="4018180"/>
                  <a:ext cx="83160" cy="18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473E104-7F7E-EA3B-2097-A989B794430B}"/>
                    </a:ext>
                  </a:extLst>
                </p14:cNvPr>
                <p14:cNvContentPartPr/>
                <p14:nvPr/>
              </p14:nvContentPartPr>
              <p14:xfrm>
                <a:off x="4201509" y="5769580"/>
                <a:ext cx="27720" cy="240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473E104-7F7E-EA3B-2097-A989B79443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95389" y="5763460"/>
                  <a:ext cx="399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C93FCE4-2CE3-FDF5-5CA8-98AF2F0BB41C}"/>
                    </a:ext>
                  </a:extLst>
                </p14:cNvPr>
                <p14:cNvContentPartPr/>
                <p14:nvPr/>
              </p14:nvContentPartPr>
              <p14:xfrm>
                <a:off x="4141389" y="5990620"/>
                <a:ext cx="79920" cy="45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C93FCE4-2CE3-FDF5-5CA8-98AF2F0BB41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5269" y="5984500"/>
                  <a:ext cx="92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302F4D-47EC-2A8C-189E-1AC54FFFD9A8}"/>
                    </a:ext>
                  </a:extLst>
                </p14:cNvPr>
                <p14:cNvContentPartPr/>
                <p14:nvPr/>
              </p14:nvContentPartPr>
              <p14:xfrm>
                <a:off x="3760509" y="6352060"/>
                <a:ext cx="17640" cy="226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302F4D-47EC-2A8C-189E-1AC54FFFD9A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4389" y="6345940"/>
                  <a:ext cx="298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4026BB-7BB3-58F3-79DC-E808AB67E68A}"/>
                    </a:ext>
                  </a:extLst>
                </p14:cNvPr>
                <p14:cNvContentPartPr/>
                <p14:nvPr/>
              </p14:nvContentPartPr>
              <p14:xfrm>
                <a:off x="3745029" y="6322540"/>
                <a:ext cx="103680" cy="226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4026BB-7BB3-58F3-79DC-E808AB67E6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38909" y="6316420"/>
                  <a:ext cx="115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793278-B4AC-B879-CE80-6A836776D448}"/>
                    </a:ext>
                  </a:extLst>
                </p14:cNvPr>
                <p14:cNvContentPartPr/>
                <p14:nvPr/>
              </p14:nvContentPartPr>
              <p14:xfrm>
                <a:off x="3884349" y="6457900"/>
                <a:ext cx="144720" cy="83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793278-B4AC-B879-CE80-6A836776D4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78229" y="6451780"/>
                  <a:ext cx="156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543792-3B4A-5543-F5A0-BE3387474D52}"/>
                    </a:ext>
                  </a:extLst>
                </p14:cNvPr>
                <p14:cNvContentPartPr/>
                <p14:nvPr/>
              </p14:nvContentPartPr>
              <p14:xfrm>
                <a:off x="4045269" y="6445300"/>
                <a:ext cx="153000" cy="7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543792-3B4A-5543-F5A0-BE3387474D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39149" y="6439180"/>
                  <a:ext cx="165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D59263-B4DE-D379-4A12-DF750AC4AE7F}"/>
                    </a:ext>
                  </a:extLst>
                </p14:cNvPr>
                <p14:cNvContentPartPr/>
                <p14:nvPr/>
              </p14:nvContentPartPr>
              <p14:xfrm>
                <a:off x="4450989" y="5766340"/>
                <a:ext cx="15480" cy="246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D59263-B4DE-D379-4A12-DF750AC4AE7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44869" y="5760220"/>
                  <a:ext cx="277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012440-A531-19EA-0FE2-3FD195933537}"/>
                    </a:ext>
                  </a:extLst>
                </p14:cNvPr>
                <p14:cNvContentPartPr/>
                <p14:nvPr/>
              </p14:nvContentPartPr>
              <p14:xfrm>
                <a:off x="4408869" y="5998900"/>
                <a:ext cx="70560" cy="54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012440-A531-19EA-0FE2-3FD19593353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02749" y="5992780"/>
                  <a:ext cx="82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F91096-A4E2-861F-AECC-4457F34A7C63}"/>
                    </a:ext>
                  </a:extLst>
                </p14:cNvPr>
                <p14:cNvContentPartPr/>
                <p14:nvPr/>
              </p14:nvContentPartPr>
              <p14:xfrm>
                <a:off x="4260549" y="6349180"/>
                <a:ext cx="14760" cy="143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F91096-A4E2-861F-AECC-4457F34A7C6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54429" y="6343060"/>
                  <a:ext cx="27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4C3A63-82A6-30D5-1B03-59DE87C42B58}"/>
                    </a:ext>
                  </a:extLst>
                </p14:cNvPr>
                <p14:cNvContentPartPr/>
                <p14:nvPr/>
              </p14:nvContentPartPr>
              <p14:xfrm>
                <a:off x="4257669" y="6286540"/>
                <a:ext cx="103680" cy="172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4C3A63-82A6-30D5-1B03-59DE87C42B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1549" y="6280420"/>
                  <a:ext cx="115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E4A52A-5B12-6CAD-4B7B-A8277CCE6D05}"/>
                    </a:ext>
                  </a:extLst>
                </p14:cNvPr>
                <p14:cNvContentPartPr/>
                <p14:nvPr/>
              </p14:nvContentPartPr>
              <p14:xfrm>
                <a:off x="4372869" y="6368620"/>
                <a:ext cx="114480" cy="69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E4A52A-5B12-6CAD-4B7B-A8277CCE6D0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66749" y="6362500"/>
                  <a:ext cx="126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567D3D-E7ED-832C-4399-0128675D8722}"/>
                    </a:ext>
                  </a:extLst>
                </p14:cNvPr>
                <p14:cNvContentPartPr/>
                <p14:nvPr/>
              </p14:nvContentPartPr>
              <p14:xfrm>
                <a:off x="4507149" y="6350260"/>
                <a:ext cx="151920" cy="53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567D3D-E7ED-832C-4399-0128675D87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01029" y="6344140"/>
                  <a:ext cx="164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7EFE08C-FEAA-753B-8C7C-181B6BEF17AC}"/>
                    </a:ext>
                  </a:extLst>
                </p14:cNvPr>
                <p14:cNvContentPartPr/>
                <p14:nvPr/>
              </p14:nvContentPartPr>
              <p14:xfrm>
                <a:off x="4785789" y="5610100"/>
                <a:ext cx="5400" cy="28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7EFE08C-FEAA-753B-8C7C-181B6BEF17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79669" y="5603980"/>
                  <a:ext cx="17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584B89-9F57-D6EC-3B2A-3C0CA0BE9514}"/>
                    </a:ext>
                  </a:extLst>
                </p14:cNvPr>
                <p14:cNvContentPartPr/>
                <p14:nvPr/>
              </p14:nvContentPartPr>
              <p14:xfrm>
                <a:off x="4732509" y="5903860"/>
                <a:ext cx="72720" cy="61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584B89-9F57-D6EC-3B2A-3C0CA0BE95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26389" y="5897740"/>
                  <a:ext cx="84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C0CFEFB-5C19-77F2-977D-89202A7E3409}"/>
                    </a:ext>
                  </a:extLst>
                </p14:cNvPr>
                <p14:cNvContentPartPr/>
                <p14:nvPr/>
              </p14:nvContentPartPr>
              <p14:xfrm>
                <a:off x="4804509" y="5854180"/>
                <a:ext cx="46800" cy="83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C0CFEFB-5C19-77F2-977D-89202A7E34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98389" y="5848060"/>
                  <a:ext cx="59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3E58E0-73DB-9E80-25B3-5C145F406D44}"/>
                    </a:ext>
                  </a:extLst>
                </p14:cNvPr>
                <p14:cNvContentPartPr/>
                <p14:nvPr/>
              </p14:nvContentPartPr>
              <p14:xfrm>
                <a:off x="4782909" y="6114100"/>
                <a:ext cx="16200" cy="19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3E58E0-73DB-9E80-25B3-5C145F406D4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76789" y="6107980"/>
                  <a:ext cx="28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F6DF60-A307-C2BA-699E-2321FC3CFE15}"/>
                    </a:ext>
                  </a:extLst>
                </p14:cNvPr>
                <p14:cNvContentPartPr/>
                <p14:nvPr/>
              </p14:nvContentPartPr>
              <p14:xfrm>
                <a:off x="4774269" y="6049300"/>
                <a:ext cx="132840" cy="187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F6DF60-A307-C2BA-699E-2321FC3CFE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68149" y="6043180"/>
                  <a:ext cx="145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72CEFF-E89B-E66B-5541-8D3238B5A48B}"/>
                    </a:ext>
                  </a:extLst>
                </p14:cNvPr>
                <p14:cNvContentPartPr/>
                <p14:nvPr/>
              </p14:nvContentPartPr>
              <p14:xfrm>
                <a:off x="4950669" y="6120220"/>
                <a:ext cx="119520" cy="100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72CEFF-E89B-E66B-5541-8D3238B5A48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44549" y="6114100"/>
                  <a:ext cx="131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B24FE4A-9712-7719-BD6F-3E13E4DB164A}"/>
                    </a:ext>
                  </a:extLst>
                </p14:cNvPr>
                <p14:cNvContentPartPr/>
                <p14:nvPr/>
              </p14:nvContentPartPr>
              <p14:xfrm>
                <a:off x="5094309" y="6104020"/>
                <a:ext cx="202680" cy="69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B24FE4A-9712-7719-BD6F-3E13E4DB16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88189" y="6097900"/>
                  <a:ext cx="214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428EAF2-B81B-D417-3B22-D37A8FA76033}"/>
                    </a:ext>
                  </a:extLst>
                </p14:cNvPr>
                <p14:cNvContentPartPr/>
                <p14:nvPr/>
              </p14:nvContentPartPr>
              <p14:xfrm>
                <a:off x="3433629" y="4068580"/>
                <a:ext cx="61920" cy="1960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428EAF2-B81B-D417-3B22-D37A8FA7603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27509" y="4062460"/>
                  <a:ext cx="74160" cy="19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A783E94-A94A-727A-3B08-4A6C593E3767}"/>
                    </a:ext>
                  </a:extLst>
                </p14:cNvPr>
                <p14:cNvContentPartPr/>
                <p14:nvPr/>
              </p14:nvContentPartPr>
              <p14:xfrm>
                <a:off x="3708309" y="4121140"/>
                <a:ext cx="101520" cy="1728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A783E94-A94A-727A-3B08-4A6C593E37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02189" y="4115020"/>
                  <a:ext cx="113760" cy="17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4D6D7DD-4B6F-C6EB-B732-4E62D7FE4DFE}"/>
                    </a:ext>
                  </a:extLst>
                </p14:cNvPr>
                <p14:cNvContentPartPr/>
                <p14:nvPr/>
              </p14:nvContentPartPr>
              <p14:xfrm>
                <a:off x="4561869" y="4037620"/>
                <a:ext cx="100080" cy="1661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4D6D7DD-4B6F-C6EB-B732-4E62D7FE4DF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55749" y="4031500"/>
                  <a:ext cx="112320" cy="167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2D3FB3D-1883-5992-4698-654D6C5E176E}"/>
              </a:ext>
            </a:extLst>
          </p:cNvPr>
          <p:cNvGrpSpPr/>
          <p:nvPr/>
        </p:nvGrpSpPr>
        <p:grpSpPr>
          <a:xfrm>
            <a:off x="4067949" y="3819100"/>
            <a:ext cx="822960" cy="537840"/>
            <a:chOff x="4067949" y="3819100"/>
            <a:chExt cx="822960" cy="53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50E3879-0334-EEDB-956E-EE2EB3455AFC}"/>
                    </a:ext>
                  </a:extLst>
                </p14:cNvPr>
                <p14:cNvContentPartPr/>
                <p14:nvPr/>
              </p14:nvContentPartPr>
              <p14:xfrm>
                <a:off x="4406349" y="3890740"/>
                <a:ext cx="12960" cy="372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50E3879-0334-EEDB-956E-EE2EB3455AF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97709" y="3882100"/>
                  <a:ext cx="306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2920EE7-95C6-FCB0-D76A-AAC54B18947A}"/>
                    </a:ext>
                  </a:extLst>
                </p14:cNvPr>
                <p14:cNvContentPartPr/>
                <p14:nvPr/>
              </p14:nvContentPartPr>
              <p14:xfrm>
                <a:off x="4368549" y="4164340"/>
                <a:ext cx="90720" cy="102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2920EE7-95C6-FCB0-D76A-AAC54B18947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59549" y="4155700"/>
                  <a:ext cx="108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3F51049-357F-5045-6CEF-BCF08E1E09E3}"/>
                    </a:ext>
                  </a:extLst>
                </p14:cNvPr>
                <p14:cNvContentPartPr/>
                <p14:nvPr/>
              </p14:nvContentPartPr>
              <p14:xfrm>
                <a:off x="4067949" y="3847180"/>
                <a:ext cx="127080" cy="370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3F51049-357F-5045-6CEF-BCF08E1E09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58949" y="3838540"/>
                  <a:ext cx="144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EA366FB-36E6-DDC6-F9F1-3530ABF2A6D1}"/>
                    </a:ext>
                  </a:extLst>
                </p14:cNvPr>
                <p14:cNvContentPartPr/>
                <p14:nvPr/>
              </p14:nvContentPartPr>
              <p14:xfrm>
                <a:off x="4111509" y="4165060"/>
                <a:ext cx="70920" cy="104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EA366FB-36E6-DDC6-F9F1-3530ABF2A6D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02869" y="4156060"/>
                  <a:ext cx="88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343D7B4-5D10-4EE2-DBB6-BBCA6229D161}"/>
                    </a:ext>
                  </a:extLst>
                </p14:cNvPr>
                <p14:cNvContentPartPr/>
                <p14:nvPr/>
              </p14:nvContentPartPr>
              <p14:xfrm>
                <a:off x="4182069" y="4174420"/>
                <a:ext cx="32040" cy="83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343D7B4-5D10-4EE2-DBB6-BBCA6229D16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73069" y="4165420"/>
                  <a:ext cx="49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D3FE9B1-5729-28A5-8526-9FBE00845CE0}"/>
                    </a:ext>
                  </a:extLst>
                </p14:cNvPr>
                <p14:cNvContentPartPr/>
                <p14:nvPr/>
              </p14:nvContentPartPr>
              <p14:xfrm>
                <a:off x="4693989" y="3854020"/>
                <a:ext cx="13320" cy="397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D3FE9B1-5729-28A5-8526-9FBE00845CE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85349" y="3845020"/>
                  <a:ext cx="309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214815-1B5A-358D-9548-3642B06157CC}"/>
                    </a:ext>
                  </a:extLst>
                </p14:cNvPr>
                <p14:cNvContentPartPr/>
                <p14:nvPr/>
              </p14:nvContentPartPr>
              <p14:xfrm>
                <a:off x="4701189" y="3819100"/>
                <a:ext cx="189720" cy="22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214815-1B5A-358D-9548-3642B06157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92189" y="3810460"/>
                  <a:ext cx="207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BBD18B7-9398-C079-C963-8F362F113993}"/>
                    </a:ext>
                  </a:extLst>
                </p14:cNvPr>
                <p14:cNvContentPartPr/>
                <p14:nvPr/>
              </p14:nvContentPartPr>
              <p14:xfrm>
                <a:off x="4647549" y="4255780"/>
                <a:ext cx="113040" cy="101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BBD18B7-9398-C079-C963-8F362F11399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38549" y="4247140"/>
                  <a:ext cx="1306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92391AC-F8F2-F8D0-DC34-FA4B34611600}"/>
              </a:ext>
            </a:extLst>
          </p:cNvPr>
          <p:cNvGrpSpPr/>
          <p:nvPr/>
        </p:nvGrpSpPr>
        <p:grpSpPr>
          <a:xfrm>
            <a:off x="3158589" y="3675820"/>
            <a:ext cx="851760" cy="529560"/>
            <a:chOff x="3158589" y="3675820"/>
            <a:chExt cx="85176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4BB8A9-751F-3862-1236-0E02C7BB7584}"/>
                    </a:ext>
                  </a:extLst>
                </p14:cNvPr>
                <p14:cNvContentPartPr/>
                <p14:nvPr/>
              </p14:nvContentPartPr>
              <p14:xfrm>
                <a:off x="3559629" y="3806500"/>
                <a:ext cx="30960" cy="398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4BB8A9-751F-3862-1236-0E02C7BB758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53509" y="3800380"/>
                  <a:ext cx="432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AFAFB57-DFF5-0FF2-FEEF-01C84239AD43}"/>
                    </a:ext>
                  </a:extLst>
                </p14:cNvPr>
                <p14:cNvContentPartPr/>
                <p14:nvPr/>
              </p14:nvContentPartPr>
              <p14:xfrm>
                <a:off x="3509589" y="3708940"/>
                <a:ext cx="93960" cy="152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AFAFB57-DFF5-0FF2-FEEF-01C84239AD4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03469" y="3702820"/>
                  <a:ext cx="106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AEE5865-767A-33E5-6B0E-42417FBE4123}"/>
                    </a:ext>
                  </a:extLst>
                </p14:cNvPr>
                <p14:cNvContentPartPr/>
                <p14:nvPr/>
              </p14:nvContentPartPr>
              <p14:xfrm>
                <a:off x="3825669" y="3827380"/>
                <a:ext cx="26280" cy="361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AEE5865-767A-33E5-6B0E-42417FBE41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19549" y="3821260"/>
                  <a:ext cx="385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E08564F-CCEF-AE42-C7C2-223C7FC5CD19}"/>
                    </a:ext>
                  </a:extLst>
                </p14:cNvPr>
                <p14:cNvContentPartPr/>
                <p14:nvPr/>
              </p14:nvContentPartPr>
              <p14:xfrm>
                <a:off x="3814149" y="3720820"/>
                <a:ext cx="174600" cy="46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E08564F-CCEF-AE42-C7C2-223C7FC5CD1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08029" y="3714700"/>
                  <a:ext cx="186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156A82F-6156-E3D1-66EC-B4E32E5597AE}"/>
                    </a:ext>
                  </a:extLst>
                </p14:cNvPr>
                <p14:cNvContentPartPr/>
                <p14:nvPr/>
              </p14:nvContentPartPr>
              <p14:xfrm>
                <a:off x="3937269" y="3675820"/>
                <a:ext cx="73080" cy="188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156A82F-6156-E3D1-66EC-B4E32E5597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31149" y="3669700"/>
                  <a:ext cx="85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6CCF1C2-DE0E-9A6E-C297-E157286326A6}"/>
                    </a:ext>
                  </a:extLst>
                </p14:cNvPr>
                <p14:cNvContentPartPr/>
                <p14:nvPr/>
              </p14:nvContentPartPr>
              <p14:xfrm>
                <a:off x="3317349" y="3777340"/>
                <a:ext cx="13680" cy="3988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6CCF1C2-DE0E-9A6E-C297-E157286326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11229" y="3771220"/>
                  <a:ext cx="259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3AD14D-FDB7-953D-6593-9952211AA378}"/>
                    </a:ext>
                  </a:extLst>
                </p14:cNvPr>
                <p14:cNvContentPartPr/>
                <p14:nvPr/>
              </p14:nvContentPartPr>
              <p14:xfrm>
                <a:off x="3184869" y="3779860"/>
                <a:ext cx="144720" cy="54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3AD14D-FDB7-953D-6593-9952211AA37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78749" y="3773740"/>
                  <a:ext cx="156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9D0952F-B72F-97F4-18D6-741A038365A6}"/>
                    </a:ext>
                  </a:extLst>
                </p14:cNvPr>
                <p14:cNvContentPartPr/>
                <p14:nvPr/>
              </p14:nvContentPartPr>
              <p14:xfrm>
                <a:off x="3158589" y="3753220"/>
                <a:ext cx="82080" cy="128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9D0952F-B72F-97F4-18D6-741A038365A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52469" y="3747100"/>
                  <a:ext cx="943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C1BEE32-9191-1612-4C57-56354A74B105}"/>
              </a:ext>
            </a:extLst>
          </p:cNvPr>
          <p:cNvGrpSpPr/>
          <p:nvPr/>
        </p:nvGrpSpPr>
        <p:grpSpPr>
          <a:xfrm>
            <a:off x="4844829" y="2427700"/>
            <a:ext cx="2558520" cy="59400"/>
            <a:chOff x="4844829" y="2427700"/>
            <a:chExt cx="255852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EF87AF5-1A21-085C-8CBE-4AED42E83398}"/>
                    </a:ext>
                  </a:extLst>
                </p14:cNvPr>
                <p14:cNvContentPartPr/>
                <p14:nvPr/>
              </p14:nvContentPartPr>
              <p14:xfrm>
                <a:off x="4883709" y="2474860"/>
                <a:ext cx="84600" cy="46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EF87AF5-1A21-085C-8CBE-4AED42E8339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77589" y="2468740"/>
                  <a:ext cx="968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FC9DA19-10A7-CAC6-EA74-822B2FEE612D}"/>
                    </a:ext>
                  </a:extLst>
                </p14:cNvPr>
                <p14:cNvContentPartPr/>
                <p14:nvPr/>
              </p14:nvContentPartPr>
              <p14:xfrm>
                <a:off x="4844829" y="2427700"/>
                <a:ext cx="2558520" cy="59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FC9DA19-10A7-CAC6-EA74-822B2FEE612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38709" y="2421580"/>
                  <a:ext cx="25707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66E219C-3180-F85E-FB41-7FE31D28DD56}"/>
              </a:ext>
            </a:extLst>
          </p:cNvPr>
          <p:cNvGrpSpPr/>
          <p:nvPr/>
        </p:nvGrpSpPr>
        <p:grpSpPr>
          <a:xfrm>
            <a:off x="4945989" y="2765020"/>
            <a:ext cx="2540520" cy="68400"/>
            <a:chOff x="4945989" y="2765020"/>
            <a:chExt cx="254052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0384475-9966-972E-8696-F76DAD961FCF}"/>
                    </a:ext>
                  </a:extLst>
                </p14:cNvPr>
                <p14:cNvContentPartPr/>
                <p14:nvPr/>
              </p14:nvContentPartPr>
              <p14:xfrm>
                <a:off x="4945989" y="2825500"/>
                <a:ext cx="116280" cy="7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0384475-9966-972E-8696-F76DAD961FC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39869" y="2819380"/>
                  <a:ext cx="128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22C5888-989A-F8A1-CAE5-9CFA761F58AB}"/>
                    </a:ext>
                  </a:extLst>
                </p14:cNvPr>
                <p14:cNvContentPartPr/>
                <p14:nvPr/>
              </p14:nvContentPartPr>
              <p14:xfrm>
                <a:off x="4951749" y="2765020"/>
                <a:ext cx="2534760" cy="586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22C5888-989A-F8A1-CAE5-9CFA761F58A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45629" y="2758900"/>
                  <a:ext cx="254700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185A7F3-0951-EFC4-1A56-48B45FF438B8}"/>
              </a:ext>
            </a:extLst>
          </p:cNvPr>
          <p:cNvGrpSpPr/>
          <p:nvPr/>
        </p:nvGrpSpPr>
        <p:grpSpPr>
          <a:xfrm>
            <a:off x="4983429" y="3440740"/>
            <a:ext cx="2509560" cy="333000"/>
            <a:chOff x="4983429" y="3440740"/>
            <a:chExt cx="250956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AE6B8CA-C174-24A9-D0F8-28A942F9B62B}"/>
                    </a:ext>
                  </a:extLst>
                </p14:cNvPr>
                <p14:cNvContentPartPr/>
                <p14:nvPr/>
              </p14:nvContentPartPr>
              <p14:xfrm>
                <a:off x="5072709" y="3440740"/>
                <a:ext cx="164880" cy="4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AE6B8CA-C174-24A9-D0F8-28A942F9B62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66589" y="3434620"/>
                  <a:ext cx="1771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AA4BB44-2A1A-64F6-1520-337EDB6F96BB}"/>
                    </a:ext>
                  </a:extLst>
                </p14:cNvPr>
                <p14:cNvContentPartPr/>
                <p14:nvPr/>
              </p14:nvContentPartPr>
              <p14:xfrm>
                <a:off x="4983429" y="3459460"/>
                <a:ext cx="2509560" cy="37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AA4BB44-2A1A-64F6-1520-337EDB6F96B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77309" y="3453340"/>
                  <a:ext cx="2521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BA159A5-46B1-9AEA-70E6-0CC4B2D24404}"/>
                    </a:ext>
                  </a:extLst>
                </p14:cNvPr>
                <p14:cNvContentPartPr/>
                <p14:nvPr/>
              </p14:nvContentPartPr>
              <p14:xfrm>
                <a:off x="5080989" y="3671500"/>
                <a:ext cx="2374920" cy="102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BA159A5-46B1-9AEA-70E6-0CC4B2D2440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074869" y="3665380"/>
                  <a:ext cx="238716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F4C698C-4E11-898D-08B9-EE4E5151B156}"/>
              </a:ext>
            </a:extLst>
          </p:cNvPr>
          <p:cNvGrpSpPr/>
          <p:nvPr/>
        </p:nvGrpSpPr>
        <p:grpSpPr>
          <a:xfrm>
            <a:off x="4725309" y="3060580"/>
            <a:ext cx="494640" cy="965520"/>
            <a:chOff x="4725309" y="3060580"/>
            <a:chExt cx="494640" cy="9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3E4015A-E979-260E-E66A-1207C89F3E5E}"/>
                    </a:ext>
                  </a:extLst>
                </p14:cNvPr>
                <p14:cNvContentPartPr/>
                <p14:nvPr/>
              </p14:nvContentPartPr>
              <p14:xfrm>
                <a:off x="4844829" y="3605980"/>
                <a:ext cx="22320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3E4015A-E979-260E-E66A-1207C89F3E5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38709" y="3599860"/>
                  <a:ext cx="235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51A5576-44FB-F0D3-6F49-EC451D3C6B75}"/>
                    </a:ext>
                  </a:extLst>
                </p14:cNvPr>
                <p14:cNvContentPartPr/>
                <p14:nvPr/>
              </p14:nvContentPartPr>
              <p14:xfrm>
                <a:off x="4742589" y="3537220"/>
                <a:ext cx="126000" cy="158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51A5576-44FB-F0D3-6F49-EC451D3C6B7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36469" y="3531100"/>
                  <a:ext cx="138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22E7021-10A9-E9D6-AC3F-FDD5EAE049DB}"/>
                    </a:ext>
                  </a:extLst>
                </p14:cNvPr>
                <p14:cNvContentPartPr/>
                <p14:nvPr/>
              </p14:nvContentPartPr>
              <p14:xfrm>
                <a:off x="4827189" y="3311500"/>
                <a:ext cx="277200" cy="38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22E7021-10A9-E9D6-AC3F-FDD5EAE049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21069" y="3305380"/>
                  <a:ext cx="289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5A08B84-18EA-B014-6CEE-F44FE8605FC8}"/>
                    </a:ext>
                  </a:extLst>
                </p14:cNvPr>
                <p14:cNvContentPartPr/>
                <p14:nvPr/>
              </p14:nvContentPartPr>
              <p14:xfrm>
                <a:off x="4779309" y="3092980"/>
                <a:ext cx="37080" cy="265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5A08B84-18EA-B014-6CEE-F44FE8605FC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73189" y="3086860"/>
                  <a:ext cx="49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16D30C1-0BB2-5C74-B642-BE9D06FFA5A5}"/>
                    </a:ext>
                  </a:extLst>
                </p14:cNvPr>
                <p14:cNvContentPartPr/>
                <p14:nvPr/>
              </p14:nvContentPartPr>
              <p14:xfrm>
                <a:off x="4725309" y="3060580"/>
                <a:ext cx="133200" cy="85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16D30C1-0BB2-5C74-B642-BE9D06FFA5A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19189" y="3054460"/>
                  <a:ext cx="145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B3C1709-59A5-0BE1-E125-1EEB73342F75}"/>
                    </a:ext>
                  </a:extLst>
                </p14:cNvPr>
                <p14:cNvContentPartPr/>
                <p14:nvPr/>
              </p14:nvContentPartPr>
              <p14:xfrm>
                <a:off x="4910349" y="3763660"/>
                <a:ext cx="309600" cy="43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B3C1709-59A5-0BE1-E125-1EEB73342F7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04229" y="3757540"/>
                  <a:ext cx="321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05D9E70-451F-9DD9-B2AB-2D3B80FD54D4}"/>
                    </a:ext>
                  </a:extLst>
                </p14:cNvPr>
                <p14:cNvContentPartPr/>
                <p14:nvPr/>
              </p14:nvContentPartPr>
              <p14:xfrm>
                <a:off x="4840149" y="3730900"/>
                <a:ext cx="103320" cy="201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05D9E70-451F-9DD9-B2AB-2D3B80FD54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34029" y="3724780"/>
                  <a:ext cx="115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4C69CE2-4E4A-264A-30A8-22026544624E}"/>
                    </a:ext>
                  </a:extLst>
                </p14:cNvPr>
                <p14:cNvContentPartPr/>
                <p14:nvPr/>
              </p14:nvContentPartPr>
              <p14:xfrm>
                <a:off x="4777509" y="3878860"/>
                <a:ext cx="141840" cy="147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4C69CE2-4E4A-264A-30A8-22026544624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71389" y="3872740"/>
                  <a:ext cx="1540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164F727-0A6B-AE70-D402-363C74D0A0CD}"/>
              </a:ext>
            </a:extLst>
          </p:cNvPr>
          <p:cNvGrpSpPr/>
          <p:nvPr/>
        </p:nvGrpSpPr>
        <p:grpSpPr>
          <a:xfrm>
            <a:off x="3984429" y="2082100"/>
            <a:ext cx="867240" cy="486720"/>
            <a:chOff x="3984429" y="2082100"/>
            <a:chExt cx="86724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5162EA8-10A6-39BA-6721-860A626E0E38}"/>
                    </a:ext>
                  </a:extLst>
                </p14:cNvPr>
                <p14:cNvContentPartPr/>
                <p14:nvPr/>
              </p14:nvContentPartPr>
              <p14:xfrm>
                <a:off x="4413909" y="2095780"/>
                <a:ext cx="3960" cy="353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5162EA8-10A6-39BA-6721-860A626E0E3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07789" y="2089660"/>
                  <a:ext cx="162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63F6656-8D66-470B-8174-E34E216E871C}"/>
                    </a:ext>
                  </a:extLst>
                </p14:cNvPr>
                <p14:cNvContentPartPr/>
                <p14:nvPr/>
              </p14:nvContentPartPr>
              <p14:xfrm>
                <a:off x="4375389" y="2362180"/>
                <a:ext cx="97920" cy="121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63F6656-8D66-470B-8174-E34E216E87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69269" y="2356060"/>
                  <a:ext cx="110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1CF4C6C-3529-1E57-01AD-B540E8990BC7}"/>
                    </a:ext>
                  </a:extLst>
                </p14:cNvPr>
                <p14:cNvContentPartPr/>
                <p14:nvPr/>
              </p14:nvContentPartPr>
              <p14:xfrm>
                <a:off x="4651509" y="2082100"/>
                <a:ext cx="182520" cy="329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1CF4C6C-3529-1E57-01AD-B540E8990B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45389" y="2075980"/>
                  <a:ext cx="1947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9EFC809-4C6E-32E5-779D-089375496329}"/>
                    </a:ext>
                  </a:extLst>
                </p14:cNvPr>
                <p14:cNvContentPartPr/>
                <p14:nvPr/>
              </p14:nvContentPartPr>
              <p14:xfrm>
                <a:off x="4773549" y="2289100"/>
                <a:ext cx="78120" cy="149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9EFC809-4C6E-32E5-779D-08937549632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67429" y="2282980"/>
                  <a:ext cx="90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B7BCA95-B861-8B0E-C167-AAF0AB5C8AA0}"/>
                    </a:ext>
                  </a:extLst>
                </p14:cNvPr>
                <p14:cNvContentPartPr/>
                <p14:nvPr/>
              </p14:nvContentPartPr>
              <p14:xfrm>
                <a:off x="4112589" y="2103700"/>
                <a:ext cx="36360" cy="378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B7BCA95-B861-8B0E-C167-AAF0AB5C8AA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06469" y="2097580"/>
                  <a:ext cx="486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433A38-7812-4AA0-BBDE-7EEE643C2798}"/>
                    </a:ext>
                  </a:extLst>
                </p14:cNvPr>
                <p14:cNvContentPartPr/>
                <p14:nvPr/>
              </p14:nvContentPartPr>
              <p14:xfrm>
                <a:off x="4050309" y="2471620"/>
                <a:ext cx="144000" cy="23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433A38-7812-4AA0-BBDE-7EEE643C279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44189" y="2465500"/>
                  <a:ext cx="156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F89ECB-B94C-6918-F086-454C4C483202}"/>
                    </a:ext>
                  </a:extLst>
                </p14:cNvPr>
                <p14:cNvContentPartPr/>
                <p14:nvPr/>
              </p14:nvContentPartPr>
              <p14:xfrm>
                <a:off x="3984429" y="2428420"/>
                <a:ext cx="136080" cy="140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F89ECB-B94C-6918-F086-454C4C4832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78309" y="2422300"/>
                  <a:ext cx="1483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5951674-1F76-D9FA-AC0C-750CA1DBB9D1}"/>
              </a:ext>
            </a:extLst>
          </p:cNvPr>
          <p:cNvGrpSpPr/>
          <p:nvPr/>
        </p:nvGrpSpPr>
        <p:grpSpPr>
          <a:xfrm>
            <a:off x="4692189" y="2266780"/>
            <a:ext cx="464760" cy="790200"/>
            <a:chOff x="4692189" y="2266780"/>
            <a:chExt cx="464760" cy="79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C4858A1-EB00-9A37-25C4-ACCB9040CEC6}"/>
                    </a:ext>
                  </a:extLst>
                </p14:cNvPr>
                <p14:cNvContentPartPr/>
                <p14:nvPr/>
              </p14:nvContentPartPr>
              <p14:xfrm>
                <a:off x="4899189" y="2378740"/>
                <a:ext cx="180360" cy="14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C4858A1-EB00-9A37-25C4-ACCB9040CEC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90189" y="2370100"/>
                  <a:ext cx="19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D6F9570-77B5-6EA0-85C1-FDBACE976EDD}"/>
                    </a:ext>
                  </a:extLst>
                </p14:cNvPr>
                <p14:cNvContentPartPr/>
                <p14:nvPr/>
              </p14:nvContentPartPr>
              <p14:xfrm>
                <a:off x="4719909" y="2266780"/>
                <a:ext cx="311400" cy="186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D6F9570-77B5-6EA0-85C1-FDBACE976ED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10909" y="2258140"/>
                  <a:ext cx="329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25DC6EF-E1FE-CF28-861C-2B64031F496F}"/>
                    </a:ext>
                  </a:extLst>
                </p14:cNvPr>
                <p14:cNvContentPartPr/>
                <p14:nvPr/>
              </p14:nvContentPartPr>
              <p14:xfrm>
                <a:off x="5001789" y="2350300"/>
                <a:ext cx="91440" cy="154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25DC6EF-E1FE-CF28-861C-2B64031F496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92789" y="2341300"/>
                  <a:ext cx="109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B8ED9C7-5340-AE7F-BB4A-466A1A086269}"/>
                    </a:ext>
                  </a:extLst>
                </p14:cNvPr>
                <p14:cNvContentPartPr/>
                <p14:nvPr/>
              </p14:nvContentPartPr>
              <p14:xfrm>
                <a:off x="4837989" y="2626780"/>
                <a:ext cx="239040" cy="30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B8ED9C7-5340-AE7F-BB4A-466A1A0862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29349" y="2617780"/>
                  <a:ext cx="256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85F7914-2396-F5D3-1539-2A3AEA27EFA4}"/>
                    </a:ext>
                  </a:extLst>
                </p14:cNvPr>
                <p14:cNvContentPartPr/>
                <p14:nvPr/>
              </p14:nvContentPartPr>
              <p14:xfrm>
                <a:off x="5032749" y="2596180"/>
                <a:ext cx="124200" cy="120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85F7914-2396-F5D3-1539-2A3AEA27EFA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24109" y="2587180"/>
                  <a:ext cx="141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A5180E2-0B60-D2A4-E876-5A6133E1F62B}"/>
                    </a:ext>
                  </a:extLst>
                </p14:cNvPr>
                <p14:cNvContentPartPr/>
                <p14:nvPr/>
              </p14:nvContentPartPr>
              <p14:xfrm>
                <a:off x="4692189" y="2924140"/>
                <a:ext cx="319680" cy="1328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A5180E2-0B60-D2A4-E876-5A6133E1F62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83549" y="2915500"/>
                  <a:ext cx="337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F1C604C-BE11-D39F-B339-178996568369}"/>
                    </a:ext>
                  </a:extLst>
                </p14:cNvPr>
                <p14:cNvContentPartPr/>
                <p14:nvPr/>
              </p14:nvContentPartPr>
              <p14:xfrm>
                <a:off x="4880469" y="2883100"/>
                <a:ext cx="118080" cy="127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F1C604C-BE11-D39F-B339-17899656836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71829" y="2874100"/>
                  <a:ext cx="1357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6744FD2A-E5D3-931E-8D25-A27CA83A7C38}"/>
              </a:ext>
            </a:extLst>
          </p:cNvPr>
          <p:cNvGrpSpPr/>
          <p:nvPr/>
        </p:nvGrpSpPr>
        <p:grpSpPr>
          <a:xfrm>
            <a:off x="2773749" y="3155620"/>
            <a:ext cx="574200" cy="835920"/>
            <a:chOff x="2773749" y="3155620"/>
            <a:chExt cx="574200" cy="83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D3FA9F9-B763-A7BB-2621-38663CE5F707}"/>
                    </a:ext>
                  </a:extLst>
                </p14:cNvPr>
                <p14:cNvContentPartPr/>
                <p14:nvPr/>
              </p14:nvContentPartPr>
              <p14:xfrm>
                <a:off x="3076149" y="3719740"/>
                <a:ext cx="261720" cy="26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D3FA9F9-B763-A7BB-2621-38663CE5F70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67149" y="3710740"/>
                  <a:ext cx="279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9851B64-D9BD-719E-F014-4A0CC662AFCA}"/>
                    </a:ext>
                  </a:extLst>
                </p14:cNvPr>
                <p14:cNvContentPartPr/>
                <p14:nvPr/>
              </p14:nvContentPartPr>
              <p14:xfrm>
                <a:off x="2935749" y="3683020"/>
                <a:ext cx="136080" cy="149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9851B64-D9BD-719E-F014-4A0CC662AFC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26749" y="3674380"/>
                  <a:ext cx="153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04E1603-286D-1E60-7B1E-374048EABA06}"/>
                    </a:ext>
                  </a:extLst>
                </p14:cNvPr>
                <p14:cNvContentPartPr/>
                <p14:nvPr/>
              </p14:nvContentPartPr>
              <p14:xfrm>
                <a:off x="2884629" y="3573580"/>
                <a:ext cx="439920" cy="41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04E1603-286D-1E60-7B1E-374048EABA0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75989" y="3564580"/>
                  <a:ext cx="457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24DB111-E4B5-61C9-3E5C-7490FB844532}"/>
                    </a:ext>
                  </a:extLst>
                </p14:cNvPr>
                <p14:cNvContentPartPr/>
                <p14:nvPr/>
              </p14:nvContentPartPr>
              <p14:xfrm>
                <a:off x="2773749" y="3555580"/>
                <a:ext cx="81360" cy="109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24DB111-E4B5-61C9-3E5C-7490FB84453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64749" y="3546940"/>
                  <a:ext cx="99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C624884-A2C1-AF1B-51E1-48C99AF07E80}"/>
                    </a:ext>
                  </a:extLst>
                </p14:cNvPr>
                <p14:cNvContentPartPr/>
                <p14:nvPr/>
              </p14:nvContentPartPr>
              <p14:xfrm>
                <a:off x="2886069" y="3334540"/>
                <a:ext cx="276480" cy="34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C624884-A2C1-AF1B-51E1-48C99AF07E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77069" y="3325540"/>
                  <a:ext cx="294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8225DA7-68BB-C935-D875-2AD0FE5CA581}"/>
                    </a:ext>
                  </a:extLst>
                </p14:cNvPr>
                <p14:cNvContentPartPr/>
                <p14:nvPr/>
              </p14:nvContentPartPr>
              <p14:xfrm>
                <a:off x="2787789" y="3303220"/>
                <a:ext cx="157680" cy="155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8225DA7-68BB-C935-D875-2AD0FE5CA58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78789" y="3294220"/>
                  <a:ext cx="175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AB76E11-E8EA-1011-15EA-1DF14F24B61A}"/>
                    </a:ext>
                  </a:extLst>
                </p14:cNvPr>
                <p14:cNvContentPartPr/>
                <p14:nvPr/>
              </p14:nvContentPartPr>
              <p14:xfrm>
                <a:off x="3103509" y="3155620"/>
                <a:ext cx="219600" cy="195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AB76E11-E8EA-1011-15EA-1DF14F24B61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94869" y="3146620"/>
                  <a:ext cx="237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08E2E22-23D2-AA5A-EAA2-F8C2EFD12FC3}"/>
                    </a:ext>
                  </a:extLst>
                </p14:cNvPr>
                <p14:cNvContentPartPr/>
                <p14:nvPr/>
              </p14:nvContentPartPr>
              <p14:xfrm>
                <a:off x="3309429" y="3738100"/>
                <a:ext cx="38520" cy="253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08E2E22-23D2-AA5A-EAA2-F8C2EFD12FC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00429" y="3729460"/>
                  <a:ext cx="5616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A25CDC10-4B66-DF39-92FD-4A8E6D31C759}"/>
              </a:ext>
            </a:extLst>
          </p:cNvPr>
          <p:cNvGrpSpPr/>
          <p:nvPr/>
        </p:nvGrpSpPr>
        <p:grpSpPr>
          <a:xfrm>
            <a:off x="2882109" y="2392060"/>
            <a:ext cx="558720" cy="741960"/>
            <a:chOff x="2882109" y="2392060"/>
            <a:chExt cx="558720" cy="74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CC7BC9B-2E9B-29DF-F1CF-EFE4E5E2C9DF}"/>
                    </a:ext>
                  </a:extLst>
                </p14:cNvPr>
                <p14:cNvContentPartPr/>
                <p14:nvPr/>
              </p14:nvContentPartPr>
              <p14:xfrm>
                <a:off x="2882109" y="2795980"/>
                <a:ext cx="217080" cy="30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CC7BC9B-2E9B-29DF-F1CF-EFE4E5E2C9D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75989" y="2789860"/>
                  <a:ext cx="229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993BF25-5E39-4F18-1224-5E939A5B330D}"/>
                    </a:ext>
                  </a:extLst>
                </p14:cNvPr>
                <p14:cNvContentPartPr/>
                <p14:nvPr/>
              </p14:nvContentPartPr>
              <p14:xfrm>
                <a:off x="3074709" y="2741620"/>
                <a:ext cx="62280" cy="104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993BF25-5E39-4F18-1224-5E939A5B330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68589" y="2735500"/>
                  <a:ext cx="74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97A5F30-14E9-DA5C-9333-7BDF15A4089E}"/>
                    </a:ext>
                  </a:extLst>
                </p14:cNvPr>
                <p14:cNvContentPartPr/>
                <p14:nvPr/>
              </p14:nvContentPartPr>
              <p14:xfrm>
                <a:off x="2915589" y="2430580"/>
                <a:ext cx="400680" cy="187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97A5F30-14E9-DA5C-9333-7BDF15A4089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09469" y="2424460"/>
                  <a:ext cx="412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A3C27DC-640C-6552-BBE9-A7CBBEC54D95}"/>
                    </a:ext>
                  </a:extLst>
                </p14:cNvPr>
                <p14:cNvContentPartPr/>
                <p14:nvPr/>
              </p14:nvContentPartPr>
              <p14:xfrm>
                <a:off x="3233109" y="2392060"/>
                <a:ext cx="82440" cy="82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A3C27DC-640C-6552-BBE9-A7CBBEC54D9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26989" y="2385940"/>
                  <a:ext cx="94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7867760-45FD-7FBC-854D-8D877FE1F893}"/>
                    </a:ext>
                  </a:extLst>
                </p14:cNvPr>
                <p14:cNvContentPartPr/>
                <p14:nvPr/>
              </p14:nvContentPartPr>
              <p14:xfrm>
                <a:off x="2998749" y="2923420"/>
                <a:ext cx="417240" cy="171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7867760-45FD-7FBC-854D-8D877FE1F89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92629" y="2917300"/>
                  <a:ext cx="429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D1DA7C4-5E1E-1885-87D1-D5B98A0DC87D}"/>
                    </a:ext>
                  </a:extLst>
                </p14:cNvPr>
                <p14:cNvContentPartPr/>
                <p14:nvPr/>
              </p14:nvContentPartPr>
              <p14:xfrm>
                <a:off x="3334269" y="3051580"/>
                <a:ext cx="106560" cy="824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D1DA7C4-5E1E-1885-87D1-D5B98A0DC87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8149" y="3045460"/>
                  <a:ext cx="11880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4A80731-3ECD-CDF6-31C2-11886E15690D}"/>
                  </a:ext>
                </a:extLst>
              </p14:cNvPr>
              <p14:cNvContentPartPr/>
              <p14:nvPr/>
            </p14:nvContentPartPr>
            <p14:xfrm>
              <a:off x="4213749" y="997780"/>
              <a:ext cx="436320" cy="3391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4A80731-3ECD-CDF6-31C2-11886E15690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207629" y="991660"/>
                <a:ext cx="4485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3D039958-E5F3-6FDB-9608-D5D6EA445D1A}"/>
                  </a:ext>
                </a:extLst>
              </p14:cNvPr>
              <p14:cNvContentPartPr/>
              <p14:nvPr/>
            </p14:nvContentPartPr>
            <p14:xfrm>
              <a:off x="3459549" y="4801180"/>
              <a:ext cx="431280" cy="3920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3D039958-E5F3-6FDB-9608-D5D6EA445D1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53429" y="4795060"/>
                <a:ext cx="44352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81A972D-34A6-3CEF-34CB-FA048923E6DC}"/>
                  </a:ext>
                </a:extLst>
              </p14:cNvPr>
              <p14:cNvContentPartPr/>
              <p14:nvPr/>
            </p14:nvContentPartPr>
            <p14:xfrm>
              <a:off x="6136509" y="3344620"/>
              <a:ext cx="344160" cy="4276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81A972D-34A6-3CEF-34CB-FA048923E6D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130389" y="3338500"/>
                <a:ext cx="35640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5BFB3E44-3AB7-E70C-F796-0465C22762E5}"/>
                  </a:ext>
                </a:extLst>
              </p14:cNvPr>
              <p14:cNvContentPartPr/>
              <p14:nvPr/>
            </p14:nvContentPartPr>
            <p14:xfrm>
              <a:off x="1791309" y="2576740"/>
              <a:ext cx="434880" cy="4730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5BFB3E44-3AB7-E70C-F796-0465C22762E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785189" y="2570620"/>
                <a:ext cx="447120" cy="4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2A3D61C-69B4-EC90-882D-8012CD8A0BDF}"/>
              </a:ext>
            </a:extLst>
          </p:cNvPr>
          <p:cNvGrpSpPr/>
          <p:nvPr/>
        </p:nvGrpSpPr>
        <p:grpSpPr>
          <a:xfrm>
            <a:off x="791229" y="2696980"/>
            <a:ext cx="2148480" cy="1309320"/>
            <a:chOff x="791229" y="2696980"/>
            <a:chExt cx="2148480" cy="13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56DB12F-E4DA-03DA-6975-FF986125F595}"/>
                    </a:ext>
                  </a:extLst>
                </p14:cNvPr>
                <p14:cNvContentPartPr/>
                <p14:nvPr/>
              </p14:nvContentPartPr>
              <p14:xfrm>
                <a:off x="878709" y="2696980"/>
                <a:ext cx="1969200" cy="403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56DB12F-E4DA-03DA-6975-FF986125F59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72589" y="2690860"/>
                  <a:ext cx="19814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79344A8-3720-98DA-A9E5-C690B3D96C10}"/>
                    </a:ext>
                  </a:extLst>
                </p14:cNvPr>
                <p14:cNvContentPartPr/>
                <p14:nvPr/>
              </p14:nvContentPartPr>
              <p14:xfrm>
                <a:off x="906429" y="2891020"/>
                <a:ext cx="2014920" cy="3808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79344A8-3720-98DA-A9E5-C690B3D96C1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0309" y="2884900"/>
                  <a:ext cx="20271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EFE5CDD-E3B0-56E0-4705-7A032DC67AE5}"/>
                    </a:ext>
                  </a:extLst>
                </p14:cNvPr>
                <p14:cNvContentPartPr/>
                <p14:nvPr/>
              </p14:nvContentPartPr>
              <p14:xfrm>
                <a:off x="794829" y="3458020"/>
                <a:ext cx="2144880" cy="2322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EFE5CDD-E3B0-56E0-4705-7A032DC67AE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8709" y="3451900"/>
                  <a:ext cx="2157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A9B2B2F-C0F3-CB96-BBD8-F1C492D86C5F}"/>
                    </a:ext>
                  </a:extLst>
                </p14:cNvPr>
                <p14:cNvContentPartPr/>
                <p14:nvPr/>
              </p14:nvContentPartPr>
              <p14:xfrm>
                <a:off x="791229" y="3705340"/>
                <a:ext cx="2059560" cy="3009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A9B2B2F-C0F3-CB96-BBD8-F1C492D86C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85109" y="3699220"/>
                  <a:ext cx="2071800" cy="31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956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4867D-8590-71F9-AC9C-E1E3AC1E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EE95AE8B-AD93-8376-B490-DCCCC198148C}"/>
              </a:ext>
            </a:extLst>
          </p:cNvPr>
          <p:cNvGrpSpPr/>
          <p:nvPr/>
        </p:nvGrpSpPr>
        <p:grpSpPr>
          <a:xfrm>
            <a:off x="4924389" y="390820"/>
            <a:ext cx="1403280" cy="486720"/>
            <a:chOff x="4924389" y="390820"/>
            <a:chExt cx="1403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FCA9A5-5219-4EA0-BE09-6583D0569172}"/>
                    </a:ext>
                  </a:extLst>
                </p14:cNvPr>
                <p14:cNvContentPartPr/>
                <p14:nvPr/>
              </p14:nvContentPartPr>
              <p14:xfrm>
                <a:off x="4924389" y="390820"/>
                <a:ext cx="160200" cy="31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FCA9A5-5219-4EA0-BE09-6583D056917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8269" y="384700"/>
                  <a:ext cx="172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E1788BB-E373-AAAD-FD82-E1E010167A17}"/>
                    </a:ext>
                  </a:extLst>
                </p14:cNvPr>
                <p14:cNvContentPartPr/>
                <p14:nvPr/>
              </p14:nvContentPartPr>
              <p14:xfrm>
                <a:off x="5143269" y="567580"/>
                <a:ext cx="41040" cy="24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E1788BB-E373-AAAD-FD82-E1E010167A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7202" y="561460"/>
                  <a:ext cx="53174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8A9A81-6102-CF46-EB43-36BCDA488326}"/>
                    </a:ext>
                  </a:extLst>
                </p14:cNvPr>
                <p14:cNvContentPartPr/>
                <p14:nvPr/>
              </p14:nvContentPartPr>
              <p14:xfrm>
                <a:off x="5155869" y="548860"/>
                <a:ext cx="160560" cy="21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8A9A81-6102-CF46-EB43-36BCDA4883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749" y="542730"/>
                  <a:ext cx="172800" cy="225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333C734-5512-10F9-C5A2-4DCACAC22C5E}"/>
                    </a:ext>
                  </a:extLst>
                </p14:cNvPr>
                <p14:cNvContentPartPr/>
                <p14:nvPr/>
              </p14:nvContentPartPr>
              <p14:xfrm>
                <a:off x="5295189" y="623380"/>
                <a:ext cx="14436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333C734-5512-10F9-C5A2-4DCACAC22C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9069" y="617260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99A1207-7A78-21B2-1AE4-94CAC8ECD84E}"/>
                    </a:ext>
                  </a:extLst>
                </p14:cNvPr>
                <p14:cNvContentPartPr/>
                <p14:nvPr/>
              </p14:nvContentPartPr>
              <p14:xfrm>
                <a:off x="5542869" y="628780"/>
                <a:ext cx="123120" cy="18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99A1207-7A78-21B2-1AE4-94CAC8ECD8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36749" y="622660"/>
                  <a:ext cx="13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51115F-529A-A82A-E3EC-FAB2B1D16AC4}"/>
                    </a:ext>
                  </a:extLst>
                </p14:cNvPr>
                <p14:cNvContentPartPr/>
                <p14:nvPr/>
              </p14:nvContentPartPr>
              <p14:xfrm>
                <a:off x="5705589" y="598180"/>
                <a:ext cx="12276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51115F-529A-A82A-E3EC-FAB2B1D16A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469" y="592060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16DB296-DB27-3AD7-4E21-8850BB493F4E}"/>
                    </a:ext>
                  </a:extLst>
                </p14:cNvPr>
                <p14:cNvContentPartPr/>
                <p14:nvPr/>
              </p14:nvContentPartPr>
              <p14:xfrm>
                <a:off x="5908989" y="608260"/>
                <a:ext cx="35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16DB296-DB27-3AD7-4E21-8850BB493F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2869" y="602140"/>
                  <a:ext cx="4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7109A4-AF02-4B6C-C4FB-568F301BACBA}"/>
                    </a:ext>
                  </a:extLst>
                </p14:cNvPr>
                <p14:cNvContentPartPr/>
                <p14:nvPr/>
              </p14:nvContentPartPr>
              <p14:xfrm>
                <a:off x="6016629" y="617980"/>
                <a:ext cx="21240" cy="18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7109A4-AF02-4B6C-C4FB-568F301BAC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0611" y="611848"/>
                  <a:ext cx="33276" cy="19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ADDB88-8963-A2DF-D9C9-7ABEE3FB1002}"/>
                    </a:ext>
                  </a:extLst>
                </p14:cNvPr>
                <p14:cNvContentPartPr/>
                <p14:nvPr/>
              </p14:nvContentPartPr>
              <p14:xfrm>
                <a:off x="6030669" y="630940"/>
                <a:ext cx="118800" cy="12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ADDB88-8963-A2DF-D9C9-7ABEE3FB10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4549" y="624820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5F9B5A-19BA-4592-5612-7AB77A601E44}"/>
                    </a:ext>
                  </a:extLst>
                </p14:cNvPr>
                <p14:cNvContentPartPr/>
                <p14:nvPr/>
              </p14:nvContentPartPr>
              <p14:xfrm>
                <a:off x="6124269" y="602500"/>
                <a:ext cx="28080" cy="15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5F9B5A-19BA-4592-5612-7AB77A601E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8149" y="596380"/>
                  <a:ext cx="4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31EBDC-5FF4-3C36-6399-46FF69F52181}"/>
                    </a:ext>
                  </a:extLst>
                </p14:cNvPr>
                <p14:cNvContentPartPr/>
                <p14:nvPr/>
              </p14:nvContentPartPr>
              <p14:xfrm>
                <a:off x="6187269" y="571540"/>
                <a:ext cx="140400" cy="30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31EBDC-5FF4-3C36-6399-46FF69F521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1149" y="565420"/>
                  <a:ext cx="1526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43454A-9798-D796-FD58-6E37D179278C}"/>
              </a:ext>
            </a:extLst>
          </p:cNvPr>
          <p:cNvGrpSpPr/>
          <p:nvPr/>
        </p:nvGrpSpPr>
        <p:grpSpPr>
          <a:xfrm>
            <a:off x="742989" y="419980"/>
            <a:ext cx="3239640" cy="639000"/>
            <a:chOff x="742989" y="419980"/>
            <a:chExt cx="323964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695857-BAFB-CADE-A18A-0D0CCD3629E0}"/>
                    </a:ext>
                  </a:extLst>
                </p14:cNvPr>
                <p14:cNvContentPartPr/>
                <p14:nvPr/>
              </p14:nvContentPartPr>
              <p14:xfrm>
                <a:off x="742989" y="419980"/>
                <a:ext cx="250920" cy="51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695857-BAFB-CADE-A18A-0D0CCD3629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869" y="413856"/>
                  <a:ext cx="263160" cy="5234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8BC539A-8522-27AE-E7D7-F57008E15F82}"/>
                    </a:ext>
                  </a:extLst>
                </p14:cNvPr>
                <p14:cNvContentPartPr/>
                <p14:nvPr/>
              </p14:nvContentPartPr>
              <p14:xfrm>
                <a:off x="1115949" y="693940"/>
                <a:ext cx="30600" cy="26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8BC539A-8522-27AE-E7D7-F57008E15F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829" y="687820"/>
                  <a:ext cx="4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DEE0D3-CEA9-67D2-5232-89CF08B23E21}"/>
                    </a:ext>
                  </a:extLst>
                </p14:cNvPr>
                <p14:cNvContentPartPr/>
                <p14:nvPr/>
              </p14:nvContentPartPr>
              <p14:xfrm>
                <a:off x="1244469" y="702940"/>
                <a:ext cx="204840" cy="356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DEE0D3-CEA9-67D2-5232-89CF08B23E2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8349" y="696814"/>
                  <a:ext cx="217080" cy="368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14C067-D4BD-F16D-0100-78EE959439C8}"/>
                    </a:ext>
                  </a:extLst>
                </p14:cNvPr>
                <p14:cNvContentPartPr/>
                <p14:nvPr/>
              </p14:nvContentPartPr>
              <p14:xfrm>
                <a:off x="1540749" y="683860"/>
                <a:ext cx="166680" cy="27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14C067-D4BD-F16D-0100-78EE959439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4629" y="677740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F18634A-4159-4965-056F-4B9F8B6AF9AE}"/>
                    </a:ext>
                  </a:extLst>
                </p14:cNvPr>
                <p14:cNvContentPartPr/>
                <p14:nvPr/>
              </p14:nvContentPartPr>
              <p14:xfrm>
                <a:off x="1810029" y="718060"/>
                <a:ext cx="30168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F18634A-4159-4965-056F-4B9F8B6AF9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3902" y="711940"/>
                  <a:ext cx="313935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752E41-D71C-13EB-44CA-01542E5EAF6C}"/>
                    </a:ext>
                  </a:extLst>
                </p14:cNvPr>
                <p14:cNvContentPartPr/>
                <p14:nvPr/>
              </p14:nvContentPartPr>
              <p14:xfrm>
                <a:off x="2436429" y="500620"/>
                <a:ext cx="16524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752E41-D71C-13EB-44CA-01542E5EAF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0309" y="494500"/>
                  <a:ext cx="177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C1544E-83B8-EF8B-25F9-D662C9B29098}"/>
                    </a:ext>
                  </a:extLst>
                </p14:cNvPr>
                <p14:cNvContentPartPr/>
                <p14:nvPr/>
              </p14:nvContentPartPr>
              <p14:xfrm>
                <a:off x="2645949" y="724180"/>
                <a:ext cx="2005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C1544E-83B8-EF8B-25F9-D662C9B2909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39829" y="718047"/>
                  <a:ext cx="212760" cy="181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B53617E-B37D-0201-0811-21B895604AE2}"/>
                    </a:ext>
                  </a:extLst>
                </p14:cNvPr>
                <p14:cNvContentPartPr/>
                <p14:nvPr/>
              </p14:nvContentPartPr>
              <p14:xfrm>
                <a:off x="2965629" y="675580"/>
                <a:ext cx="172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B53617E-B37D-0201-0811-21B895604A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509" y="669468"/>
                  <a:ext cx="184320" cy="286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7A20BA0-7242-BF1A-04D7-AF227C2AC9B8}"/>
                    </a:ext>
                  </a:extLst>
                </p14:cNvPr>
                <p14:cNvContentPartPr/>
                <p14:nvPr/>
              </p14:nvContentPartPr>
              <p14:xfrm>
                <a:off x="3170109" y="719140"/>
                <a:ext cx="3636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7A20BA0-7242-BF1A-04D7-AF227C2AC9B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989" y="713020"/>
                  <a:ext cx="4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E55926-EB24-60B0-4635-FDFF3439AEA8}"/>
                    </a:ext>
                  </a:extLst>
                </p14:cNvPr>
                <p14:cNvContentPartPr/>
                <p14:nvPr/>
              </p14:nvContentPartPr>
              <p14:xfrm>
                <a:off x="3283149" y="720220"/>
                <a:ext cx="85320" cy="16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E55926-EB24-60B0-4635-FDFF3439AE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7003" y="714113"/>
                  <a:ext cx="97612" cy="180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7EC91FA-60E0-B18C-EE36-2DA0BF99D345}"/>
                    </a:ext>
                  </a:extLst>
                </p14:cNvPr>
                <p14:cNvContentPartPr/>
                <p14:nvPr/>
              </p14:nvContentPartPr>
              <p14:xfrm>
                <a:off x="3730989" y="502060"/>
                <a:ext cx="48600" cy="38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7EC91FA-60E0-B18C-EE36-2DA0BF99D3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4869" y="495940"/>
                  <a:ext cx="608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7929741-B89D-1230-1385-B05400A115A5}"/>
                    </a:ext>
                  </a:extLst>
                </p14:cNvPr>
                <p14:cNvContentPartPr/>
                <p14:nvPr/>
              </p14:nvContentPartPr>
              <p14:xfrm>
                <a:off x="3826389" y="671980"/>
                <a:ext cx="327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7929741-B89D-1230-1385-B05400A115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0269" y="665860"/>
                  <a:ext cx="45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D75A9A7-E7D7-5A07-A8AD-A851243413DE}"/>
                    </a:ext>
                  </a:extLst>
                </p14:cNvPr>
                <p14:cNvContentPartPr/>
                <p14:nvPr/>
              </p14:nvContentPartPr>
              <p14:xfrm>
                <a:off x="3830709" y="683860"/>
                <a:ext cx="15192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D75A9A7-E7D7-5A07-A8AD-A851243413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4589" y="677740"/>
                  <a:ext cx="1641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424BD75-7822-0F23-25C5-8BD8C8F0704B}"/>
              </a:ext>
            </a:extLst>
          </p:cNvPr>
          <p:cNvGrpSpPr/>
          <p:nvPr/>
        </p:nvGrpSpPr>
        <p:grpSpPr>
          <a:xfrm>
            <a:off x="479469" y="2274700"/>
            <a:ext cx="208440" cy="483120"/>
            <a:chOff x="479469" y="2274700"/>
            <a:chExt cx="20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AFA46B0-6010-F9A1-13CE-D4B6A8113AB7}"/>
                    </a:ext>
                  </a:extLst>
                </p14:cNvPr>
                <p14:cNvContentPartPr/>
                <p14:nvPr/>
              </p14:nvContentPartPr>
              <p14:xfrm>
                <a:off x="605469" y="2352460"/>
                <a:ext cx="82440" cy="40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AFA46B0-6010-F9A1-13CE-D4B6A8113A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349" y="2346340"/>
                  <a:ext cx="94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7EE531-E66D-C32A-19AD-A7E49B4C2501}"/>
                    </a:ext>
                  </a:extLst>
                </p14:cNvPr>
                <p14:cNvContentPartPr/>
                <p14:nvPr/>
              </p14:nvContentPartPr>
              <p14:xfrm>
                <a:off x="479469" y="2274700"/>
                <a:ext cx="78480" cy="6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7EE531-E66D-C32A-19AD-A7E49B4C25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49" y="2268580"/>
                  <a:ext cx="907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20FBA0A-59F7-CFB9-DF84-9646A27A47ED}"/>
              </a:ext>
            </a:extLst>
          </p:cNvPr>
          <p:cNvGrpSpPr/>
          <p:nvPr/>
        </p:nvGrpSpPr>
        <p:grpSpPr>
          <a:xfrm>
            <a:off x="4238589" y="582340"/>
            <a:ext cx="291240" cy="281520"/>
            <a:chOff x="4238589" y="582340"/>
            <a:chExt cx="2912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E3A1A8-C2F8-3AD6-4C2B-7DFB1C825A97}"/>
                    </a:ext>
                  </a:extLst>
                </p14:cNvPr>
                <p14:cNvContentPartPr/>
                <p14:nvPr/>
              </p14:nvContentPartPr>
              <p14:xfrm>
                <a:off x="4238589" y="692860"/>
                <a:ext cx="291240" cy="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E3A1A8-C2F8-3AD6-4C2B-7DFB1C825A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32469" y="686893"/>
                  <a:ext cx="303480" cy="25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3D582D0-C00B-0809-4A15-F587FD9287F9}"/>
                    </a:ext>
                  </a:extLst>
                </p14:cNvPr>
                <p14:cNvContentPartPr/>
                <p14:nvPr/>
              </p14:nvContentPartPr>
              <p14:xfrm>
                <a:off x="4381509" y="582340"/>
                <a:ext cx="10800" cy="28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3D582D0-C00B-0809-4A15-F587FD9287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75586" y="576220"/>
                  <a:ext cx="22645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45DB0AE-D6C5-4FF5-20CA-9CD462CE2619}"/>
              </a:ext>
            </a:extLst>
          </p:cNvPr>
          <p:cNvGrpSpPr/>
          <p:nvPr/>
        </p:nvGrpSpPr>
        <p:grpSpPr>
          <a:xfrm>
            <a:off x="857109" y="2333740"/>
            <a:ext cx="298800" cy="354240"/>
            <a:chOff x="857109" y="2333740"/>
            <a:chExt cx="29880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F492DE-F185-019C-357C-EBC88C56FE0E}"/>
                    </a:ext>
                  </a:extLst>
                </p14:cNvPr>
                <p14:cNvContentPartPr/>
                <p14:nvPr/>
              </p14:nvContentPartPr>
              <p14:xfrm>
                <a:off x="857109" y="2333740"/>
                <a:ext cx="298800" cy="354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F492DE-F185-019C-357C-EBC88C56FE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989" y="2327626"/>
                  <a:ext cx="311040" cy="3664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B36F29-3D3A-1ED3-07D8-838A304A85B3}"/>
                    </a:ext>
                  </a:extLst>
                </p14:cNvPr>
                <p14:cNvContentPartPr/>
                <p14:nvPr/>
              </p14:nvContentPartPr>
              <p14:xfrm>
                <a:off x="965829" y="2533540"/>
                <a:ext cx="128520" cy="23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B36F29-3D3A-1ED3-07D8-838A304A85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9726" y="2527420"/>
                  <a:ext cx="140726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88E2FC-253D-85CE-FBD6-77CB1B6B7F40}"/>
                    </a:ext>
                  </a:extLst>
                </p14:cNvPr>
                <p14:cNvContentPartPr/>
                <p14:nvPr/>
              </p14:nvContentPartPr>
              <p14:xfrm>
                <a:off x="939909" y="2487820"/>
                <a:ext cx="58320" cy="9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88E2FC-253D-85CE-FBD6-77CB1B6B7F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3789" y="2481700"/>
                  <a:ext cx="705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BA37D0-0FF8-07FB-4A71-25BC585F57E5}"/>
              </a:ext>
            </a:extLst>
          </p:cNvPr>
          <p:cNvGrpSpPr/>
          <p:nvPr/>
        </p:nvGrpSpPr>
        <p:grpSpPr>
          <a:xfrm>
            <a:off x="1684749" y="2319700"/>
            <a:ext cx="292320" cy="348840"/>
            <a:chOff x="1684749" y="2319700"/>
            <a:chExt cx="29232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8593CB-96F2-A951-9A9A-4A8B4C58AF05}"/>
                    </a:ext>
                  </a:extLst>
                </p14:cNvPr>
                <p14:cNvContentPartPr/>
                <p14:nvPr/>
              </p14:nvContentPartPr>
              <p14:xfrm>
                <a:off x="1684749" y="2319700"/>
                <a:ext cx="2923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8593CB-96F2-A951-9A9A-4A8B4C58AF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78629" y="2313580"/>
                  <a:ext cx="304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C3FEC7-73C0-34C1-5096-D9B6DF8B3B15}"/>
                    </a:ext>
                  </a:extLst>
                </p14:cNvPr>
                <p14:cNvContentPartPr/>
                <p14:nvPr/>
              </p14:nvContentPartPr>
              <p14:xfrm>
                <a:off x="1773669" y="2505820"/>
                <a:ext cx="15804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C3FEC7-73C0-34C1-5096-D9B6DF8B3B1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67563" y="2499700"/>
                  <a:ext cx="170252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0A176C-480D-4D65-12F2-ACC8DD00392C}"/>
                    </a:ext>
                  </a:extLst>
                </p14:cNvPr>
                <p14:cNvContentPartPr/>
                <p14:nvPr/>
              </p14:nvContentPartPr>
              <p14:xfrm>
                <a:off x="1881309" y="2452540"/>
                <a:ext cx="45360" cy="96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0A176C-480D-4D65-12F2-ACC8DD00392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75189" y="2446397"/>
                  <a:ext cx="57600" cy="10912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3B99840-E3C8-40A9-9BE4-86A6A8CB565C}"/>
                  </a:ext>
                </a:extLst>
              </p14:cNvPr>
              <p14:cNvContentPartPr/>
              <p14:nvPr/>
            </p14:nvContentPartPr>
            <p14:xfrm>
              <a:off x="8526186" y="1947079"/>
              <a:ext cx="95635" cy="3377782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3B99840-E3C8-40A9-9BE4-86A6A8CB565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20051" y="1940959"/>
                <a:ext cx="107905" cy="3390023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EE71526-CD53-EFF3-2413-676459EEA9E8}"/>
              </a:ext>
            </a:extLst>
          </p:cNvPr>
          <p:cNvGrpSpPr/>
          <p:nvPr/>
        </p:nvGrpSpPr>
        <p:grpSpPr>
          <a:xfrm>
            <a:off x="5472038" y="1943846"/>
            <a:ext cx="5003280" cy="3498120"/>
            <a:chOff x="4137069" y="1908220"/>
            <a:chExt cx="5003280" cy="34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AF7ABC-D1A0-AA22-712D-BB25136A561E}"/>
                    </a:ext>
                  </a:extLst>
                </p14:cNvPr>
                <p14:cNvContentPartPr/>
                <p14:nvPr/>
              </p14:nvContentPartPr>
              <p14:xfrm>
                <a:off x="5723949" y="1908220"/>
                <a:ext cx="136800" cy="3498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AF7ABC-D1A0-AA22-712D-BB25136A56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17829" y="1902099"/>
                  <a:ext cx="149040" cy="35103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2A09CFC-A8FD-EA93-BE71-2C882132FB1B}"/>
                    </a:ext>
                  </a:extLst>
                </p14:cNvPr>
                <p14:cNvContentPartPr/>
                <p14:nvPr/>
              </p14:nvContentPartPr>
              <p14:xfrm>
                <a:off x="4137069" y="3094780"/>
                <a:ext cx="5003280" cy="6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2A09CFC-A8FD-EA93-BE71-2C882132FB1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30949" y="3088660"/>
                  <a:ext cx="501552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B94A9F8-7357-A9AD-CCEB-5C6C9B839B87}"/>
                  </a:ext>
                </a:extLst>
              </p14:cNvPr>
              <p14:cNvContentPartPr/>
              <p14:nvPr/>
            </p14:nvContentPartPr>
            <p14:xfrm>
              <a:off x="5721158" y="4354046"/>
              <a:ext cx="4795200" cy="871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B94A9F8-7357-A9AD-CCEB-5C6C9B839B8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15038" y="4347926"/>
                <a:ext cx="4807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05E9C52-B164-81EA-C1E6-39AB1B91D360}"/>
              </a:ext>
            </a:extLst>
          </p:cNvPr>
          <p:cNvGrpSpPr/>
          <p:nvPr/>
        </p:nvGrpSpPr>
        <p:grpSpPr>
          <a:xfrm>
            <a:off x="7242518" y="5162628"/>
            <a:ext cx="1715760" cy="604080"/>
            <a:chOff x="7775949" y="5141380"/>
            <a:chExt cx="171576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AFA351-E3E1-B509-7345-947CEDC786B3}"/>
                    </a:ext>
                  </a:extLst>
                </p14:cNvPr>
                <p14:cNvContentPartPr/>
                <p14:nvPr/>
              </p14:nvContentPartPr>
              <p14:xfrm>
                <a:off x="7810869" y="5172340"/>
                <a:ext cx="16920" cy="365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AFA351-E3E1-B509-7345-947CEDC786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04749" y="5166220"/>
                  <a:ext cx="29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A3E7813-756C-E5BE-B9BA-29BD2B0572DB}"/>
                    </a:ext>
                  </a:extLst>
                </p14:cNvPr>
                <p14:cNvContentPartPr/>
                <p14:nvPr/>
              </p14:nvContentPartPr>
              <p14:xfrm>
                <a:off x="7775949" y="5180260"/>
                <a:ext cx="460440" cy="565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A3E7813-756C-E5BE-B9BA-29BD2B0572D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69829" y="5174140"/>
                  <a:ext cx="472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83E9EE3-DA05-744A-CC3C-2B9C01F5E84D}"/>
                    </a:ext>
                  </a:extLst>
                </p14:cNvPr>
                <p14:cNvContentPartPr/>
                <p14:nvPr/>
              </p14:nvContentPartPr>
              <p14:xfrm>
                <a:off x="8239989" y="5386540"/>
                <a:ext cx="43920" cy="11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83E9EE3-DA05-744A-CC3C-2B9C01F5E8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3869" y="5380420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68FB5E-1B72-312F-7B66-521E237E3DCC}"/>
                    </a:ext>
                  </a:extLst>
                </p14:cNvPr>
                <p14:cNvContentPartPr/>
                <p14:nvPr/>
              </p14:nvContentPartPr>
              <p14:xfrm>
                <a:off x="8340429" y="5380060"/>
                <a:ext cx="86040" cy="10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68FB5E-1B72-312F-7B66-521E237E3D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34283" y="5373962"/>
                  <a:ext cx="98331" cy="112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D9E482B-09A0-A823-661A-D72E936897FC}"/>
                    </a:ext>
                  </a:extLst>
                </p14:cNvPr>
                <p14:cNvContentPartPr/>
                <p14:nvPr/>
              </p14:nvContentPartPr>
              <p14:xfrm>
                <a:off x="8459589" y="5399500"/>
                <a:ext cx="58680" cy="114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D9E482B-09A0-A823-661A-D72E936897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53469" y="5393380"/>
                  <a:ext cx="70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CE5104A-1D0B-6D7E-0510-24C7220830D6}"/>
                    </a:ext>
                  </a:extLst>
                </p14:cNvPr>
                <p14:cNvContentPartPr/>
                <p14:nvPr/>
              </p14:nvContentPartPr>
              <p14:xfrm>
                <a:off x="8583069" y="5400940"/>
                <a:ext cx="37440" cy="113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CE5104A-1D0B-6D7E-0510-24C7220830D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76890" y="5394820"/>
                  <a:ext cx="49799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2DDFFE2-29F4-8F52-CFA1-2988AC13347A}"/>
                    </a:ext>
                  </a:extLst>
                </p14:cNvPr>
                <p14:cNvContentPartPr/>
                <p14:nvPr/>
              </p14:nvContentPartPr>
              <p14:xfrm>
                <a:off x="8642469" y="5385100"/>
                <a:ext cx="129600" cy="136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2DDFFE2-29F4-8F52-CFA1-2988AC13347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36349" y="5378980"/>
                  <a:ext cx="14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20517F1-723A-0C2C-827A-4B4766979028}"/>
                    </a:ext>
                  </a:extLst>
                </p14:cNvPr>
                <p14:cNvContentPartPr/>
                <p14:nvPr/>
              </p14:nvContentPartPr>
              <p14:xfrm>
                <a:off x="8948469" y="5251540"/>
                <a:ext cx="13680" cy="248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20517F1-723A-0C2C-827A-4B476697902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42349" y="5245420"/>
                  <a:ext cx="25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BCDDD8-3833-4CB7-8EAD-AC8E3DD0A641}"/>
                    </a:ext>
                  </a:extLst>
                </p14:cNvPr>
                <p14:cNvContentPartPr/>
                <p14:nvPr/>
              </p14:nvContentPartPr>
              <p14:xfrm>
                <a:off x="8923629" y="5214100"/>
                <a:ext cx="289440" cy="268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BCDDD8-3833-4CB7-8EAD-AC8E3DD0A6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17509" y="5207980"/>
                  <a:ext cx="301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E13FFD7-D023-05BE-9972-7AF69B499BDF}"/>
                    </a:ext>
                  </a:extLst>
                </p14:cNvPr>
                <p14:cNvContentPartPr/>
                <p14:nvPr/>
              </p14:nvContentPartPr>
              <p14:xfrm>
                <a:off x="9229269" y="5141380"/>
                <a:ext cx="262440" cy="353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E13FFD7-D023-05BE-9972-7AF69B499BD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23149" y="5135260"/>
                  <a:ext cx="2746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A3BC705-B7AD-33FF-5D68-65B96A30EEC5}"/>
              </a:ext>
            </a:extLst>
          </p:cNvPr>
          <p:cNvGrpSpPr/>
          <p:nvPr/>
        </p:nvGrpSpPr>
        <p:grpSpPr>
          <a:xfrm>
            <a:off x="7341518" y="3988646"/>
            <a:ext cx="83520" cy="581400"/>
            <a:chOff x="6006549" y="3953020"/>
            <a:chExt cx="83520" cy="5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14C0F08-B16C-5B70-93A9-6CF5C4DD1D3A}"/>
                    </a:ext>
                  </a:extLst>
                </p14:cNvPr>
                <p14:cNvContentPartPr/>
                <p14:nvPr/>
              </p14:nvContentPartPr>
              <p14:xfrm>
                <a:off x="6061269" y="4022140"/>
                <a:ext cx="15480" cy="512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14C0F08-B16C-5B70-93A9-6CF5C4DD1D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55149" y="4016020"/>
                  <a:ext cx="277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F05187B-0F42-7979-B062-93DD5861E000}"/>
                    </a:ext>
                  </a:extLst>
                </p14:cNvPr>
                <p14:cNvContentPartPr/>
                <p14:nvPr/>
              </p14:nvContentPartPr>
              <p14:xfrm>
                <a:off x="6006549" y="3953020"/>
                <a:ext cx="83520" cy="125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F05187B-0F42-7979-B062-93DD5861E0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00429" y="3946900"/>
                  <a:ext cx="95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7338273-75B2-EB4B-8B82-4F3D11B75D02}"/>
              </a:ext>
            </a:extLst>
          </p:cNvPr>
          <p:cNvGrpSpPr/>
          <p:nvPr/>
        </p:nvGrpSpPr>
        <p:grpSpPr>
          <a:xfrm>
            <a:off x="6949118" y="3004046"/>
            <a:ext cx="408240" cy="279720"/>
            <a:chOff x="5614149" y="2968420"/>
            <a:chExt cx="40824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54018B2-268D-7F57-86BF-A92B7B43895A}"/>
                    </a:ext>
                  </a:extLst>
                </p14:cNvPr>
                <p14:cNvContentPartPr/>
                <p14:nvPr/>
              </p14:nvContentPartPr>
              <p14:xfrm>
                <a:off x="5614149" y="3020980"/>
                <a:ext cx="359280" cy="227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54018B2-268D-7F57-86BF-A92B7B4389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08029" y="3014860"/>
                  <a:ext cx="37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CC0BD62-107E-D49B-16E3-DED6A78775EA}"/>
                    </a:ext>
                  </a:extLst>
                </p14:cNvPr>
                <p14:cNvContentPartPr/>
                <p14:nvPr/>
              </p14:nvContentPartPr>
              <p14:xfrm>
                <a:off x="5891349" y="2968420"/>
                <a:ext cx="131040" cy="7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CC0BD62-107E-D49B-16E3-DED6A78775E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85229" y="2962330"/>
                  <a:ext cx="143280" cy="856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8DEE7FB-FA66-CDE5-AA9B-5E7B0C7D54E6}"/>
              </a:ext>
            </a:extLst>
          </p:cNvPr>
          <p:cNvGrpSpPr/>
          <p:nvPr/>
        </p:nvGrpSpPr>
        <p:grpSpPr>
          <a:xfrm>
            <a:off x="6942278" y="3543326"/>
            <a:ext cx="527400" cy="240480"/>
            <a:chOff x="5607309" y="3507700"/>
            <a:chExt cx="5274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7BFF838-01F4-BBBE-6C95-AF4EBAA0A8F4}"/>
                    </a:ext>
                  </a:extLst>
                </p14:cNvPr>
                <p14:cNvContentPartPr/>
                <p14:nvPr/>
              </p14:nvContentPartPr>
              <p14:xfrm>
                <a:off x="5607309" y="3507700"/>
                <a:ext cx="460080" cy="222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7BFF838-01F4-BBBE-6C95-AF4EBAA0A8F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98309" y="3498700"/>
                  <a:ext cx="477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F44E9C9-E4F6-A7D9-7BDB-EDD19495BDA9}"/>
                    </a:ext>
                  </a:extLst>
                </p14:cNvPr>
                <p14:cNvContentPartPr/>
                <p14:nvPr/>
              </p14:nvContentPartPr>
              <p14:xfrm>
                <a:off x="6002229" y="3674020"/>
                <a:ext cx="132480" cy="74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F44E9C9-E4F6-A7D9-7BDB-EDD19495BDA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93253" y="3665020"/>
                  <a:ext cx="150072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D618383-193A-4F76-3490-0D5F8D178F3B}"/>
              </a:ext>
            </a:extLst>
          </p:cNvPr>
          <p:cNvGrpSpPr/>
          <p:nvPr/>
        </p:nvGrpSpPr>
        <p:grpSpPr>
          <a:xfrm>
            <a:off x="8373998" y="3014486"/>
            <a:ext cx="249840" cy="365760"/>
            <a:chOff x="7039029" y="2978860"/>
            <a:chExt cx="2498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55B37A-AA1C-AF3E-5FD3-504D2E39EE0D}"/>
                    </a:ext>
                  </a:extLst>
                </p14:cNvPr>
                <p14:cNvContentPartPr/>
                <p14:nvPr/>
              </p14:nvContentPartPr>
              <p14:xfrm>
                <a:off x="7039029" y="2978860"/>
                <a:ext cx="13680" cy="271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55B37A-AA1C-AF3E-5FD3-504D2E39EE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2909" y="2972732"/>
                  <a:ext cx="25920" cy="284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10C4927-067D-0F6F-C7EE-20E4152E90C4}"/>
                    </a:ext>
                  </a:extLst>
                </p14:cNvPr>
                <p14:cNvContentPartPr/>
                <p14:nvPr/>
              </p14:nvContentPartPr>
              <p14:xfrm>
                <a:off x="7060989" y="3235540"/>
                <a:ext cx="204120" cy="16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10C4927-067D-0F6F-C7EE-20E4152E90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54869" y="3229420"/>
                  <a:ext cx="216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4AE1D05-0ED1-877A-8FBD-DDE79031AD36}"/>
                    </a:ext>
                  </a:extLst>
                </p14:cNvPr>
                <p14:cNvContentPartPr/>
                <p14:nvPr/>
              </p14:nvContentPartPr>
              <p14:xfrm>
                <a:off x="7203549" y="3168580"/>
                <a:ext cx="85320" cy="176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4AE1D05-0ED1-877A-8FBD-DDE79031AD3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97429" y="3162460"/>
                  <a:ext cx="975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59C845C-47E8-C446-0281-8DBE8BB94BA5}"/>
              </a:ext>
            </a:extLst>
          </p:cNvPr>
          <p:cNvGrpSpPr/>
          <p:nvPr/>
        </p:nvGrpSpPr>
        <p:grpSpPr>
          <a:xfrm>
            <a:off x="8316038" y="3697396"/>
            <a:ext cx="561960" cy="510490"/>
            <a:chOff x="6981069" y="3661770"/>
            <a:chExt cx="561960" cy="51049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6C559B-68E4-FDAF-5CC3-6DD3B29CB2FF}"/>
                    </a:ext>
                  </a:extLst>
                </p14:cNvPr>
                <p14:cNvContentPartPr/>
                <p14:nvPr/>
              </p14:nvContentPartPr>
              <p14:xfrm>
                <a:off x="7117149" y="4094500"/>
                <a:ext cx="365040" cy="1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6C559B-68E4-FDAF-5CC3-6DD3B29CB2F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08149" y="4085500"/>
                  <a:ext cx="38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F273F87-4D27-D595-1DEF-890116824017}"/>
                    </a:ext>
                  </a:extLst>
                </p14:cNvPr>
                <p14:cNvContentPartPr/>
                <p14:nvPr/>
              </p14:nvContentPartPr>
              <p14:xfrm>
                <a:off x="6981069" y="4024660"/>
                <a:ext cx="163800" cy="147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F273F87-4D27-D595-1DEF-8901168240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72069" y="4015660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1915D5-8F77-3B15-8E2D-02AF01441C48}"/>
                    </a:ext>
                  </a:extLst>
                </p14:cNvPr>
                <p14:cNvContentPartPr/>
                <p14:nvPr/>
              </p14:nvContentPartPr>
              <p14:xfrm>
                <a:off x="7109949" y="3914850"/>
                <a:ext cx="433080" cy="12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1915D5-8F77-3B15-8E2D-02AF01441C4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00949" y="3905850"/>
                  <a:ext cx="450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D68E39D-1E50-A2BE-07DC-35128079FA8B}"/>
                    </a:ext>
                  </a:extLst>
                </p14:cNvPr>
                <p14:cNvContentPartPr/>
                <p14:nvPr/>
              </p14:nvContentPartPr>
              <p14:xfrm>
                <a:off x="7071789" y="3755370"/>
                <a:ext cx="18360" cy="203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D68E39D-1E50-A2BE-07DC-35128079FA8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62962" y="3746370"/>
                  <a:ext cx="35661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6552DBF-16A9-5C91-A7B3-9ADE58379A69}"/>
                    </a:ext>
                  </a:extLst>
                </p14:cNvPr>
                <p14:cNvContentPartPr/>
                <p14:nvPr/>
              </p14:nvContentPartPr>
              <p14:xfrm>
                <a:off x="7033269" y="3661770"/>
                <a:ext cx="110160" cy="105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6552DBF-16A9-5C91-A7B3-9ADE58379A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24298" y="3652770"/>
                  <a:ext cx="127743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331C9CA-E0EC-52C5-1111-02563F03D36B}"/>
              </a:ext>
            </a:extLst>
          </p:cNvPr>
          <p:cNvGrpSpPr/>
          <p:nvPr/>
        </p:nvGrpSpPr>
        <p:grpSpPr>
          <a:xfrm>
            <a:off x="8317118" y="4253236"/>
            <a:ext cx="536040" cy="308880"/>
            <a:chOff x="6982149" y="4217610"/>
            <a:chExt cx="5360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48694B-438D-3084-3695-09A2CD7A1ADE}"/>
                    </a:ext>
                  </a:extLst>
                </p14:cNvPr>
                <p14:cNvContentPartPr/>
                <p14:nvPr/>
              </p14:nvContentPartPr>
              <p14:xfrm>
                <a:off x="7049469" y="4217610"/>
                <a:ext cx="468720" cy="27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48694B-438D-3084-3695-09A2CD7A1AD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43349" y="4211490"/>
                  <a:ext cx="480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94509E4-1E58-01F7-725F-8FA81825680B}"/>
                    </a:ext>
                  </a:extLst>
                </p14:cNvPr>
                <p14:cNvContentPartPr/>
                <p14:nvPr/>
              </p14:nvContentPartPr>
              <p14:xfrm>
                <a:off x="7025709" y="4254690"/>
                <a:ext cx="31320" cy="271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94509E4-1E58-01F7-725F-8FA81825680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19589" y="4248570"/>
                  <a:ext cx="43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9249034-A6B4-6904-9CDD-1CA1454F733D}"/>
                    </a:ext>
                  </a:extLst>
                </p14:cNvPr>
                <p14:cNvContentPartPr/>
                <p14:nvPr/>
              </p14:nvContentPartPr>
              <p14:xfrm>
                <a:off x="6982149" y="4456290"/>
                <a:ext cx="93240" cy="58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9249034-A6B4-6904-9CDD-1CA1454F733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76029" y="4450170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A535066-F39C-138E-DDE8-62846895A1EC}"/>
              </a:ext>
            </a:extLst>
          </p:cNvPr>
          <p:cNvGrpSpPr/>
          <p:nvPr/>
        </p:nvGrpSpPr>
        <p:grpSpPr>
          <a:xfrm>
            <a:off x="7850558" y="2945716"/>
            <a:ext cx="185040" cy="429840"/>
            <a:chOff x="6515589" y="2910090"/>
            <a:chExt cx="185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E33F13A-D50F-1B61-E70C-BF79D90C50B7}"/>
                    </a:ext>
                  </a:extLst>
                </p14:cNvPr>
                <p14:cNvContentPartPr/>
                <p14:nvPr/>
              </p14:nvContentPartPr>
              <p14:xfrm>
                <a:off x="6574989" y="2910090"/>
                <a:ext cx="125640" cy="407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E33F13A-D50F-1B61-E70C-BF79D90C50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65989" y="2901082"/>
                  <a:ext cx="143280" cy="4255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2DCFB65-7D9D-E280-EC4E-ECB558A664EE}"/>
                    </a:ext>
                  </a:extLst>
                </p14:cNvPr>
                <p14:cNvContentPartPr/>
                <p14:nvPr/>
              </p14:nvContentPartPr>
              <p14:xfrm>
                <a:off x="6515589" y="3243810"/>
                <a:ext cx="72360" cy="96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DCFB65-7D9D-E280-EC4E-ECB558A664E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06589" y="3234810"/>
                  <a:ext cx="9000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28055E8-3B25-9A00-C09A-AA26D6ADB916}"/>
              </a:ext>
            </a:extLst>
          </p:cNvPr>
          <p:cNvGrpSpPr/>
          <p:nvPr/>
        </p:nvGrpSpPr>
        <p:grpSpPr>
          <a:xfrm>
            <a:off x="5439549" y="3635970"/>
            <a:ext cx="366120" cy="586440"/>
            <a:chOff x="3421749" y="3805050"/>
            <a:chExt cx="36612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7E5C34-5868-D111-9477-ACA64591836D}"/>
                    </a:ext>
                  </a:extLst>
                </p14:cNvPr>
                <p14:cNvContentPartPr/>
                <p14:nvPr/>
              </p14:nvContentPartPr>
              <p14:xfrm>
                <a:off x="3421749" y="3805050"/>
                <a:ext cx="336600" cy="586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7E5C34-5868-D111-9477-ACA64591836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15636" y="3798934"/>
                  <a:ext cx="348827" cy="598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D79C31A-38A3-056C-70D8-96F18D48DF51}"/>
                    </a:ext>
                  </a:extLst>
                </p14:cNvPr>
                <p14:cNvContentPartPr/>
                <p14:nvPr/>
              </p14:nvContentPartPr>
              <p14:xfrm>
                <a:off x="3691389" y="3870570"/>
                <a:ext cx="96480" cy="81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D79C31A-38A3-056C-70D8-96F18D48DF5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85269" y="3864477"/>
                  <a:ext cx="108720" cy="9390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8BC2053-EAC9-E8B4-40B7-BA3A3FA53617}"/>
              </a:ext>
            </a:extLst>
          </p:cNvPr>
          <p:cNvGrpSpPr/>
          <p:nvPr/>
        </p:nvGrpSpPr>
        <p:grpSpPr>
          <a:xfrm>
            <a:off x="7294358" y="1629556"/>
            <a:ext cx="968040" cy="741240"/>
            <a:chOff x="5959389" y="1593930"/>
            <a:chExt cx="96804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C211626-B74D-E8CD-8ABF-9F5E00752031}"/>
                    </a:ext>
                  </a:extLst>
                </p14:cNvPr>
                <p14:cNvContentPartPr/>
                <p14:nvPr/>
              </p14:nvContentPartPr>
              <p14:xfrm>
                <a:off x="5959389" y="1717410"/>
                <a:ext cx="390240" cy="617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C211626-B74D-E8CD-8ABF-9F5E0075203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53275" y="1711290"/>
                  <a:ext cx="402469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2CC75D4-124A-E61E-A963-EE79E23A1B64}"/>
                    </a:ext>
                  </a:extLst>
                </p14:cNvPr>
                <p14:cNvContentPartPr/>
                <p14:nvPr/>
              </p14:nvContentPartPr>
              <p14:xfrm>
                <a:off x="6294189" y="1888770"/>
                <a:ext cx="100080" cy="50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2CC75D4-124A-E61E-A963-EE79E23A1B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88069" y="1882606"/>
                  <a:ext cx="112320" cy="62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26B7F5F-494F-74B3-7D46-CDCFC0D7D453}"/>
                    </a:ext>
                  </a:extLst>
                </p14:cNvPr>
                <p14:cNvContentPartPr/>
                <p14:nvPr/>
              </p14:nvContentPartPr>
              <p14:xfrm>
                <a:off x="6415149" y="2002530"/>
                <a:ext cx="5040" cy="10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26B7F5F-494F-74B3-7D46-CDCFC0D7D45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09437" y="1996410"/>
                  <a:ext cx="16464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F73B173-3BE9-6727-5028-2FD8DF1CDCD1}"/>
                    </a:ext>
                  </a:extLst>
                </p14:cNvPr>
                <p14:cNvContentPartPr/>
                <p14:nvPr/>
              </p14:nvContentPartPr>
              <p14:xfrm>
                <a:off x="6546549" y="1593930"/>
                <a:ext cx="366840" cy="543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F73B173-3BE9-6727-5028-2FD8DF1CDCD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40429" y="1587810"/>
                  <a:ext cx="379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5DF6DD5-0160-C2DC-094B-3B0BC356329D}"/>
                    </a:ext>
                  </a:extLst>
                </p14:cNvPr>
                <p14:cNvContentPartPr/>
                <p14:nvPr/>
              </p14:nvContentPartPr>
              <p14:xfrm>
                <a:off x="6843549" y="1748010"/>
                <a:ext cx="83880" cy="30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5DF6DD5-0160-C2DC-094B-3B0BC356329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37429" y="1741890"/>
                  <a:ext cx="96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C0FE81F-A570-11F3-FA84-15593C32736F}"/>
              </a:ext>
            </a:extLst>
          </p:cNvPr>
          <p:cNvGrpSpPr/>
          <p:nvPr/>
        </p:nvGrpSpPr>
        <p:grpSpPr>
          <a:xfrm>
            <a:off x="9792276" y="3597194"/>
            <a:ext cx="1430402" cy="604440"/>
            <a:chOff x="8457307" y="3561568"/>
            <a:chExt cx="1430402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DF6B76E-C392-8C08-7149-94E3863F31A8}"/>
                    </a:ext>
                  </a:extLst>
                </p14:cNvPr>
                <p14:cNvContentPartPr/>
                <p14:nvPr/>
              </p14:nvContentPartPr>
              <p14:xfrm>
                <a:off x="8457307" y="3561568"/>
                <a:ext cx="339480" cy="604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DF6B76E-C392-8C08-7149-94E3863F31A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51187" y="3555448"/>
                  <a:ext cx="3517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DDB6485-8C1C-E0E6-7C9C-CD46C3D91437}"/>
                    </a:ext>
                  </a:extLst>
                </p14:cNvPr>
                <p14:cNvContentPartPr/>
                <p14:nvPr/>
              </p14:nvContentPartPr>
              <p14:xfrm>
                <a:off x="8762587" y="3726808"/>
                <a:ext cx="98640" cy="48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DDB6485-8C1C-E0E6-7C9C-CD46C3D9143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56467" y="3720688"/>
                  <a:ext cx="110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775C097-9040-09F0-9D8C-443AD01A8D80}"/>
                    </a:ext>
                  </a:extLst>
                </p14:cNvPr>
                <p14:cNvContentPartPr/>
                <p14:nvPr/>
              </p14:nvContentPartPr>
              <p14:xfrm>
                <a:off x="8897709" y="3913050"/>
                <a:ext cx="11160" cy="10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775C097-9040-09F0-9D8C-443AD01A8D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91589" y="3906930"/>
                  <a:ext cx="23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AD173C6-7E26-8F17-D8AA-9B409889DF7F}"/>
                    </a:ext>
                  </a:extLst>
                </p14:cNvPr>
                <p14:cNvContentPartPr/>
                <p14:nvPr/>
              </p14:nvContentPartPr>
              <p14:xfrm>
                <a:off x="8995269" y="3658170"/>
                <a:ext cx="282960" cy="466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AD173C6-7E26-8F17-D8AA-9B409889DF7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89149" y="3652050"/>
                  <a:ext cx="295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1A5BA92-CC6D-8501-BD92-22CA63BDB195}"/>
                    </a:ext>
                  </a:extLst>
                </p14:cNvPr>
                <p14:cNvContentPartPr/>
                <p14:nvPr/>
              </p14:nvContentPartPr>
              <p14:xfrm>
                <a:off x="9242949" y="3775530"/>
                <a:ext cx="82080" cy="29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1A5BA92-CC6D-8501-BD92-22CA63BDB1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36802" y="3769410"/>
                  <a:ext cx="94374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7D2C3FC-A386-7966-B3F7-892429468930}"/>
                    </a:ext>
                  </a:extLst>
                </p14:cNvPr>
                <p14:cNvContentPartPr/>
                <p14:nvPr/>
              </p14:nvContentPartPr>
              <p14:xfrm>
                <a:off x="9352389" y="3905490"/>
                <a:ext cx="28440" cy="26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7D2C3FC-A386-7966-B3F7-8924294689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46191" y="3899285"/>
                  <a:ext cx="40837" cy="386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A07B426-4E11-216C-3D54-D6D748B68DF0}"/>
                    </a:ext>
                  </a:extLst>
                </p14:cNvPr>
                <p14:cNvContentPartPr/>
                <p14:nvPr/>
              </p14:nvContentPartPr>
              <p14:xfrm>
                <a:off x="9471909" y="3608130"/>
                <a:ext cx="369720" cy="449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A07B426-4E11-216C-3D54-D6D748B68D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465789" y="3602005"/>
                  <a:ext cx="381960" cy="461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153DA7E-B111-AA3C-2D5D-160AC9A4C090}"/>
                    </a:ext>
                  </a:extLst>
                </p14:cNvPr>
                <p14:cNvContentPartPr/>
                <p14:nvPr/>
              </p14:nvContentPartPr>
              <p14:xfrm>
                <a:off x="9798429" y="3695610"/>
                <a:ext cx="89280" cy="15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153DA7E-B111-AA3C-2D5D-160AC9A4C0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92309" y="3689490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DC5ED7B-390B-AFBB-D9C8-8CC86098AFAA}"/>
              </a:ext>
            </a:extLst>
          </p:cNvPr>
          <p:cNvGrpSpPr/>
          <p:nvPr/>
        </p:nvGrpSpPr>
        <p:grpSpPr>
          <a:xfrm>
            <a:off x="1297029" y="2360380"/>
            <a:ext cx="245880" cy="311400"/>
            <a:chOff x="1297029" y="2360380"/>
            <a:chExt cx="24588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34734B-509C-AC88-F74D-FACEA5EC7325}"/>
                    </a:ext>
                  </a:extLst>
                </p14:cNvPr>
                <p14:cNvContentPartPr/>
                <p14:nvPr/>
              </p14:nvContentPartPr>
              <p14:xfrm>
                <a:off x="1297029" y="2360380"/>
                <a:ext cx="245880" cy="311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34734B-509C-AC88-F74D-FACEA5EC732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90909" y="2354260"/>
                  <a:ext cx="2581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FA3E18F-8930-50DD-3E41-FA6B842B8C22}"/>
                    </a:ext>
                  </a:extLst>
                </p14:cNvPr>
                <p14:cNvContentPartPr/>
                <p14:nvPr/>
              </p14:nvContentPartPr>
              <p14:xfrm>
                <a:off x="1410789" y="2455420"/>
                <a:ext cx="9720" cy="149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FA3E18F-8930-50DD-3E41-FA6B842B8C2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04669" y="2449300"/>
                  <a:ext cx="21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B722C8-EA5A-15BB-8A9D-2AA2945FF2B4}"/>
                    </a:ext>
                  </a:extLst>
                </p14:cNvPr>
                <p14:cNvContentPartPr/>
                <p14:nvPr/>
              </p14:nvContentPartPr>
              <p14:xfrm>
                <a:off x="1364709" y="2408980"/>
                <a:ext cx="93240" cy="10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B722C8-EA5A-15BB-8A9D-2AA2945FF2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58589" y="2402860"/>
                  <a:ext cx="10548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66F39F-38BC-35C4-1314-856226D03189}"/>
              </a:ext>
            </a:extLst>
          </p:cNvPr>
          <p:cNvGrpSpPr/>
          <p:nvPr/>
        </p:nvGrpSpPr>
        <p:grpSpPr>
          <a:xfrm>
            <a:off x="7508829" y="3986500"/>
            <a:ext cx="234720" cy="545040"/>
            <a:chOff x="7508829" y="3986500"/>
            <a:chExt cx="23472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582334C-3E8E-37CE-18E2-2A48E2349137}"/>
                    </a:ext>
                  </a:extLst>
                </p14:cNvPr>
                <p14:cNvContentPartPr/>
                <p14:nvPr/>
              </p14:nvContentPartPr>
              <p14:xfrm>
                <a:off x="7508829" y="4078660"/>
                <a:ext cx="29520" cy="452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582334C-3E8E-37CE-18E2-2A48E23491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02709" y="4072540"/>
                  <a:ext cx="417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1F2DC8C-8039-B91A-019E-A2D980C70EAD}"/>
                    </a:ext>
                  </a:extLst>
                </p14:cNvPr>
                <p14:cNvContentPartPr/>
                <p14:nvPr/>
              </p14:nvContentPartPr>
              <p14:xfrm>
                <a:off x="7514949" y="4037980"/>
                <a:ext cx="228600" cy="6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1F2DC8C-8039-B91A-019E-A2D980C70EA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08829" y="4031860"/>
                  <a:ext cx="240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F8E853-BCAD-29A2-CA79-F02DC8A88342}"/>
                    </a:ext>
                  </a:extLst>
                </p14:cNvPr>
                <p14:cNvContentPartPr/>
                <p14:nvPr/>
              </p14:nvContentPartPr>
              <p14:xfrm>
                <a:off x="7674789" y="3986500"/>
                <a:ext cx="64800" cy="121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F8E853-BCAD-29A2-CA79-F02DC8A8834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68669" y="3980380"/>
                  <a:ext cx="7704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A30132-05FB-DDA0-7D61-36A2ABD6062B}"/>
              </a:ext>
            </a:extLst>
          </p:cNvPr>
          <p:cNvGrpSpPr/>
          <p:nvPr/>
        </p:nvGrpSpPr>
        <p:grpSpPr>
          <a:xfrm>
            <a:off x="6884229" y="4106380"/>
            <a:ext cx="360000" cy="506520"/>
            <a:chOff x="6884229" y="4106380"/>
            <a:chExt cx="36000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29BD38-2A5C-A50F-C765-1BDFF620C7C6}"/>
                    </a:ext>
                  </a:extLst>
                </p14:cNvPr>
                <p14:cNvContentPartPr/>
                <p14:nvPr/>
              </p14:nvContentPartPr>
              <p14:xfrm>
                <a:off x="7211469" y="4153540"/>
                <a:ext cx="32760" cy="45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29BD38-2A5C-A50F-C765-1BDFF620C7C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05349" y="4147420"/>
                  <a:ext cx="450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328A12-E04E-A34C-05DE-899FE94B5072}"/>
                    </a:ext>
                  </a:extLst>
                </p14:cNvPr>
                <p14:cNvContentPartPr/>
                <p14:nvPr/>
              </p14:nvContentPartPr>
              <p14:xfrm>
                <a:off x="6936429" y="4135180"/>
                <a:ext cx="280440" cy="2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328A12-E04E-A34C-05DE-899FE94B507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30309" y="4129060"/>
                  <a:ext cx="29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4BB2B4-6657-F3F2-32E4-C41DB131B837}"/>
                    </a:ext>
                  </a:extLst>
                </p14:cNvPr>
                <p14:cNvContentPartPr/>
                <p14:nvPr/>
              </p14:nvContentPartPr>
              <p14:xfrm>
                <a:off x="6884229" y="4106380"/>
                <a:ext cx="82800" cy="150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4BB2B4-6657-F3F2-32E4-C41DB131B8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78109" y="4100260"/>
                  <a:ext cx="950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6F6E65-2B56-2B74-64AD-72B4B757625A}"/>
              </a:ext>
            </a:extLst>
          </p:cNvPr>
          <p:cNvGrpSpPr/>
          <p:nvPr/>
        </p:nvGrpSpPr>
        <p:grpSpPr>
          <a:xfrm>
            <a:off x="8130549" y="2923420"/>
            <a:ext cx="126720" cy="469080"/>
            <a:chOff x="8130549" y="2923420"/>
            <a:chExt cx="12672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0C0EE2-1FC6-AB95-80F6-5DFAB34D6E1E}"/>
                    </a:ext>
                  </a:extLst>
                </p14:cNvPr>
                <p14:cNvContentPartPr/>
                <p14:nvPr/>
              </p14:nvContentPartPr>
              <p14:xfrm>
                <a:off x="8139189" y="2923420"/>
                <a:ext cx="75600" cy="46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0C0EE2-1FC6-AB95-80F6-5DFAB34D6E1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30549" y="2914780"/>
                  <a:ext cx="932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66BE4E-BD2F-9622-30FB-36BDFADEF797}"/>
                    </a:ext>
                  </a:extLst>
                </p14:cNvPr>
                <p14:cNvContentPartPr/>
                <p14:nvPr/>
              </p14:nvContentPartPr>
              <p14:xfrm>
                <a:off x="8130549" y="3297460"/>
                <a:ext cx="126720" cy="9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66BE4E-BD2F-9622-30FB-36BDFADEF79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21909" y="3288460"/>
                  <a:ext cx="1443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0B2258-42FF-507C-9EAB-F67D35D10776}"/>
              </a:ext>
            </a:extLst>
          </p:cNvPr>
          <p:cNvGrpSpPr/>
          <p:nvPr/>
        </p:nvGrpSpPr>
        <p:grpSpPr>
          <a:xfrm>
            <a:off x="6919149" y="3350740"/>
            <a:ext cx="511200" cy="116280"/>
            <a:chOff x="6919149" y="3350740"/>
            <a:chExt cx="51120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B697F4-74B4-26C1-163E-9E1F51DD8F40}"/>
                    </a:ext>
                  </a:extLst>
                </p14:cNvPr>
                <p14:cNvContentPartPr/>
                <p14:nvPr/>
              </p14:nvContentPartPr>
              <p14:xfrm>
                <a:off x="6919149" y="3405820"/>
                <a:ext cx="471240" cy="18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B697F4-74B4-26C1-163E-9E1F51DD8F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10509" y="3396820"/>
                  <a:ext cx="48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CC481B-4AEB-969D-0C5E-618FD597B962}"/>
                    </a:ext>
                  </a:extLst>
                </p14:cNvPr>
                <p14:cNvContentPartPr/>
                <p14:nvPr/>
              </p14:nvContentPartPr>
              <p14:xfrm>
                <a:off x="7328109" y="3350740"/>
                <a:ext cx="102240" cy="116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CC481B-4AEB-969D-0C5E-618FD597B9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19109" y="3342100"/>
                  <a:ext cx="119880" cy="13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758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58E6-5615-3009-AE66-173D7FC0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501D2B3E-44B2-4D6F-93A1-0BA0B6108424}"/>
              </a:ext>
            </a:extLst>
          </p:cNvPr>
          <p:cNvGrpSpPr/>
          <p:nvPr/>
        </p:nvGrpSpPr>
        <p:grpSpPr>
          <a:xfrm>
            <a:off x="4924389" y="390820"/>
            <a:ext cx="1403280" cy="486720"/>
            <a:chOff x="4924389" y="390820"/>
            <a:chExt cx="1403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129CDA-01D1-B542-4A24-562E64C2E295}"/>
                    </a:ext>
                  </a:extLst>
                </p14:cNvPr>
                <p14:cNvContentPartPr/>
                <p14:nvPr/>
              </p14:nvContentPartPr>
              <p14:xfrm>
                <a:off x="4924389" y="390820"/>
                <a:ext cx="160200" cy="31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129CDA-01D1-B542-4A24-562E64C2E29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8269" y="384700"/>
                  <a:ext cx="172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93F325A-0B2F-E3F1-066A-DC541F1CAE3D}"/>
                    </a:ext>
                  </a:extLst>
                </p14:cNvPr>
                <p14:cNvContentPartPr/>
                <p14:nvPr/>
              </p14:nvContentPartPr>
              <p14:xfrm>
                <a:off x="5143269" y="567580"/>
                <a:ext cx="41040" cy="24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93F325A-0B2F-E3F1-066A-DC541F1CAE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7202" y="561460"/>
                  <a:ext cx="53174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45EB61-5BE0-EA90-0092-ACB3E9BFFEBB}"/>
                    </a:ext>
                  </a:extLst>
                </p14:cNvPr>
                <p14:cNvContentPartPr/>
                <p14:nvPr/>
              </p14:nvContentPartPr>
              <p14:xfrm>
                <a:off x="5155869" y="548860"/>
                <a:ext cx="160560" cy="21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45EB61-5BE0-EA90-0092-ACB3E9BFFE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749" y="542730"/>
                  <a:ext cx="172800" cy="225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915C74-936D-A7DA-F6A1-67B058D22DE1}"/>
                    </a:ext>
                  </a:extLst>
                </p14:cNvPr>
                <p14:cNvContentPartPr/>
                <p14:nvPr/>
              </p14:nvContentPartPr>
              <p14:xfrm>
                <a:off x="5295189" y="623380"/>
                <a:ext cx="14436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915C74-936D-A7DA-F6A1-67B058D22D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9069" y="617260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737D046-A928-FA64-DC2F-BE7E932EF210}"/>
                    </a:ext>
                  </a:extLst>
                </p14:cNvPr>
                <p14:cNvContentPartPr/>
                <p14:nvPr/>
              </p14:nvContentPartPr>
              <p14:xfrm>
                <a:off x="5542869" y="628780"/>
                <a:ext cx="123120" cy="18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737D046-A928-FA64-DC2F-BE7E932EF21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36749" y="622660"/>
                  <a:ext cx="13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3188C24-3C9B-4FCA-C491-950F40798A50}"/>
                    </a:ext>
                  </a:extLst>
                </p14:cNvPr>
                <p14:cNvContentPartPr/>
                <p14:nvPr/>
              </p14:nvContentPartPr>
              <p14:xfrm>
                <a:off x="5705589" y="598180"/>
                <a:ext cx="12276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3188C24-3C9B-4FCA-C491-950F40798A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469" y="592060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48756E-4BAB-C820-DC00-3CB6183C88C3}"/>
                    </a:ext>
                  </a:extLst>
                </p14:cNvPr>
                <p14:cNvContentPartPr/>
                <p14:nvPr/>
              </p14:nvContentPartPr>
              <p14:xfrm>
                <a:off x="5908989" y="608260"/>
                <a:ext cx="35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48756E-4BAB-C820-DC00-3CB6183C88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2869" y="602140"/>
                  <a:ext cx="4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B5C337A-EC80-9B0F-89F7-C1994142933A}"/>
                    </a:ext>
                  </a:extLst>
                </p14:cNvPr>
                <p14:cNvContentPartPr/>
                <p14:nvPr/>
              </p14:nvContentPartPr>
              <p14:xfrm>
                <a:off x="6016629" y="617980"/>
                <a:ext cx="21240" cy="18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B5C337A-EC80-9B0F-89F7-C199414293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0611" y="611848"/>
                  <a:ext cx="33276" cy="19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95A446A-5C72-5983-6810-1310625FD7A1}"/>
                    </a:ext>
                  </a:extLst>
                </p14:cNvPr>
                <p14:cNvContentPartPr/>
                <p14:nvPr/>
              </p14:nvContentPartPr>
              <p14:xfrm>
                <a:off x="6030669" y="630940"/>
                <a:ext cx="118800" cy="12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95A446A-5C72-5983-6810-1310625FD7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4549" y="624820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101975D-10DA-E0E3-359F-B133A756F693}"/>
                    </a:ext>
                  </a:extLst>
                </p14:cNvPr>
                <p14:cNvContentPartPr/>
                <p14:nvPr/>
              </p14:nvContentPartPr>
              <p14:xfrm>
                <a:off x="6124269" y="602500"/>
                <a:ext cx="28080" cy="15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01975D-10DA-E0E3-359F-B133A756F6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8149" y="596380"/>
                  <a:ext cx="4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EB50AD-9D81-8F49-7D79-32757E21A473}"/>
                    </a:ext>
                  </a:extLst>
                </p14:cNvPr>
                <p14:cNvContentPartPr/>
                <p14:nvPr/>
              </p14:nvContentPartPr>
              <p14:xfrm>
                <a:off x="6187269" y="571540"/>
                <a:ext cx="140400" cy="30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EB50AD-9D81-8F49-7D79-32757E21A4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1149" y="565420"/>
                  <a:ext cx="1526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4A89736-78F8-92C1-2976-D8C52021CD74}"/>
              </a:ext>
            </a:extLst>
          </p:cNvPr>
          <p:cNvGrpSpPr/>
          <p:nvPr/>
        </p:nvGrpSpPr>
        <p:grpSpPr>
          <a:xfrm>
            <a:off x="742989" y="419980"/>
            <a:ext cx="3239640" cy="639000"/>
            <a:chOff x="742989" y="419980"/>
            <a:chExt cx="323964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9219C8-C10A-1261-166A-2097EB562AB9}"/>
                    </a:ext>
                  </a:extLst>
                </p14:cNvPr>
                <p14:cNvContentPartPr/>
                <p14:nvPr/>
              </p14:nvContentPartPr>
              <p14:xfrm>
                <a:off x="742989" y="419980"/>
                <a:ext cx="250920" cy="51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9219C8-C10A-1261-166A-2097EB562AB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869" y="413856"/>
                  <a:ext cx="263160" cy="5234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86A05A-2251-C3DC-F874-7B8B4EFF7BC6}"/>
                    </a:ext>
                  </a:extLst>
                </p14:cNvPr>
                <p14:cNvContentPartPr/>
                <p14:nvPr/>
              </p14:nvContentPartPr>
              <p14:xfrm>
                <a:off x="1115949" y="693940"/>
                <a:ext cx="30600" cy="26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86A05A-2251-C3DC-F874-7B8B4EFF7B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829" y="687820"/>
                  <a:ext cx="4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24CD44-F28D-7CE9-8845-2ABBE53FE602}"/>
                    </a:ext>
                  </a:extLst>
                </p14:cNvPr>
                <p14:cNvContentPartPr/>
                <p14:nvPr/>
              </p14:nvContentPartPr>
              <p14:xfrm>
                <a:off x="1244469" y="702940"/>
                <a:ext cx="204840" cy="356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A24CD44-F28D-7CE9-8845-2ABBE53FE6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8349" y="696814"/>
                  <a:ext cx="217080" cy="368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D24D0A6-79C3-1730-52F7-17F6A24108CA}"/>
                    </a:ext>
                  </a:extLst>
                </p14:cNvPr>
                <p14:cNvContentPartPr/>
                <p14:nvPr/>
              </p14:nvContentPartPr>
              <p14:xfrm>
                <a:off x="1540749" y="683860"/>
                <a:ext cx="166680" cy="27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D24D0A6-79C3-1730-52F7-17F6A24108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4629" y="677740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F803D4-56D0-7E1B-7460-5801401271D8}"/>
                    </a:ext>
                  </a:extLst>
                </p14:cNvPr>
                <p14:cNvContentPartPr/>
                <p14:nvPr/>
              </p14:nvContentPartPr>
              <p14:xfrm>
                <a:off x="1810029" y="718060"/>
                <a:ext cx="30168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F803D4-56D0-7E1B-7460-5801401271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3902" y="711940"/>
                  <a:ext cx="313935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A5D0DF-C7E7-5BCC-29CB-24C22D49E31A}"/>
                    </a:ext>
                  </a:extLst>
                </p14:cNvPr>
                <p14:cNvContentPartPr/>
                <p14:nvPr/>
              </p14:nvContentPartPr>
              <p14:xfrm>
                <a:off x="2436429" y="500620"/>
                <a:ext cx="16524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A5D0DF-C7E7-5BCC-29CB-24C22D49E3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0309" y="494500"/>
                  <a:ext cx="177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A383EC4-5CDD-6880-AB78-31BBE12BCA6F}"/>
                    </a:ext>
                  </a:extLst>
                </p14:cNvPr>
                <p14:cNvContentPartPr/>
                <p14:nvPr/>
              </p14:nvContentPartPr>
              <p14:xfrm>
                <a:off x="2645949" y="724180"/>
                <a:ext cx="2005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A383EC4-5CDD-6880-AB78-31BBE12BCA6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39829" y="718047"/>
                  <a:ext cx="212760" cy="181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7FDC941-17FB-D138-557F-D259854F9F1D}"/>
                    </a:ext>
                  </a:extLst>
                </p14:cNvPr>
                <p14:cNvContentPartPr/>
                <p14:nvPr/>
              </p14:nvContentPartPr>
              <p14:xfrm>
                <a:off x="2965629" y="675580"/>
                <a:ext cx="172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7FDC941-17FB-D138-557F-D259854F9F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509" y="669468"/>
                  <a:ext cx="184320" cy="286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5ECCD1-AF5D-5920-BE3B-16E7B1B7BC4F}"/>
                    </a:ext>
                  </a:extLst>
                </p14:cNvPr>
                <p14:cNvContentPartPr/>
                <p14:nvPr/>
              </p14:nvContentPartPr>
              <p14:xfrm>
                <a:off x="3170109" y="719140"/>
                <a:ext cx="3636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5ECCD1-AF5D-5920-BE3B-16E7B1B7BC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989" y="713020"/>
                  <a:ext cx="4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25C9B5-F0DC-7806-B4C4-EE1B644CB8FE}"/>
                    </a:ext>
                  </a:extLst>
                </p14:cNvPr>
                <p14:cNvContentPartPr/>
                <p14:nvPr/>
              </p14:nvContentPartPr>
              <p14:xfrm>
                <a:off x="3283149" y="720220"/>
                <a:ext cx="85320" cy="16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25C9B5-F0DC-7806-B4C4-EE1B644CB8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7003" y="714113"/>
                  <a:ext cx="97612" cy="180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FA6992-396E-B1B2-4A3C-04CBC41E77D7}"/>
                    </a:ext>
                  </a:extLst>
                </p14:cNvPr>
                <p14:cNvContentPartPr/>
                <p14:nvPr/>
              </p14:nvContentPartPr>
              <p14:xfrm>
                <a:off x="3730989" y="502060"/>
                <a:ext cx="48600" cy="38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FA6992-396E-B1B2-4A3C-04CBC41E77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4869" y="495940"/>
                  <a:ext cx="608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C83344-36D7-D1F5-5648-4E8D7540FEC9}"/>
                    </a:ext>
                  </a:extLst>
                </p14:cNvPr>
                <p14:cNvContentPartPr/>
                <p14:nvPr/>
              </p14:nvContentPartPr>
              <p14:xfrm>
                <a:off x="3826389" y="671980"/>
                <a:ext cx="327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7C83344-36D7-D1F5-5648-4E8D7540FEC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0269" y="665860"/>
                  <a:ext cx="45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EB88AD-C5D3-083A-5942-E70C5C77FD0E}"/>
                    </a:ext>
                  </a:extLst>
                </p14:cNvPr>
                <p14:cNvContentPartPr/>
                <p14:nvPr/>
              </p14:nvContentPartPr>
              <p14:xfrm>
                <a:off x="3830709" y="683860"/>
                <a:ext cx="15192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EB88AD-C5D3-083A-5942-E70C5C77FD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4589" y="677740"/>
                  <a:ext cx="1641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FBA82C1-0C20-8ACD-CDA8-5DB25563991B}"/>
              </a:ext>
            </a:extLst>
          </p:cNvPr>
          <p:cNvGrpSpPr/>
          <p:nvPr/>
        </p:nvGrpSpPr>
        <p:grpSpPr>
          <a:xfrm>
            <a:off x="479469" y="2274700"/>
            <a:ext cx="208440" cy="483120"/>
            <a:chOff x="479469" y="2274700"/>
            <a:chExt cx="20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F7B473D-E93C-3D06-8C98-EC7DE2C4D7BF}"/>
                    </a:ext>
                  </a:extLst>
                </p14:cNvPr>
                <p14:cNvContentPartPr/>
                <p14:nvPr/>
              </p14:nvContentPartPr>
              <p14:xfrm>
                <a:off x="605469" y="2352460"/>
                <a:ext cx="82440" cy="40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F7B473D-E93C-3D06-8C98-EC7DE2C4D7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349" y="2346340"/>
                  <a:ext cx="94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DCF6AD8-E2A5-E983-6314-D6EEB5E23E81}"/>
                    </a:ext>
                  </a:extLst>
                </p14:cNvPr>
                <p14:cNvContentPartPr/>
                <p14:nvPr/>
              </p14:nvContentPartPr>
              <p14:xfrm>
                <a:off x="479469" y="2274700"/>
                <a:ext cx="78480" cy="6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DCF6AD8-E2A5-E983-6314-D6EEB5E23E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49" y="2268580"/>
                  <a:ext cx="907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63A0E85-B8FD-F7B6-F769-B7BE2932264C}"/>
              </a:ext>
            </a:extLst>
          </p:cNvPr>
          <p:cNvGrpSpPr/>
          <p:nvPr/>
        </p:nvGrpSpPr>
        <p:grpSpPr>
          <a:xfrm>
            <a:off x="4238589" y="582340"/>
            <a:ext cx="291240" cy="281520"/>
            <a:chOff x="4238589" y="582340"/>
            <a:chExt cx="2912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B813FAD-351A-998A-D7FD-11A3178AD200}"/>
                    </a:ext>
                  </a:extLst>
                </p14:cNvPr>
                <p14:cNvContentPartPr/>
                <p14:nvPr/>
              </p14:nvContentPartPr>
              <p14:xfrm>
                <a:off x="4238589" y="692860"/>
                <a:ext cx="291240" cy="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B813FAD-351A-998A-D7FD-11A3178AD2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32469" y="686893"/>
                  <a:ext cx="303480" cy="25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8429E56-ECFF-AFFC-C326-7CA753276FFE}"/>
                    </a:ext>
                  </a:extLst>
                </p14:cNvPr>
                <p14:cNvContentPartPr/>
                <p14:nvPr/>
              </p14:nvContentPartPr>
              <p14:xfrm>
                <a:off x="4381509" y="582340"/>
                <a:ext cx="10800" cy="28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8429E56-ECFF-AFFC-C326-7CA753276F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75586" y="576220"/>
                  <a:ext cx="22645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07B86A-C5C0-5854-FA15-470A18EB0AA7}"/>
              </a:ext>
            </a:extLst>
          </p:cNvPr>
          <p:cNvGrpSpPr/>
          <p:nvPr/>
        </p:nvGrpSpPr>
        <p:grpSpPr>
          <a:xfrm>
            <a:off x="857109" y="2333740"/>
            <a:ext cx="298800" cy="354240"/>
            <a:chOff x="857109" y="2333740"/>
            <a:chExt cx="29880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6704CE-BBE5-6A52-E0C8-4AA30B35A717}"/>
                    </a:ext>
                  </a:extLst>
                </p14:cNvPr>
                <p14:cNvContentPartPr/>
                <p14:nvPr/>
              </p14:nvContentPartPr>
              <p14:xfrm>
                <a:off x="857109" y="2333740"/>
                <a:ext cx="298800" cy="354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6704CE-BBE5-6A52-E0C8-4AA30B35A71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989" y="2327620"/>
                  <a:ext cx="3110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055EB6-5975-038C-8121-39AC42DEC830}"/>
                    </a:ext>
                  </a:extLst>
                </p14:cNvPr>
                <p14:cNvContentPartPr/>
                <p14:nvPr/>
              </p14:nvContentPartPr>
              <p14:xfrm>
                <a:off x="965829" y="2533540"/>
                <a:ext cx="128520" cy="23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055EB6-5975-038C-8121-39AC42DEC8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9709" y="2527420"/>
                  <a:ext cx="140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79A514-D991-F73B-EF6C-1D298090F975}"/>
                    </a:ext>
                  </a:extLst>
                </p14:cNvPr>
                <p14:cNvContentPartPr/>
                <p14:nvPr/>
              </p14:nvContentPartPr>
              <p14:xfrm>
                <a:off x="939909" y="2487820"/>
                <a:ext cx="58320" cy="9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79A514-D991-F73B-EF6C-1D298090F97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3789" y="2481700"/>
                  <a:ext cx="705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EB47BEB-9D48-B3BF-7890-4A08D7B062B9}"/>
              </a:ext>
            </a:extLst>
          </p:cNvPr>
          <p:cNvGrpSpPr/>
          <p:nvPr/>
        </p:nvGrpSpPr>
        <p:grpSpPr>
          <a:xfrm>
            <a:off x="1684749" y="2319700"/>
            <a:ext cx="292320" cy="348840"/>
            <a:chOff x="1684749" y="2319700"/>
            <a:chExt cx="29232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86D327-0FE1-7396-1CFC-0C3B0B856369}"/>
                    </a:ext>
                  </a:extLst>
                </p14:cNvPr>
                <p14:cNvContentPartPr/>
                <p14:nvPr/>
              </p14:nvContentPartPr>
              <p14:xfrm>
                <a:off x="1684749" y="2319700"/>
                <a:ext cx="2923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86D327-0FE1-7396-1CFC-0C3B0B8563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78629" y="2313580"/>
                  <a:ext cx="304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9B5B510-B8FE-23C6-721F-BA0ABD7B753D}"/>
                    </a:ext>
                  </a:extLst>
                </p14:cNvPr>
                <p14:cNvContentPartPr/>
                <p14:nvPr/>
              </p14:nvContentPartPr>
              <p14:xfrm>
                <a:off x="1773669" y="2505820"/>
                <a:ext cx="15804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9B5B510-B8FE-23C6-721F-BA0ABD7B75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67549" y="2499700"/>
                  <a:ext cx="170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4F9EF7-D776-C4F0-8EEF-239C087B1507}"/>
                    </a:ext>
                  </a:extLst>
                </p14:cNvPr>
                <p14:cNvContentPartPr/>
                <p14:nvPr/>
              </p14:nvContentPartPr>
              <p14:xfrm>
                <a:off x="1881309" y="2452540"/>
                <a:ext cx="45360" cy="96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4F9EF7-D776-C4F0-8EEF-239C087B15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75189" y="2446420"/>
                  <a:ext cx="576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D53929-89BD-8E87-46C0-9DC8F7582154}"/>
              </a:ext>
            </a:extLst>
          </p:cNvPr>
          <p:cNvGrpSpPr/>
          <p:nvPr/>
        </p:nvGrpSpPr>
        <p:grpSpPr>
          <a:xfrm>
            <a:off x="1315029" y="2304580"/>
            <a:ext cx="310680" cy="361080"/>
            <a:chOff x="1315029" y="2304580"/>
            <a:chExt cx="31068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5B4F26-C641-C947-ADAC-725531D6C4EF}"/>
                    </a:ext>
                  </a:extLst>
                </p14:cNvPr>
                <p14:cNvContentPartPr/>
                <p14:nvPr/>
              </p14:nvContentPartPr>
              <p14:xfrm>
                <a:off x="1315029" y="2304580"/>
                <a:ext cx="310680" cy="36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5B4F26-C641-C947-ADAC-725531D6C4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06029" y="2295940"/>
                  <a:ext cx="3283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AABBDCA-1BBB-D30C-8B8D-1866DDAD5D59}"/>
                    </a:ext>
                  </a:extLst>
                </p14:cNvPr>
                <p14:cNvContentPartPr/>
                <p14:nvPr/>
              </p14:nvContentPartPr>
              <p14:xfrm>
                <a:off x="1464789" y="2428780"/>
                <a:ext cx="10800" cy="173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AABBDCA-1BBB-D30C-8B8D-1866DDAD5D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5789" y="2419780"/>
                  <a:ext cx="28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AEA620-3564-29A1-9A6B-E8C41AFE951B}"/>
                    </a:ext>
                  </a:extLst>
                </p14:cNvPr>
                <p14:cNvContentPartPr/>
                <p14:nvPr/>
              </p14:nvContentPartPr>
              <p14:xfrm>
                <a:off x="1412949" y="2369020"/>
                <a:ext cx="108360" cy="10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AEA620-3564-29A1-9A6B-E8C41AFE951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03949" y="2360380"/>
                  <a:ext cx="12600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FAF8911-C13C-6D41-CB17-944BE5E1750D}"/>
                  </a:ext>
                </a:extLst>
              </p14:cNvPr>
              <p14:cNvContentPartPr/>
              <p14:nvPr/>
            </p14:nvContentPartPr>
            <p14:xfrm>
              <a:off x="8526186" y="1947079"/>
              <a:ext cx="95635" cy="3377782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FAF8911-C13C-6D41-CB17-944BE5E1750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20051" y="1940958"/>
                <a:ext cx="107905" cy="3390024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403F74C-5D0E-8307-9653-5553A7254508}"/>
              </a:ext>
            </a:extLst>
          </p:cNvPr>
          <p:cNvGrpSpPr/>
          <p:nvPr/>
        </p:nvGrpSpPr>
        <p:grpSpPr>
          <a:xfrm>
            <a:off x="5472038" y="1943846"/>
            <a:ext cx="5003280" cy="3498120"/>
            <a:chOff x="4137069" y="1908220"/>
            <a:chExt cx="5003280" cy="34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904280-5B05-7E1A-68C5-E825CBFDF7F1}"/>
                    </a:ext>
                  </a:extLst>
                </p14:cNvPr>
                <p14:cNvContentPartPr/>
                <p14:nvPr/>
              </p14:nvContentPartPr>
              <p14:xfrm>
                <a:off x="5723949" y="1908220"/>
                <a:ext cx="136800" cy="3498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904280-5B05-7E1A-68C5-E825CBFDF7F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17829" y="1902100"/>
                  <a:ext cx="149040" cy="35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B29EAD8-7098-E59B-A584-85E3C25BE11C}"/>
                    </a:ext>
                  </a:extLst>
                </p14:cNvPr>
                <p14:cNvContentPartPr/>
                <p14:nvPr/>
              </p14:nvContentPartPr>
              <p14:xfrm>
                <a:off x="4137069" y="3094780"/>
                <a:ext cx="5003280" cy="6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B29EAD8-7098-E59B-A584-85E3C25BE1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30949" y="3088660"/>
                  <a:ext cx="501552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03C1D0B-A52A-1041-809C-44D17FB7A217}"/>
                  </a:ext>
                </a:extLst>
              </p14:cNvPr>
              <p14:cNvContentPartPr/>
              <p14:nvPr/>
            </p14:nvContentPartPr>
            <p14:xfrm>
              <a:off x="5721158" y="4354046"/>
              <a:ext cx="4795200" cy="871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03C1D0B-A52A-1041-809C-44D17FB7A21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15038" y="4347926"/>
                <a:ext cx="4807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AB87747-8082-8FF9-F78A-9019CC89364E}"/>
              </a:ext>
            </a:extLst>
          </p:cNvPr>
          <p:cNvGrpSpPr/>
          <p:nvPr/>
        </p:nvGrpSpPr>
        <p:grpSpPr>
          <a:xfrm>
            <a:off x="7242518" y="5162628"/>
            <a:ext cx="1715760" cy="604080"/>
            <a:chOff x="7775949" y="5141380"/>
            <a:chExt cx="171576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68B533-AAC5-9BDF-D368-60C760F1FECF}"/>
                    </a:ext>
                  </a:extLst>
                </p14:cNvPr>
                <p14:cNvContentPartPr/>
                <p14:nvPr/>
              </p14:nvContentPartPr>
              <p14:xfrm>
                <a:off x="7810869" y="5172340"/>
                <a:ext cx="16920" cy="365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68B533-AAC5-9BDF-D368-60C760F1FEC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04749" y="5166220"/>
                  <a:ext cx="29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298B14-F050-30AC-BD9B-3DADB5F4F5A7}"/>
                    </a:ext>
                  </a:extLst>
                </p14:cNvPr>
                <p14:cNvContentPartPr/>
                <p14:nvPr/>
              </p14:nvContentPartPr>
              <p14:xfrm>
                <a:off x="7775949" y="5180260"/>
                <a:ext cx="460440" cy="565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298B14-F050-30AC-BD9B-3DADB5F4F5A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69829" y="5174140"/>
                  <a:ext cx="472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363D2A7-4130-E685-A6DA-C46255D8F58A}"/>
                    </a:ext>
                  </a:extLst>
                </p14:cNvPr>
                <p14:cNvContentPartPr/>
                <p14:nvPr/>
              </p14:nvContentPartPr>
              <p14:xfrm>
                <a:off x="8239989" y="5386540"/>
                <a:ext cx="43920" cy="11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363D2A7-4130-E685-A6DA-C46255D8F58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33869" y="5380420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C2BB340-2C52-6D5C-DA09-FFC1B2CAB943}"/>
                    </a:ext>
                  </a:extLst>
                </p14:cNvPr>
                <p14:cNvContentPartPr/>
                <p14:nvPr/>
              </p14:nvContentPartPr>
              <p14:xfrm>
                <a:off x="8340429" y="5380060"/>
                <a:ext cx="86040" cy="10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C2BB340-2C52-6D5C-DA09-FFC1B2CAB9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34309" y="5373940"/>
                  <a:ext cx="98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577C81F-0C02-D310-3130-2D95886943E9}"/>
                    </a:ext>
                  </a:extLst>
                </p14:cNvPr>
                <p14:cNvContentPartPr/>
                <p14:nvPr/>
              </p14:nvContentPartPr>
              <p14:xfrm>
                <a:off x="8459589" y="5399500"/>
                <a:ext cx="58680" cy="114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577C81F-0C02-D310-3130-2D95886943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53469" y="5393380"/>
                  <a:ext cx="70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0A55AC6-648D-68F0-66DD-8C13551F5599}"/>
                    </a:ext>
                  </a:extLst>
                </p14:cNvPr>
                <p14:cNvContentPartPr/>
                <p14:nvPr/>
              </p14:nvContentPartPr>
              <p14:xfrm>
                <a:off x="8583069" y="5400940"/>
                <a:ext cx="37440" cy="113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0A55AC6-648D-68F0-66DD-8C13551F559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6949" y="5394820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D6F6C3-CB36-8008-EF10-6614C0AA62ED}"/>
                    </a:ext>
                  </a:extLst>
                </p14:cNvPr>
                <p14:cNvContentPartPr/>
                <p14:nvPr/>
              </p14:nvContentPartPr>
              <p14:xfrm>
                <a:off x="8642469" y="5385100"/>
                <a:ext cx="129600" cy="136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D6F6C3-CB36-8008-EF10-6614C0AA62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6349" y="5378980"/>
                  <a:ext cx="14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6528D1D-E932-DADB-F3F7-584D3515742C}"/>
                    </a:ext>
                  </a:extLst>
                </p14:cNvPr>
                <p14:cNvContentPartPr/>
                <p14:nvPr/>
              </p14:nvContentPartPr>
              <p14:xfrm>
                <a:off x="8948469" y="5251540"/>
                <a:ext cx="13680" cy="248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6528D1D-E932-DADB-F3F7-584D351574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42349" y="5245420"/>
                  <a:ext cx="25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46BC87B-4636-D5CD-E13D-A68355A1F5BE}"/>
                    </a:ext>
                  </a:extLst>
                </p14:cNvPr>
                <p14:cNvContentPartPr/>
                <p14:nvPr/>
              </p14:nvContentPartPr>
              <p14:xfrm>
                <a:off x="8923629" y="5214100"/>
                <a:ext cx="289440" cy="268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46BC87B-4636-D5CD-E13D-A68355A1F5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7509" y="5207980"/>
                  <a:ext cx="301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0E8BF44-07BF-918F-7204-B745D77BD44D}"/>
                    </a:ext>
                  </a:extLst>
                </p14:cNvPr>
                <p14:cNvContentPartPr/>
                <p14:nvPr/>
              </p14:nvContentPartPr>
              <p14:xfrm>
                <a:off x="9229269" y="5141380"/>
                <a:ext cx="262440" cy="353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0E8BF44-07BF-918F-7204-B745D77BD4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23149" y="5135260"/>
                  <a:ext cx="2746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41CDDBB-8950-3AA7-F53F-1246155BB6E2}"/>
              </a:ext>
            </a:extLst>
          </p:cNvPr>
          <p:cNvGrpSpPr/>
          <p:nvPr/>
        </p:nvGrpSpPr>
        <p:grpSpPr>
          <a:xfrm>
            <a:off x="6733478" y="3004046"/>
            <a:ext cx="623880" cy="443520"/>
            <a:chOff x="5398509" y="2968420"/>
            <a:chExt cx="62388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CB5B6F8-177A-FCA8-9342-6D49C6CDB4EB}"/>
                    </a:ext>
                  </a:extLst>
                </p14:cNvPr>
                <p14:cNvContentPartPr/>
                <p14:nvPr/>
              </p14:nvContentPartPr>
              <p14:xfrm>
                <a:off x="5398509" y="3362620"/>
                <a:ext cx="519840" cy="12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CB5B6F8-177A-FCA8-9342-6D49C6CDB4E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92389" y="3356500"/>
                  <a:ext cx="532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DF34FFD-C40C-3C13-CC5D-D13067F44CF5}"/>
                    </a:ext>
                  </a:extLst>
                </p14:cNvPr>
                <p14:cNvContentPartPr/>
                <p14:nvPr/>
              </p14:nvContentPartPr>
              <p14:xfrm>
                <a:off x="5875509" y="3306820"/>
                <a:ext cx="73800" cy="105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DF34FFD-C40C-3C13-CC5D-D13067F44C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69389" y="3300700"/>
                  <a:ext cx="86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0FF781C-0A68-A036-522D-5C37387BD090}"/>
                    </a:ext>
                  </a:extLst>
                </p14:cNvPr>
                <p14:cNvContentPartPr/>
                <p14:nvPr/>
              </p14:nvContentPartPr>
              <p14:xfrm>
                <a:off x="5614149" y="3020980"/>
                <a:ext cx="359280" cy="227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0FF781C-0A68-A036-522D-5C37387BD0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08029" y="3014860"/>
                  <a:ext cx="37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0745712-C044-808E-835A-8E8327CBF8ED}"/>
                    </a:ext>
                  </a:extLst>
                </p14:cNvPr>
                <p14:cNvContentPartPr/>
                <p14:nvPr/>
              </p14:nvContentPartPr>
              <p14:xfrm>
                <a:off x="5891349" y="2968420"/>
                <a:ext cx="131040" cy="7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0745712-C044-808E-835A-8E8327CBF8E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85229" y="2962300"/>
                  <a:ext cx="1432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AF49427-19F0-7714-636B-4D39278EDAF3}"/>
              </a:ext>
            </a:extLst>
          </p:cNvPr>
          <p:cNvGrpSpPr/>
          <p:nvPr/>
        </p:nvGrpSpPr>
        <p:grpSpPr>
          <a:xfrm>
            <a:off x="6942278" y="3543326"/>
            <a:ext cx="527400" cy="240480"/>
            <a:chOff x="5607309" y="3507700"/>
            <a:chExt cx="5274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499CDAA-E85D-CF35-BCE8-53F13E23AC14}"/>
                    </a:ext>
                  </a:extLst>
                </p14:cNvPr>
                <p14:cNvContentPartPr/>
                <p14:nvPr/>
              </p14:nvContentPartPr>
              <p14:xfrm>
                <a:off x="5607309" y="3507700"/>
                <a:ext cx="460080" cy="222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499CDAA-E85D-CF35-BCE8-53F13E23AC1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98309" y="3499060"/>
                  <a:ext cx="477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D988BCC-6FF5-A8FC-E956-2B1EE40D56D4}"/>
                    </a:ext>
                  </a:extLst>
                </p14:cNvPr>
                <p14:cNvContentPartPr/>
                <p14:nvPr/>
              </p14:nvContentPartPr>
              <p14:xfrm>
                <a:off x="6002229" y="3674020"/>
                <a:ext cx="132480" cy="74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D988BCC-6FF5-A8FC-E956-2B1EE40D56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93229" y="3665380"/>
                  <a:ext cx="1501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67DD189-72BD-CE56-055F-1F5FB8CE87CB}"/>
              </a:ext>
            </a:extLst>
          </p:cNvPr>
          <p:cNvGrpSpPr/>
          <p:nvPr/>
        </p:nvGrpSpPr>
        <p:grpSpPr>
          <a:xfrm>
            <a:off x="8373998" y="3014486"/>
            <a:ext cx="249840" cy="365760"/>
            <a:chOff x="7039029" y="2978860"/>
            <a:chExt cx="2498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FF71088-1A67-55F5-A192-B140031696A7}"/>
                    </a:ext>
                  </a:extLst>
                </p14:cNvPr>
                <p14:cNvContentPartPr/>
                <p14:nvPr/>
              </p14:nvContentPartPr>
              <p14:xfrm>
                <a:off x="7039029" y="2978860"/>
                <a:ext cx="13680" cy="271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FF71088-1A67-55F5-A192-B140031696A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32909" y="2972740"/>
                  <a:ext cx="25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D2CB5E8-3166-A272-B409-96E478D7FEA9}"/>
                    </a:ext>
                  </a:extLst>
                </p14:cNvPr>
                <p14:cNvContentPartPr/>
                <p14:nvPr/>
              </p14:nvContentPartPr>
              <p14:xfrm>
                <a:off x="7060989" y="3235540"/>
                <a:ext cx="204120" cy="16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D2CB5E8-3166-A272-B409-96E478D7FE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54869" y="3229420"/>
                  <a:ext cx="216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AFA3EBE-B0E7-948F-D421-96D125916AC1}"/>
                    </a:ext>
                  </a:extLst>
                </p14:cNvPr>
                <p14:cNvContentPartPr/>
                <p14:nvPr/>
              </p14:nvContentPartPr>
              <p14:xfrm>
                <a:off x="7203549" y="3168580"/>
                <a:ext cx="85320" cy="176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AFA3EBE-B0E7-948F-D421-96D125916A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97429" y="3162460"/>
                  <a:ext cx="975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20C5A51-BAF2-84CB-9A35-FF14C4C7EB4C}"/>
              </a:ext>
            </a:extLst>
          </p:cNvPr>
          <p:cNvGrpSpPr/>
          <p:nvPr/>
        </p:nvGrpSpPr>
        <p:grpSpPr>
          <a:xfrm>
            <a:off x="8316038" y="3697396"/>
            <a:ext cx="561960" cy="510490"/>
            <a:chOff x="6981069" y="3661770"/>
            <a:chExt cx="561960" cy="51049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BDD416-262D-61CD-B2A3-2D87A80BC8B4}"/>
                    </a:ext>
                  </a:extLst>
                </p14:cNvPr>
                <p14:cNvContentPartPr/>
                <p14:nvPr/>
              </p14:nvContentPartPr>
              <p14:xfrm>
                <a:off x="7117149" y="4094500"/>
                <a:ext cx="365040" cy="1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BDD416-262D-61CD-B2A3-2D87A80BC8B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08149" y="4085500"/>
                  <a:ext cx="38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FB1AB79-EE01-01FD-4DD6-7AF711C591A4}"/>
                    </a:ext>
                  </a:extLst>
                </p14:cNvPr>
                <p14:cNvContentPartPr/>
                <p14:nvPr/>
              </p14:nvContentPartPr>
              <p14:xfrm>
                <a:off x="6981069" y="4024660"/>
                <a:ext cx="163800" cy="147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FB1AB79-EE01-01FD-4DD6-7AF711C591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72429" y="4016020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3FDD624-FFB3-2587-D7B6-07BFC5E0FB60}"/>
                    </a:ext>
                  </a:extLst>
                </p14:cNvPr>
                <p14:cNvContentPartPr/>
                <p14:nvPr/>
              </p14:nvContentPartPr>
              <p14:xfrm>
                <a:off x="7109949" y="3914850"/>
                <a:ext cx="433080" cy="12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3FDD624-FFB3-2587-D7B6-07BFC5E0FB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01309" y="3905850"/>
                  <a:ext cx="450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9E2ABF4-1EAC-D48F-944F-B471EB833845}"/>
                    </a:ext>
                  </a:extLst>
                </p14:cNvPr>
                <p14:cNvContentPartPr/>
                <p14:nvPr/>
              </p14:nvContentPartPr>
              <p14:xfrm>
                <a:off x="7071789" y="3755370"/>
                <a:ext cx="18360" cy="203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9E2ABF4-1EAC-D48F-944F-B471EB83384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62789" y="3746370"/>
                  <a:ext cx="3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041DD23-7A53-87A2-E508-132EA858EFCF}"/>
                    </a:ext>
                  </a:extLst>
                </p14:cNvPr>
                <p14:cNvContentPartPr/>
                <p14:nvPr/>
              </p14:nvContentPartPr>
              <p14:xfrm>
                <a:off x="7033269" y="3661770"/>
                <a:ext cx="110160" cy="105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041DD23-7A53-87A2-E508-132EA858EF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24269" y="3652770"/>
                  <a:ext cx="1278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A3F000B-DB48-756E-E14B-7766B8BE22C1}"/>
              </a:ext>
            </a:extLst>
          </p:cNvPr>
          <p:cNvGrpSpPr/>
          <p:nvPr/>
        </p:nvGrpSpPr>
        <p:grpSpPr>
          <a:xfrm>
            <a:off x="8317118" y="4253236"/>
            <a:ext cx="536040" cy="308880"/>
            <a:chOff x="6982149" y="4217610"/>
            <a:chExt cx="5360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C20A4EC-7B1B-EEEA-2801-207A0A6D84BE}"/>
                    </a:ext>
                  </a:extLst>
                </p14:cNvPr>
                <p14:cNvContentPartPr/>
                <p14:nvPr/>
              </p14:nvContentPartPr>
              <p14:xfrm>
                <a:off x="7049469" y="4217610"/>
                <a:ext cx="468720" cy="27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C20A4EC-7B1B-EEEA-2801-207A0A6D84B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43349" y="4211490"/>
                  <a:ext cx="480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4A41684-0732-2E74-F203-9CB7F5A91A06}"/>
                    </a:ext>
                  </a:extLst>
                </p14:cNvPr>
                <p14:cNvContentPartPr/>
                <p14:nvPr/>
              </p14:nvContentPartPr>
              <p14:xfrm>
                <a:off x="7025709" y="4254690"/>
                <a:ext cx="31320" cy="271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4A41684-0732-2E74-F203-9CB7F5A91A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19589" y="4248570"/>
                  <a:ext cx="43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CBC7D04-FE92-2F6F-6A04-5080A78EA55F}"/>
                    </a:ext>
                  </a:extLst>
                </p14:cNvPr>
                <p14:cNvContentPartPr/>
                <p14:nvPr/>
              </p14:nvContentPartPr>
              <p14:xfrm>
                <a:off x="6982149" y="4456290"/>
                <a:ext cx="93240" cy="58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CBC7D04-FE92-2F6F-6A04-5080A78EA55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76029" y="4450170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183E4BC-61E2-0336-0A96-CF457A1F768A}"/>
              </a:ext>
            </a:extLst>
          </p:cNvPr>
          <p:cNvGrpSpPr/>
          <p:nvPr/>
        </p:nvGrpSpPr>
        <p:grpSpPr>
          <a:xfrm>
            <a:off x="7850558" y="2945716"/>
            <a:ext cx="185040" cy="429840"/>
            <a:chOff x="6515589" y="2910090"/>
            <a:chExt cx="185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1FB579-9221-3E22-90BA-069A01C54D5A}"/>
                    </a:ext>
                  </a:extLst>
                </p14:cNvPr>
                <p14:cNvContentPartPr/>
                <p14:nvPr/>
              </p14:nvContentPartPr>
              <p14:xfrm>
                <a:off x="6574989" y="2910090"/>
                <a:ext cx="125640" cy="407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1FB579-9221-3E22-90BA-069A01C54D5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66349" y="2901090"/>
                  <a:ext cx="1432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7FD143C-A839-8120-EB62-8B1EEF5452FD}"/>
                    </a:ext>
                  </a:extLst>
                </p14:cNvPr>
                <p14:cNvContentPartPr/>
                <p14:nvPr/>
              </p14:nvContentPartPr>
              <p14:xfrm>
                <a:off x="6515589" y="3243810"/>
                <a:ext cx="72360" cy="96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7FD143C-A839-8120-EB62-8B1EEF5452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06949" y="3234810"/>
                  <a:ext cx="9000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0987383-7318-4246-C3E2-B79FCCA03CE3}"/>
              </a:ext>
            </a:extLst>
          </p:cNvPr>
          <p:cNvGrpSpPr/>
          <p:nvPr/>
        </p:nvGrpSpPr>
        <p:grpSpPr>
          <a:xfrm>
            <a:off x="5439549" y="3635970"/>
            <a:ext cx="366120" cy="586440"/>
            <a:chOff x="3421749" y="3805050"/>
            <a:chExt cx="36612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9E133F-4758-CA5F-D3A5-384B2EE0E41F}"/>
                    </a:ext>
                  </a:extLst>
                </p14:cNvPr>
                <p14:cNvContentPartPr/>
                <p14:nvPr/>
              </p14:nvContentPartPr>
              <p14:xfrm>
                <a:off x="3421749" y="3805050"/>
                <a:ext cx="336600" cy="586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9E133F-4758-CA5F-D3A5-384B2EE0E41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15629" y="3798930"/>
                  <a:ext cx="3488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43C1BF5-EC4D-733B-FCD2-9F3DB3BAF8D2}"/>
                    </a:ext>
                  </a:extLst>
                </p14:cNvPr>
                <p14:cNvContentPartPr/>
                <p14:nvPr/>
              </p14:nvContentPartPr>
              <p14:xfrm>
                <a:off x="3691389" y="3870570"/>
                <a:ext cx="96480" cy="81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43C1BF5-EC4D-733B-FCD2-9F3DB3BAF8D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85269" y="3864450"/>
                  <a:ext cx="1087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640417E-AD1E-B2AA-2FAD-33664629D5E8}"/>
              </a:ext>
            </a:extLst>
          </p:cNvPr>
          <p:cNvGrpSpPr/>
          <p:nvPr/>
        </p:nvGrpSpPr>
        <p:grpSpPr>
          <a:xfrm>
            <a:off x="7294358" y="1629556"/>
            <a:ext cx="968040" cy="741240"/>
            <a:chOff x="5959389" y="1593930"/>
            <a:chExt cx="96804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9A8DCD-112D-CFA7-EAA8-0B858798B0FE}"/>
                    </a:ext>
                  </a:extLst>
                </p14:cNvPr>
                <p14:cNvContentPartPr/>
                <p14:nvPr/>
              </p14:nvContentPartPr>
              <p14:xfrm>
                <a:off x="5959389" y="1717410"/>
                <a:ext cx="390240" cy="617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9A8DCD-112D-CFA7-EAA8-0B858798B0F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53269" y="1711290"/>
                  <a:ext cx="4024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1C03FC-9537-D8D8-5468-57FAF2A8A90E}"/>
                    </a:ext>
                  </a:extLst>
                </p14:cNvPr>
                <p14:cNvContentPartPr/>
                <p14:nvPr/>
              </p14:nvContentPartPr>
              <p14:xfrm>
                <a:off x="6294189" y="1888770"/>
                <a:ext cx="100080" cy="50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1C03FC-9537-D8D8-5468-57FAF2A8A90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88069" y="1882650"/>
                  <a:ext cx="112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1F17156-AE24-AB68-1229-8BA2D49F940C}"/>
                    </a:ext>
                  </a:extLst>
                </p14:cNvPr>
                <p14:cNvContentPartPr/>
                <p14:nvPr/>
              </p14:nvContentPartPr>
              <p14:xfrm>
                <a:off x="6415149" y="2002530"/>
                <a:ext cx="5040" cy="10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1F17156-AE24-AB68-1229-8BA2D49F940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09029" y="1996410"/>
                  <a:ext cx="1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3FC65CC-D2AF-1791-B2C7-6187EB06114C}"/>
                    </a:ext>
                  </a:extLst>
                </p14:cNvPr>
                <p14:cNvContentPartPr/>
                <p14:nvPr/>
              </p14:nvContentPartPr>
              <p14:xfrm>
                <a:off x="6546549" y="1593930"/>
                <a:ext cx="366840" cy="543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3FC65CC-D2AF-1791-B2C7-6187EB0611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540429" y="1587810"/>
                  <a:ext cx="379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CBC77B-E987-D111-E910-8BF9939B088C}"/>
                    </a:ext>
                  </a:extLst>
                </p14:cNvPr>
                <p14:cNvContentPartPr/>
                <p14:nvPr/>
              </p14:nvContentPartPr>
              <p14:xfrm>
                <a:off x="6843549" y="1748010"/>
                <a:ext cx="83880" cy="30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CBC77B-E987-D111-E910-8BF9939B088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37429" y="1741890"/>
                  <a:ext cx="96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7018827-26E7-3606-2A74-A8F4A4715A94}"/>
              </a:ext>
            </a:extLst>
          </p:cNvPr>
          <p:cNvGrpSpPr/>
          <p:nvPr/>
        </p:nvGrpSpPr>
        <p:grpSpPr>
          <a:xfrm>
            <a:off x="9792276" y="3597194"/>
            <a:ext cx="1430402" cy="604440"/>
            <a:chOff x="8457307" y="3561568"/>
            <a:chExt cx="1430402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A27D3F0-FB24-8911-B4F3-E84455A9B821}"/>
                    </a:ext>
                  </a:extLst>
                </p14:cNvPr>
                <p14:cNvContentPartPr/>
                <p14:nvPr/>
              </p14:nvContentPartPr>
              <p14:xfrm>
                <a:off x="8457307" y="3561568"/>
                <a:ext cx="339480" cy="604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A27D3F0-FB24-8911-B4F3-E84455A9B8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51187" y="3555448"/>
                  <a:ext cx="3517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1A76C9A-6DDA-3D4C-A3DB-766C1DD7E60A}"/>
                    </a:ext>
                  </a:extLst>
                </p14:cNvPr>
                <p14:cNvContentPartPr/>
                <p14:nvPr/>
              </p14:nvContentPartPr>
              <p14:xfrm>
                <a:off x="8762587" y="3726808"/>
                <a:ext cx="98640" cy="48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1A76C9A-6DDA-3D4C-A3DB-766C1DD7E60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56467" y="3720688"/>
                  <a:ext cx="110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B8A2307-9655-6813-0DA4-333FF72EAB63}"/>
                    </a:ext>
                  </a:extLst>
                </p14:cNvPr>
                <p14:cNvContentPartPr/>
                <p14:nvPr/>
              </p14:nvContentPartPr>
              <p14:xfrm>
                <a:off x="8897709" y="3913050"/>
                <a:ext cx="11160" cy="10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B8A2307-9655-6813-0DA4-333FF72EAB6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91589" y="3906930"/>
                  <a:ext cx="23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A9FBC20-FF08-49B3-F33D-971C818BEC00}"/>
                    </a:ext>
                  </a:extLst>
                </p14:cNvPr>
                <p14:cNvContentPartPr/>
                <p14:nvPr/>
              </p14:nvContentPartPr>
              <p14:xfrm>
                <a:off x="8995269" y="3658170"/>
                <a:ext cx="282960" cy="466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A9FBC20-FF08-49B3-F33D-971C818BEC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989149" y="3652050"/>
                  <a:ext cx="295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12D6093-479B-85CC-AC2C-8F451AECDE52}"/>
                    </a:ext>
                  </a:extLst>
                </p14:cNvPr>
                <p14:cNvContentPartPr/>
                <p14:nvPr/>
              </p14:nvContentPartPr>
              <p14:xfrm>
                <a:off x="9242949" y="3775530"/>
                <a:ext cx="82080" cy="29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12D6093-479B-85CC-AC2C-8F451AECDE5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36829" y="3769410"/>
                  <a:ext cx="94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A9D796C-8F09-0AE6-6B61-A9A0E39EE15C}"/>
                    </a:ext>
                  </a:extLst>
                </p14:cNvPr>
                <p14:cNvContentPartPr/>
                <p14:nvPr/>
              </p14:nvContentPartPr>
              <p14:xfrm>
                <a:off x="9352389" y="3905490"/>
                <a:ext cx="28440" cy="26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A9D796C-8F09-0AE6-6B61-A9A0E39EE1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6269" y="3899370"/>
                  <a:ext cx="40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7544D20-CDC3-916C-02CB-F51B23E6D5ED}"/>
                    </a:ext>
                  </a:extLst>
                </p14:cNvPr>
                <p14:cNvContentPartPr/>
                <p14:nvPr/>
              </p14:nvContentPartPr>
              <p14:xfrm>
                <a:off x="9471909" y="3608130"/>
                <a:ext cx="369720" cy="449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7544D20-CDC3-916C-02CB-F51B23E6D5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65789" y="3602010"/>
                  <a:ext cx="381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F9A0DD-30A4-03B0-B59E-824AA52E3EBE}"/>
                    </a:ext>
                  </a:extLst>
                </p14:cNvPr>
                <p14:cNvContentPartPr/>
                <p14:nvPr/>
              </p14:nvContentPartPr>
              <p14:xfrm>
                <a:off x="9798429" y="3695610"/>
                <a:ext cx="89280" cy="15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F9A0DD-30A4-03B0-B59E-824AA52E3E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92309" y="3689490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757159C-C7BE-091A-6EBE-02C3EC1CE01A}"/>
              </a:ext>
            </a:extLst>
          </p:cNvPr>
          <p:cNvGrpSpPr/>
          <p:nvPr/>
        </p:nvGrpSpPr>
        <p:grpSpPr>
          <a:xfrm>
            <a:off x="7493349" y="4070740"/>
            <a:ext cx="180360" cy="494280"/>
            <a:chOff x="7493349" y="4070740"/>
            <a:chExt cx="18036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820097E-CEE0-2BB6-AA02-D793B45E8376}"/>
                    </a:ext>
                  </a:extLst>
                </p14:cNvPr>
                <p14:cNvContentPartPr/>
                <p14:nvPr/>
              </p14:nvContentPartPr>
              <p14:xfrm>
                <a:off x="7493349" y="4161460"/>
                <a:ext cx="45720" cy="403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820097E-CEE0-2BB6-AA02-D793B45E837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87229" y="4155340"/>
                  <a:ext cx="579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0BB85A9-10CF-2E1F-3AD9-B10A4529E419}"/>
                    </a:ext>
                  </a:extLst>
                </p14:cNvPr>
                <p14:cNvContentPartPr/>
                <p14:nvPr/>
              </p14:nvContentPartPr>
              <p14:xfrm>
                <a:off x="7499109" y="4115740"/>
                <a:ext cx="174600" cy="59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0BB85A9-10CF-2E1F-3AD9-B10A4529E41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492989" y="4109620"/>
                  <a:ext cx="186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2930296-EBE6-5450-E83E-7282742B8196}"/>
                    </a:ext>
                  </a:extLst>
                </p14:cNvPr>
                <p14:cNvContentPartPr/>
                <p14:nvPr/>
              </p14:nvContentPartPr>
              <p14:xfrm>
                <a:off x="7615029" y="4070740"/>
                <a:ext cx="52920" cy="103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2930296-EBE6-5450-E83E-7282742B819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08909" y="4064620"/>
                  <a:ext cx="651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A6AB1C8-37D5-8014-5EA5-BECC09BE6005}"/>
              </a:ext>
            </a:extLst>
          </p:cNvPr>
          <p:cNvGrpSpPr/>
          <p:nvPr/>
        </p:nvGrpSpPr>
        <p:grpSpPr>
          <a:xfrm>
            <a:off x="6870909" y="4137700"/>
            <a:ext cx="370800" cy="500040"/>
            <a:chOff x="6870909" y="4137700"/>
            <a:chExt cx="37080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498E668-3F21-D61A-9CCD-A6C5EE152437}"/>
                    </a:ext>
                  </a:extLst>
                </p14:cNvPr>
                <p14:cNvContentPartPr/>
                <p14:nvPr/>
              </p14:nvContentPartPr>
              <p14:xfrm>
                <a:off x="7198869" y="4171900"/>
                <a:ext cx="42840" cy="465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498E668-3F21-D61A-9CCD-A6C5EE15243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92749" y="4165780"/>
                  <a:ext cx="550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E744F04-D477-B872-490F-CF2B1CD116B5}"/>
                    </a:ext>
                  </a:extLst>
                </p14:cNvPr>
                <p14:cNvContentPartPr/>
                <p14:nvPr/>
              </p14:nvContentPartPr>
              <p14:xfrm>
                <a:off x="6908709" y="4168660"/>
                <a:ext cx="281520" cy="28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E744F04-D477-B872-490F-CF2B1CD116B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02589" y="4162540"/>
                  <a:ext cx="29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4AF0E00-B73A-9011-19C4-B6CCC375F8A9}"/>
                    </a:ext>
                  </a:extLst>
                </p14:cNvPr>
                <p14:cNvContentPartPr/>
                <p14:nvPr/>
              </p14:nvContentPartPr>
              <p14:xfrm>
                <a:off x="6870909" y="4137700"/>
                <a:ext cx="72000" cy="106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4AF0E00-B73A-9011-19C4-B6CCC375F8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64789" y="4131580"/>
                  <a:ext cx="842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8AEAC6E-9396-0244-D715-7B61E8EA9F53}"/>
              </a:ext>
            </a:extLst>
          </p:cNvPr>
          <p:cNvGrpSpPr/>
          <p:nvPr/>
        </p:nvGrpSpPr>
        <p:grpSpPr>
          <a:xfrm>
            <a:off x="7267629" y="3983620"/>
            <a:ext cx="183960" cy="618120"/>
            <a:chOff x="7267629" y="3983620"/>
            <a:chExt cx="18396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CF04F9B-94DD-82E8-8BB4-A8C18E0619C8}"/>
                    </a:ext>
                  </a:extLst>
                </p14:cNvPr>
                <p14:cNvContentPartPr/>
                <p14:nvPr/>
              </p14:nvContentPartPr>
              <p14:xfrm>
                <a:off x="7337469" y="4028620"/>
                <a:ext cx="69480" cy="573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CF04F9B-94DD-82E8-8BB4-A8C18E0619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28469" y="4019980"/>
                  <a:ext cx="8712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3CBDCD5-FF15-8E99-8145-79E874F2B055}"/>
                    </a:ext>
                  </a:extLst>
                </p14:cNvPr>
                <p14:cNvContentPartPr/>
                <p14:nvPr/>
              </p14:nvContentPartPr>
              <p14:xfrm>
                <a:off x="7267629" y="3983620"/>
                <a:ext cx="183960" cy="133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3CBDCD5-FF15-8E99-8145-79E874F2B05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58629" y="3974620"/>
                  <a:ext cx="20160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B09D87C-E299-6F6E-43A7-A9D943080D5B}"/>
              </a:ext>
            </a:extLst>
          </p:cNvPr>
          <p:cNvGrpSpPr/>
          <p:nvPr/>
        </p:nvGrpSpPr>
        <p:grpSpPr>
          <a:xfrm>
            <a:off x="8118309" y="2958700"/>
            <a:ext cx="116640" cy="424080"/>
            <a:chOff x="8118309" y="2958700"/>
            <a:chExt cx="116640" cy="42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5C6675A-32E4-B98C-197E-4AAC71EAD842}"/>
                    </a:ext>
                  </a:extLst>
                </p14:cNvPr>
                <p14:cNvContentPartPr/>
                <p14:nvPr/>
              </p14:nvContentPartPr>
              <p14:xfrm>
                <a:off x="8155389" y="2958700"/>
                <a:ext cx="20520" cy="393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5C6675A-32E4-B98C-197E-4AAC71EAD84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46389" y="2949700"/>
                  <a:ext cx="38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483D33C-3E99-F055-A8F1-082A49EBB9EC}"/>
                    </a:ext>
                  </a:extLst>
                </p14:cNvPr>
                <p14:cNvContentPartPr/>
                <p14:nvPr/>
              </p14:nvContentPartPr>
              <p14:xfrm>
                <a:off x="8118309" y="3293140"/>
                <a:ext cx="116640" cy="89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483D33C-3E99-F055-A8F1-082A49EBB9E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09309" y="3284140"/>
                  <a:ext cx="134280" cy="10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44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4879-2383-EB59-F973-0225208D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7405F69B-2F6D-63FD-7805-F7B52F5C67C2}"/>
              </a:ext>
            </a:extLst>
          </p:cNvPr>
          <p:cNvGrpSpPr/>
          <p:nvPr/>
        </p:nvGrpSpPr>
        <p:grpSpPr>
          <a:xfrm>
            <a:off x="4924389" y="390820"/>
            <a:ext cx="1403280" cy="486720"/>
            <a:chOff x="4924389" y="390820"/>
            <a:chExt cx="1403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578C0F-3565-1776-F1FD-92D0C8F6E404}"/>
                    </a:ext>
                  </a:extLst>
                </p14:cNvPr>
                <p14:cNvContentPartPr/>
                <p14:nvPr/>
              </p14:nvContentPartPr>
              <p14:xfrm>
                <a:off x="4924389" y="390820"/>
                <a:ext cx="160200" cy="31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578C0F-3565-1776-F1FD-92D0C8F6E4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8269" y="384700"/>
                  <a:ext cx="172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42E1A0-615E-C0CD-D062-C6CD1572316F}"/>
                    </a:ext>
                  </a:extLst>
                </p14:cNvPr>
                <p14:cNvContentPartPr/>
                <p14:nvPr/>
              </p14:nvContentPartPr>
              <p14:xfrm>
                <a:off x="5143269" y="567580"/>
                <a:ext cx="41040" cy="24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42E1A0-615E-C0CD-D062-C6CD157231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7202" y="561460"/>
                  <a:ext cx="53174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098287-E127-7248-862A-540120808F41}"/>
                    </a:ext>
                  </a:extLst>
                </p14:cNvPr>
                <p14:cNvContentPartPr/>
                <p14:nvPr/>
              </p14:nvContentPartPr>
              <p14:xfrm>
                <a:off x="5155869" y="548860"/>
                <a:ext cx="160560" cy="21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098287-E127-7248-862A-540120808F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749" y="542730"/>
                  <a:ext cx="172800" cy="225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74A8471-32AC-7F87-A796-DB7430CFCD96}"/>
                    </a:ext>
                  </a:extLst>
                </p14:cNvPr>
                <p14:cNvContentPartPr/>
                <p14:nvPr/>
              </p14:nvContentPartPr>
              <p14:xfrm>
                <a:off x="5295189" y="623380"/>
                <a:ext cx="14436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74A8471-32AC-7F87-A796-DB7430CFCD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9069" y="617260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A5669ED-D319-D212-3FDE-B7E100A12466}"/>
                    </a:ext>
                  </a:extLst>
                </p14:cNvPr>
                <p14:cNvContentPartPr/>
                <p14:nvPr/>
              </p14:nvContentPartPr>
              <p14:xfrm>
                <a:off x="5542869" y="628780"/>
                <a:ext cx="123120" cy="18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A5669ED-D319-D212-3FDE-B7E100A124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36749" y="622660"/>
                  <a:ext cx="13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21EC42B-4F4D-7203-4F34-59E588F4F5BB}"/>
                    </a:ext>
                  </a:extLst>
                </p14:cNvPr>
                <p14:cNvContentPartPr/>
                <p14:nvPr/>
              </p14:nvContentPartPr>
              <p14:xfrm>
                <a:off x="5705589" y="598180"/>
                <a:ext cx="12276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21EC42B-4F4D-7203-4F34-59E588F4F5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469" y="592060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11EC310-6A18-8B0B-D496-39C27E507678}"/>
                    </a:ext>
                  </a:extLst>
                </p14:cNvPr>
                <p14:cNvContentPartPr/>
                <p14:nvPr/>
              </p14:nvContentPartPr>
              <p14:xfrm>
                <a:off x="5908989" y="608260"/>
                <a:ext cx="35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11EC310-6A18-8B0B-D496-39C27E5076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2869" y="602140"/>
                  <a:ext cx="4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B6D4FD-9414-40E5-A07B-804C1D2451D7}"/>
                    </a:ext>
                  </a:extLst>
                </p14:cNvPr>
                <p14:cNvContentPartPr/>
                <p14:nvPr/>
              </p14:nvContentPartPr>
              <p14:xfrm>
                <a:off x="6016629" y="617980"/>
                <a:ext cx="21240" cy="18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B6D4FD-9414-40E5-A07B-804C1D2451D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0611" y="611848"/>
                  <a:ext cx="33276" cy="19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B61F22-D2E6-CDC1-B1F2-E4A10F408ABC}"/>
                    </a:ext>
                  </a:extLst>
                </p14:cNvPr>
                <p14:cNvContentPartPr/>
                <p14:nvPr/>
              </p14:nvContentPartPr>
              <p14:xfrm>
                <a:off x="6030669" y="630940"/>
                <a:ext cx="118800" cy="12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B61F22-D2E6-CDC1-B1F2-E4A10F408AB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4549" y="624820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2FE864-44E7-3F9E-BC5A-D80E1FCC4862}"/>
                    </a:ext>
                  </a:extLst>
                </p14:cNvPr>
                <p14:cNvContentPartPr/>
                <p14:nvPr/>
              </p14:nvContentPartPr>
              <p14:xfrm>
                <a:off x="6124269" y="602500"/>
                <a:ext cx="28080" cy="15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2FE864-44E7-3F9E-BC5A-D80E1FCC48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8149" y="596380"/>
                  <a:ext cx="4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A87112D-77C3-5499-EA04-48D6EFF992A2}"/>
                    </a:ext>
                  </a:extLst>
                </p14:cNvPr>
                <p14:cNvContentPartPr/>
                <p14:nvPr/>
              </p14:nvContentPartPr>
              <p14:xfrm>
                <a:off x="6187269" y="571540"/>
                <a:ext cx="140400" cy="30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A87112D-77C3-5499-EA04-48D6EFF992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1149" y="565420"/>
                  <a:ext cx="1526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B68AD3B-C601-6787-5E29-5FCA1967888B}"/>
              </a:ext>
            </a:extLst>
          </p:cNvPr>
          <p:cNvGrpSpPr/>
          <p:nvPr/>
        </p:nvGrpSpPr>
        <p:grpSpPr>
          <a:xfrm>
            <a:off x="742989" y="419980"/>
            <a:ext cx="3239640" cy="639000"/>
            <a:chOff x="742989" y="419980"/>
            <a:chExt cx="323964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850A21-0BAF-0BA2-7EC6-91A26879392A}"/>
                    </a:ext>
                  </a:extLst>
                </p14:cNvPr>
                <p14:cNvContentPartPr/>
                <p14:nvPr/>
              </p14:nvContentPartPr>
              <p14:xfrm>
                <a:off x="742989" y="419980"/>
                <a:ext cx="250920" cy="51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850A21-0BAF-0BA2-7EC6-91A2687939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869" y="413856"/>
                  <a:ext cx="263160" cy="5234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932F50-DD55-C488-C89C-DDE5A6417729}"/>
                    </a:ext>
                  </a:extLst>
                </p14:cNvPr>
                <p14:cNvContentPartPr/>
                <p14:nvPr/>
              </p14:nvContentPartPr>
              <p14:xfrm>
                <a:off x="1115949" y="693940"/>
                <a:ext cx="30600" cy="26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932F50-DD55-C488-C89C-DDE5A64177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829" y="687820"/>
                  <a:ext cx="4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988DA7-93AE-13BB-663E-01635454183E}"/>
                    </a:ext>
                  </a:extLst>
                </p14:cNvPr>
                <p14:cNvContentPartPr/>
                <p14:nvPr/>
              </p14:nvContentPartPr>
              <p14:xfrm>
                <a:off x="1244469" y="702940"/>
                <a:ext cx="204840" cy="356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A988DA7-93AE-13BB-663E-0163545418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8349" y="696814"/>
                  <a:ext cx="217080" cy="368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9983A9E-5835-9A16-2191-B48B6349D74E}"/>
                    </a:ext>
                  </a:extLst>
                </p14:cNvPr>
                <p14:cNvContentPartPr/>
                <p14:nvPr/>
              </p14:nvContentPartPr>
              <p14:xfrm>
                <a:off x="1540749" y="683860"/>
                <a:ext cx="166680" cy="27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9983A9E-5835-9A16-2191-B48B6349D7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4629" y="677740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F16DBA-54CD-BA33-4148-A2132440B7FE}"/>
                    </a:ext>
                  </a:extLst>
                </p14:cNvPr>
                <p14:cNvContentPartPr/>
                <p14:nvPr/>
              </p14:nvContentPartPr>
              <p14:xfrm>
                <a:off x="1810029" y="718060"/>
                <a:ext cx="30168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F16DBA-54CD-BA33-4148-A2132440B7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3902" y="711940"/>
                  <a:ext cx="313935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D2827E-3280-DDFB-7454-8F5CE4BFE8AA}"/>
                    </a:ext>
                  </a:extLst>
                </p14:cNvPr>
                <p14:cNvContentPartPr/>
                <p14:nvPr/>
              </p14:nvContentPartPr>
              <p14:xfrm>
                <a:off x="2436429" y="500620"/>
                <a:ext cx="16524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D2827E-3280-DDFB-7454-8F5CE4BFE8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0309" y="494500"/>
                  <a:ext cx="177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3B5901F-11AB-46B9-CCDA-200EAAC645F9}"/>
                    </a:ext>
                  </a:extLst>
                </p14:cNvPr>
                <p14:cNvContentPartPr/>
                <p14:nvPr/>
              </p14:nvContentPartPr>
              <p14:xfrm>
                <a:off x="2645949" y="724180"/>
                <a:ext cx="2005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3B5901F-11AB-46B9-CCDA-200EAAC645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39829" y="718047"/>
                  <a:ext cx="212760" cy="181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20AE697-91FC-8E17-EF5C-BC3508769D9D}"/>
                    </a:ext>
                  </a:extLst>
                </p14:cNvPr>
                <p14:cNvContentPartPr/>
                <p14:nvPr/>
              </p14:nvContentPartPr>
              <p14:xfrm>
                <a:off x="2965629" y="675580"/>
                <a:ext cx="172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0AE697-91FC-8E17-EF5C-BC3508769D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509" y="669468"/>
                  <a:ext cx="184320" cy="286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1DF6C13-CFAF-7581-D591-D68E8B0BED32}"/>
                    </a:ext>
                  </a:extLst>
                </p14:cNvPr>
                <p14:cNvContentPartPr/>
                <p14:nvPr/>
              </p14:nvContentPartPr>
              <p14:xfrm>
                <a:off x="3170109" y="719140"/>
                <a:ext cx="3636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1DF6C13-CFAF-7581-D591-D68E8B0BED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989" y="713020"/>
                  <a:ext cx="4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CBF0BB-C33B-113D-6F23-5841D34C2464}"/>
                    </a:ext>
                  </a:extLst>
                </p14:cNvPr>
                <p14:cNvContentPartPr/>
                <p14:nvPr/>
              </p14:nvContentPartPr>
              <p14:xfrm>
                <a:off x="3283149" y="720220"/>
                <a:ext cx="85320" cy="16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CBF0BB-C33B-113D-6F23-5841D34C24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7003" y="714113"/>
                  <a:ext cx="97612" cy="180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52C51F-015F-7F62-451E-F5005E241D87}"/>
                    </a:ext>
                  </a:extLst>
                </p14:cNvPr>
                <p14:cNvContentPartPr/>
                <p14:nvPr/>
              </p14:nvContentPartPr>
              <p14:xfrm>
                <a:off x="3730989" y="502060"/>
                <a:ext cx="48600" cy="38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52C51F-015F-7F62-451E-F5005E241D8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4869" y="495940"/>
                  <a:ext cx="608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B71A2E-3C0D-EE9B-DE47-FF425AB93B26}"/>
                    </a:ext>
                  </a:extLst>
                </p14:cNvPr>
                <p14:cNvContentPartPr/>
                <p14:nvPr/>
              </p14:nvContentPartPr>
              <p14:xfrm>
                <a:off x="3826389" y="671980"/>
                <a:ext cx="327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B71A2E-3C0D-EE9B-DE47-FF425AB93B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0269" y="665860"/>
                  <a:ext cx="45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7BB605-6CE5-BF42-7BC1-B1E9EED36A8F}"/>
                    </a:ext>
                  </a:extLst>
                </p14:cNvPr>
                <p14:cNvContentPartPr/>
                <p14:nvPr/>
              </p14:nvContentPartPr>
              <p14:xfrm>
                <a:off x="3830709" y="683860"/>
                <a:ext cx="15192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7BB605-6CE5-BF42-7BC1-B1E9EED36A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4589" y="677740"/>
                  <a:ext cx="1641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94402B3-A48E-F94E-1DBD-AC79B4DECFAF}"/>
              </a:ext>
            </a:extLst>
          </p:cNvPr>
          <p:cNvGrpSpPr/>
          <p:nvPr/>
        </p:nvGrpSpPr>
        <p:grpSpPr>
          <a:xfrm>
            <a:off x="479469" y="2274700"/>
            <a:ext cx="208440" cy="483120"/>
            <a:chOff x="479469" y="2274700"/>
            <a:chExt cx="20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CF218EA-3873-7F9D-7704-6E0D6E794BF9}"/>
                    </a:ext>
                  </a:extLst>
                </p14:cNvPr>
                <p14:cNvContentPartPr/>
                <p14:nvPr/>
              </p14:nvContentPartPr>
              <p14:xfrm>
                <a:off x="605469" y="2352460"/>
                <a:ext cx="82440" cy="40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CF218EA-3873-7F9D-7704-6E0D6E794B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349" y="2346340"/>
                  <a:ext cx="94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1BA8C1-F061-12F5-1F9D-743F5BEC4960}"/>
                    </a:ext>
                  </a:extLst>
                </p14:cNvPr>
                <p14:cNvContentPartPr/>
                <p14:nvPr/>
              </p14:nvContentPartPr>
              <p14:xfrm>
                <a:off x="479469" y="2274700"/>
                <a:ext cx="78480" cy="6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1BA8C1-F061-12F5-1F9D-743F5BEC49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49" y="2268580"/>
                  <a:ext cx="9072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D7099A-09A6-3E4D-C5DD-CC9543E0EE4F}"/>
                  </a:ext>
                </a:extLst>
              </p14:cNvPr>
              <p14:cNvContentPartPr/>
              <p14:nvPr/>
            </p14:nvContentPartPr>
            <p14:xfrm>
              <a:off x="1287309" y="2352460"/>
              <a:ext cx="324000" cy="404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D7099A-09A6-3E4D-C5DD-CC9543E0EE4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81189" y="2346340"/>
                <a:ext cx="336240" cy="41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7E7C7E3A-31A2-8403-FBDF-E8222BBB5FAA}"/>
              </a:ext>
            </a:extLst>
          </p:cNvPr>
          <p:cNvGrpSpPr/>
          <p:nvPr/>
        </p:nvGrpSpPr>
        <p:grpSpPr>
          <a:xfrm>
            <a:off x="1377309" y="2354980"/>
            <a:ext cx="699480" cy="402840"/>
            <a:chOff x="925149" y="2266060"/>
            <a:chExt cx="69948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07E8819-FF81-F543-676E-482691B23EEE}"/>
                    </a:ext>
                  </a:extLst>
                </p14:cNvPr>
                <p14:cNvContentPartPr/>
                <p14:nvPr/>
              </p14:nvContentPartPr>
              <p14:xfrm>
                <a:off x="980229" y="2381980"/>
                <a:ext cx="17280" cy="234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07E8819-FF81-F543-676E-482691B23E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4109" y="2375860"/>
                  <a:ext cx="29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F015F4-0720-A541-592C-7D828946198B}"/>
                    </a:ext>
                  </a:extLst>
                </p14:cNvPr>
                <p14:cNvContentPartPr/>
                <p14:nvPr/>
              </p14:nvContentPartPr>
              <p14:xfrm>
                <a:off x="925149" y="2334460"/>
                <a:ext cx="104040" cy="119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F015F4-0720-A541-592C-7D828946198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9029" y="2328340"/>
                  <a:ext cx="116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760F2B-9A95-0486-E63A-8592D6AAADF4}"/>
                    </a:ext>
                  </a:extLst>
                </p14:cNvPr>
                <p14:cNvContentPartPr/>
                <p14:nvPr/>
              </p14:nvContentPartPr>
              <p14:xfrm>
                <a:off x="1322229" y="2456140"/>
                <a:ext cx="197640" cy="1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760F2B-9A95-0486-E63A-8592D6AAADF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16109" y="2450020"/>
                  <a:ext cx="209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FD6A544-3879-BA87-683D-7DA01DF5EE5F}"/>
                    </a:ext>
                  </a:extLst>
                </p14:cNvPr>
                <p14:cNvContentPartPr/>
                <p14:nvPr/>
              </p14:nvContentPartPr>
              <p14:xfrm>
                <a:off x="1469109" y="2423380"/>
                <a:ext cx="88920" cy="89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FD6A544-3879-BA87-683D-7DA01DF5EE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62989" y="2417260"/>
                  <a:ext cx="101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F947BFE-9462-ACFF-7BB9-CDDB3449843F}"/>
                    </a:ext>
                  </a:extLst>
                </p14:cNvPr>
                <p14:cNvContentPartPr/>
                <p14:nvPr/>
              </p14:nvContentPartPr>
              <p14:xfrm>
                <a:off x="1229349" y="2266060"/>
                <a:ext cx="395280" cy="402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F947BFE-9462-ACFF-7BB9-CDDB344984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23229" y="2259940"/>
                  <a:ext cx="40752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EE0FF9-512B-9C62-07C8-8E2CF12E6810}"/>
              </a:ext>
            </a:extLst>
          </p:cNvPr>
          <p:cNvGrpSpPr/>
          <p:nvPr/>
        </p:nvGrpSpPr>
        <p:grpSpPr>
          <a:xfrm>
            <a:off x="4238589" y="582340"/>
            <a:ext cx="291240" cy="281520"/>
            <a:chOff x="4238589" y="582340"/>
            <a:chExt cx="2912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22B888-3E93-325D-39D8-00E5771F7BF1}"/>
                    </a:ext>
                  </a:extLst>
                </p14:cNvPr>
                <p14:cNvContentPartPr/>
                <p14:nvPr/>
              </p14:nvContentPartPr>
              <p14:xfrm>
                <a:off x="4238589" y="692860"/>
                <a:ext cx="291240" cy="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22B888-3E93-325D-39D8-00E5771F7B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32469" y="686740"/>
                  <a:ext cx="303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0A1267-8029-585A-DBE7-D093A9C36E0F}"/>
                    </a:ext>
                  </a:extLst>
                </p14:cNvPr>
                <p14:cNvContentPartPr/>
                <p14:nvPr/>
              </p14:nvContentPartPr>
              <p14:xfrm>
                <a:off x="4381509" y="582340"/>
                <a:ext cx="10800" cy="28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0A1267-8029-585A-DBE7-D093A9C36E0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5389" y="576220"/>
                  <a:ext cx="2304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0AF2D44-980D-D670-F78F-E4CEF52CEF94}"/>
              </a:ext>
            </a:extLst>
          </p:cNvPr>
          <p:cNvGrpSpPr/>
          <p:nvPr/>
        </p:nvGrpSpPr>
        <p:grpSpPr>
          <a:xfrm>
            <a:off x="847749" y="2368660"/>
            <a:ext cx="336960" cy="393120"/>
            <a:chOff x="847749" y="2368660"/>
            <a:chExt cx="3369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E80287C-7B31-C758-4A02-6790DEAE44C2}"/>
                    </a:ext>
                  </a:extLst>
                </p14:cNvPr>
                <p14:cNvContentPartPr/>
                <p14:nvPr/>
              </p14:nvContentPartPr>
              <p14:xfrm>
                <a:off x="847749" y="2368660"/>
                <a:ext cx="336960" cy="393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E80287C-7B31-C758-4A02-6790DEAE44C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8749" y="2359660"/>
                  <a:ext cx="3546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D26937C-C784-EC11-4FAC-FE836F421C3C}"/>
                    </a:ext>
                  </a:extLst>
                </p14:cNvPr>
                <p14:cNvContentPartPr/>
                <p14:nvPr/>
              </p14:nvContentPartPr>
              <p14:xfrm>
                <a:off x="948189" y="2564860"/>
                <a:ext cx="176400" cy="15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D26937C-C784-EC11-4FAC-FE836F421C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9549" y="2556220"/>
                  <a:ext cx="194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EDC0E7A-2E46-BB81-77A8-911232295E26}"/>
                    </a:ext>
                  </a:extLst>
                </p14:cNvPr>
                <p14:cNvContentPartPr/>
                <p14:nvPr/>
              </p14:nvContentPartPr>
              <p14:xfrm>
                <a:off x="935229" y="2494660"/>
                <a:ext cx="74160" cy="129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EDC0E7A-2E46-BB81-77A8-911232295E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6589" y="2485660"/>
                  <a:ext cx="9180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A89E286-E120-DCC1-10E7-A3965014C1C8}"/>
                  </a:ext>
                </a:extLst>
              </p14:cNvPr>
              <p14:cNvContentPartPr/>
              <p14:nvPr/>
            </p14:nvContentPartPr>
            <p14:xfrm>
              <a:off x="8063119" y="1840201"/>
              <a:ext cx="95635" cy="3377782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A89E286-E120-DCC1-10E7-A3965014C1C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56984" y="1834080"/>
                <a:ext cx="107905" cy="3390024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548BC63-5BE0-33A7-C27F-4F1BF31674C4}"/>
              </a:ext>
            </a:extLst>
          </p:cNvPr>
          <p:cNvGrpSpPr/>
          <p:nvPr/>
        </p:nvGrpSpPr>
        <p:grpSpPr>
          <a:xfrm>
            <a:off x="5008971" y="1836968"/>
            <a:ext cx="5003280" cy="3498120"/>
            <a:chOff x="4137069" y="1908220"/>
            <a:chExt cx="5003280" cy="34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6C43-B29A-B872-8BF2-1B2D5E2C94D7}"/>
                    </a:ext>
                  </a:extLst>
                </p14:cNvPr>
                <p14:cNvContentPartPr/>
                <p14:nvPr/>
              </p14:nvContentPartPr>
              <p14:xfrm>
                <a:off x="5723949" y="1908220"/>
                <a:ext cx="136800" cy="34981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6C43-B29A-B872-8BF2-1B2D5E2C94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17829" y="1902100"/>
                  <a:ext cx="149040" cy="35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E87FC75-3805-F92F-A0B9-3665357D1807}"/>
                    </a:ext>
                  </a:extLst>
                </p14:cNvPr>
                <p14:cNvContentPartPr/>
                <p14:nvPr/>
              </p14:nvContentPartPr>
              <p14:xfrm>
                <a:off x="4137069" y="3094780"/>
                <a:ext cx="5003280" cy="63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E87FC75-3805-F92F-A0B9-3665357D180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30949" y="3088660"/>
                  <a:ext cx="501552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BD94BC56-172F-9BC1-58F2-44BE01D3EAC9}"/>
                  </a:ext>
                </a:extLst>
              </p14:cNvPr>
              <p14:cNvContentPartPr/>
              <p14:nvPr/>
            </p14:nvContentPartPr>
            <p14:xfrm>
              <a:off x="5258091" y="4247168"/>
              <a:ext cx="4795200" cy="871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BD94BC56-172F-9BC1-58F2-44BE01D3EAC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251971" y="4241048"/>
                <a:ext cx="4807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9EC50F1-181B-7932-1C26-FF316633D6F8}"/>
              </a:ext>
            </a:extLst>
          </p:cNvPr>
          <p:cNvGrpSpPr/>
          <p:nvPr/>
        </p:nvGrpSpPr>
        <p:grpSpPr>
          <a:xfrm>
            <a:off x="6779451" y="5055750"/>
            <a:ext cx="1715760" cy="604080"/>
            <a:chOff x="7775949" y="5141380"/>
            <a:chExt cx="171576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98484DA-CFFB-B444-204C-2E68CE8EA1DB}"/>
                    </a:ext>
                  </a:extLst>
                </p14:cNvPr>
                <p14:cNvContentPartPr/>
                <p14:nvPr/>
              </p14:nvContentPartPr>
              <p14:xfrm>
                <a:off x="7810869" y="5172340"/>
                <a:ext cx="16920" cy="3650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98484DA-CFFB-B444-204C-2E68CE8EA1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04749" y="5166220"/>
                  <a:ext cx="29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52BECD7-2EB6-67C0-BAA3-2036036ABE9F}"/>
                    </a:ext>
                  </a:extLst>
                </p14:cNvPr>
                <p14:cNvContentPartPr/>
                <p14:nvPr/>
              </p14:nvContentPartPr>
              <p14:xfrm>
                <a:off x="7775949" y="5180260"/>
                <a:ext cx="460440" cy="5652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52BECD7-2EB6-67C0-BAA3-2036036ABE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69829" y="5174140"/>
                  <a:ext cx="472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851AA98-6A5F-4724-FCDE-3D67C79E0B31}"/>
                    </a:ext>
                  </a:extLst>
                </p14:cNvPr>
                <p14:cNvContentPartPr/>
                <p14:nvPr/>
              </p14:nvContentPartPr>
              <p14:xfrm>
                <a:off x="8239989" y="5386540"/>
                <a:ext cx="43920" cy="119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851AA98-6A5F-4724-FCDE-3D67C79E0B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33869" y="5380420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8EC63AE-C3B6-E640-BE40-186F7FA9E61F}"/>
                    </a:ext>
                  </a:extLst>
                </p14:cNvPr>
                <p14:cNvContentPartPr/>
                <p14:nvPr/>
              </p14:nvContentPartPr>
              <p14:xfrm>
                <a:off x="8340429" y="5380060"/>
                <a:ext cx="86040" cy="1008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8EC63AE-C3B6-E640-BE40-186F7FA9E61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34309" y="5373940"/>
                  <a:ext cx="98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CE89D1D-E06F-23F3-0359-BA1911571BB2}"/>
                    </a:ext>
                  </a:extLst>
                </p14:cNvPr>
                <p14:cNvContentPartPr/>
                <p14:nvPr/>
              </p14:nvContentPartPr>
              <p14:xfrm>
                <a:off x="8459589" y="5399500"/>
                <a:ext cx="58680" cy="114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CE89D1D-E06F-23F3-0359-BA1911571B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53469" y="5393380"/>
                  <a:ext cx="70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2A1E7A6-B3F7-7B02-4C1A-ADAD1E08E065}"/>
                    </a:ext>
                  </a:extLst>
                </p14:cNvPr>
                <p14:cNvContentPartPr/>
                <p14:nvPr/>
              </p14:nvContentPartPr>
              <p14:xfrm>
                <a:off x="8583069" y="5400940"/>
                <a:ext cx="37440" cy="113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2A1E7A6-B3F7-7B02-4C1A-ADAD1E08E06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6949" y="5394820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62F6C97-DA37-57FE-CE1B-09944432380D}"/>
                    </a:ext>
                  </a:extLst>
                </p14:cNvPr>
                <p14:cNvContentPartPr/>
                <p14:nvPr/>
              </p14:nvContentPartPr>
              <p14:xfrm>
                <a:off x="8642469" y="5385100"/>
                <a:ext cx="129600" cy="1368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62F6C97-DA37-57FE-CE1B-0994443238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6349" y="5378980"/>
                  <a:ext cx="14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0061DD8-A7A1-A6A7-A5EB-83B7800F60C1}"/>
                    </a:ext>
                  </a:extLst>
                </p14:cNvPr>
                <p14:cNvContentPartPr/>
                <p14:nvPr/>
              </p14:nvContentPartPr>
              <p14:xfrm>
                <a:off x="8948469" y="5251540"/>
                <a:ext cx="13680" cy="248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0061DD8-A7A1-A6A7-A5EB-83B7800F60C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42349" y="5245420"/>
                  <a:ext cx="25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9F73A06-34C1-B6B3-B33F-355B3552CD91}"/>
                    </a:ext>
                  </a:extLst>
                </p14:cNvPr>
                <p14:cNvContentPartPr/>
                <p14:nvPr/>
              </p14:nvContentPartPr>
              <p14:xfrm>
                <a:off x="8923629" y="5214100"/>
                <a:ext cx="289440" cy="2689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9F73A06-34C1-B6B3-B33F-355B3552CD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7509" y="5207980"/>
                  <a:ext cx="301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0D89CF3-37BE-2069-0FC8-5669C49720A9}"/>
                    </a:ext>
                  </a:extLst>
                </p14:cNvPr>
                <p14:cNvContentPartPr/>
                <p14:nvPr/>
              </p14:nvContentPartPr>
              <p14:xfrm>
                <a:off x="9229269" y="5141380"/>
                <a:ext cx="262440" cy="353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0D89CF3-37BE-2069-0FC8-5669C49720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23149" y="5135260"/>
                  <a:ext cx="2746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C33659B-20EC-0B79-4C6E-5382888D0C7B}"/>
              </a:ext>
            </a:extLst>
          </p:cNvPr>
          <p:cNvGrpSpPr/>
          <p:nvPr/>
        </p:nvGrpSpPr>
        <p:grpSpPr>
          <a:xfrm>
            <a:off x="6415491" y="4058168"/>
            <a:ext cx="361800" cy="417240"/>
            <a:chOff x="5543589" y="4129420"/>
            <a:chExt cx="36180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3453390-3CDF-6018-EE38-668368C8BB13}"/>
                    </a:ext>
                  </a:extLst>
                </p14:cNvPr>
                <p14:cNvContentPartPr/>
                <p14:nvPr/>
              </p14:nvContentPartPr>
              <p14:xfrm>
                <a:off x="5652669" y="4204300"/>
                <a:ext cx="252720" cy="3423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3453390-3CDF-6018-EE38-668368C8BB1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43669" y="4195660"/>
                  <a:ext cx="270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C99C86C-65F4-8F35-3BF3-B510754C9B68}"/>
                    </a:ext>
                  </a:extLst>
                </p14:cNvPr>
                <p14:cNvContentPartPr/>
                <p14:nvPr/>
              </p14:nvContentPartPr>
              <p14:xfrm>
                <a:off x="5543589" y="4129420"/>
                <a:ext cx="69480" cy="1443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C99C86C-65F4-8F35-3BF3-B510754C9B6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34589" y="4120780"/>
                  <a:ext cx="871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0BE47AD3-54F5-BB1B-9014-F4001F2AE74D}"/>
              </a:ext>
            </a:extLst>
          </p:cNvPr>
          <p:cNvGrpSpPr/>
          <p:nvPr/>
        </p:nvGrpSpPr>
        <p:grpSpPr>
          <a:xfrm>
            <a:off x="6878451" y="3881768"/>
            <a:ext cx="83520" cy="581400"/>
            <a:chOff x="6006549" y="3953020"/>
            <a:chExt cx="83520" cy="5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60E2D30-AD1C-CC5F-AD0A-1FF074AFF9D3}"/>
                    </a:ext>
                  </a:extLst>
                </p14:cNvPr>
                <p14:cNvContentPartPr/>
                <p14:nvPr/>
              </p14:nvContentPartPr>
              <p14:xfrm>
                <a:off x="6061269" y="4022140"/>
                <a:ext cx="15480" cy="5122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60E2D30-AD1C-CC5F-AD0A-1FF074AFF9D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55149" y="4016020"/>
                  <a:ext cx="277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B65E964-1EA6-E49A-85AE-9942CBA36807}"/>
                    </a:ext>
                  </a:extLst>
                </p14:cNvPr>
                <p14:cNvContentPartPr/>
                <p14:nvPr/>
              </p14:nvContentPartPr>
              <p14:xfrm>
                <a:off x="6006549" y="3953020"/>
                <a:ext cx="83520" cy="1252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B65E964-1EA6-E49A-85AE-9942CBA368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00429" y="3946900"/>
                  <a:ext cx="95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D2B1855-E724-1E60-6AD1-00CAA93DDFE6}"/>
              </a:ext>
            </a:extLst>
          </p:cNvPr>
          <p:cNvGrpSpPr/>
          <p:nvPr/>
        </p:nvGrpSpPr>
        <p:grpSpPr>
          <a:xfrm>
            <a:off x="6270411" y="2897168"/>
            <a:ext cx="623880" cy="443520"/>
            <a:chOff x="5398509" y="2968420"/>
            <a:chExt cx="62388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1E45E0F-9F3A-728E-CF01-C5ECC7F22740}"/>
                    </a:ext>
                  </a:extLst>
                </p14:cNvPr>
                <p14:cNvContentPartPr/>
                <p14:nvPr/>
              </p14:nvContentPartPr>
              <p14:xfrm>
                <a:off x="5398509" y="3362620"/>
                <a:ext cx="519840" cy="12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1E45E0F-9F3A-728E-CF01-C5ECC7F227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92389" y="3356500"/>
                  <a:ext cx="532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4FB7219-A68C-027E-2EA2-385A0E0DDD4D}"/>
                    </a:ext>
                  </a:extLst>
                </p14:cNvPr>
                <p14:cNvContentPartPr/>
                <p14:nvPr/>
              </p14:nvContentPartPr>
              <p14:xfrm>
                <a:off x="5875509" y="3306820"/>
                <a:ext cx="73800" cy="1051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4FB7219-A68C-027E-2EA2-385A0E0DDD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69389" y="3300700"/>
                  <a:ext cx="86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821E86D-62C8-85F4-CC90-C34DB91EAAFB}"/>
                    </a:ext>
                  </a:extLst>
                </p14:cNvPr>
                <p14:cNvContentPartPr/>
                <p14:nvPr/>
              </p14:nvContentPartPr>
              <p14:xfrm>
                <a:off x="5614149" y="3020980"/>
                <a:ext cx="359280" cy="227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821E86D-62C8-85F4-CC90-C34DB91EAA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08029" y="3014860"/>
                  <a:ext cx="37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FB6AF99-A565-99FB-5BA6-15CC70DAFE12}"/>
                    </a:ext>
                  </a:extLst>
                </p14:cNvPr>
                <p14:cNvContentPartPr/>
                <p14:nvPr/>
              </p14:nvContentPartPr>
              <p14:xfrm>
                <a:off x="5891349" y="2968420"/>
                <a:ext cx="131040" cy="73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FB6AF99-A565-99FB-5BA6-15CC70DAFE1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85229" y="2962300"/>
                  <a:ext cx="1432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956AA6A7-A941-0682-8D0F-2BCC98D712FB}"/>
              </a:ext>
            </a:extLst>
          </p:cNvPr>
          <p:cNvGrpSpPr/>
          <p:nvPr/>
        </p:nvGrpSpPr>
        <p:grpSpPr>
          <a:xfrm>
            <a:off x="6479211" y="3436448"/>
            <a:ext cx="527400" cy="240480"/>
            <a:chOff x="5607309" y="3507700"/>
            <a:chExt cx="5274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7DDF4C0-EB85-E2B8-C735-6F8354B2CA28}"/>
                    </a:ext>
                  </a:extLst>
                </p14:cNvPr>
                <p14:cNvContentPartPr/>
                <p14:nvPr/>
              </p14:nvContentPartPr>
              <p14:xfrm>
                <a:off x="5607309" y="3507700"/>
                <a:ext cx="460080" cy="2224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7DDF4C0-EB85-E2B8-C735-6F8354B2CA2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98309" y="3499060"/>
                  <a:ext cx="477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1B813B3-5823-B605-0569-12341794E35A}"/>
                    </a:ext>
                  </a:extLst>
                </p14:cNvPr>
                <p14:cNvContentPartPr/>
                <p14:nvPr/>
              </p14:nvContentPartPr>
              <p14:xfrm>
                <a:off x="6002229" y="3674020"/>
                <a:ext cx="132480" cy="74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1B813B3-5823-B605-0569-12341794E3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93229" y="3665380"/>
                  <a:ext cx="1501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559D10C-2126-8A85-8BB0-928080C6DC8A}"/>
              </a:ext>
            </a:extLst>
          </p:cNvPr>
          <p:cNvGrpSpPr/>
          <p:nvPr/>
        </p:nvGrpSpPr>
        <p:grpSpPr>
          <a:xfrm>
            <a:off x="7910931" y="2907608"/>
            <a:ext cx="249840" cy="365760"/>
            <a:chOff x="7039029" y="2978860"/>
            <a:chExt cx="2498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9730FB-1D08-EFC8-C21C-6770E82EBB82}"/>
                    </a:ext>
                  </a:extLst>
                </p14:cNvPr>
                <p14:cNvContentPartPr/>
                <p14:nvPr/>
              </p14:nvContentPartPr>
              <p14:xfrm>
                <a:off x="7039029" y="2978860"/>
                <a:ext cx="13680" cy="271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9730FB-1D08-EFC8-C21C-6770E82EBB8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32909" y="2972740"/>
                  <a:ext cx="25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428390F-8A4D-F220-AA22-89F6877DA214}"/>
                    </a:ext>
                  </a:extLst>
                </p14:cNvPr>
                <p14:cNvContentPartPr/>
                <p14:nvPr/>
              </p14:nvContentPartPr>
              <p14:xfrm>
                <a:off x="7060989" y="3235540"/>
                <a:ext cx="204120" cy="16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428390F-8A4D-F220-AA22-89F6877DA21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54869" y="3229420"/>
                  <a:ext cx="216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D5BFB17-DC5B-D112-1CB9-627B9224E400}"/>
                    </a:ext>
                  </a:extLst>
                </p14:cNvPr>
                <p14:cNvContentPartPr/>
                <p14:nvPr/>
              </p14:nvContentPartPr>
              <p14:xfrm>
                <a:off x="7203549" y="3168580"/>
                <a:ext cx="85320" cy="1760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D5BFB17-DC5B-D112-1CB9-627B9224E40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97429" y="3162460"/>
                  <a:ext cx="975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6E8A84B1-F66F-ECEF-F751-1F4571B98766}"/>
              </a:ext>
            </a:extLst>
          </p:cNvPr>
          <p:cNvGrpSpPr/>
          <p:nvPr/>
        </p:nvGrpSpPr>
        <p:grpSpPr>
          <a:xfrm>
            <a:off x="7852971" y="3590518"/>
            <a:ext cx="561960" cy="510490"/>
            <a:chOff x="6981069" y="3661770"/>
            <a:chExt cx="561960" cy="51049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CB88811-8798-53BF-6119-52C32E9DD4A5}"/>
                    </a:ext>
                  </a:extLst>
                </p14:cNvPr>
                <p14:cNvContentPartPr/>
                <p14:nvPr/>
              </p14:nvContentPartPr>
              <p14:xfrm>
                <a:off x="7117149" y="4094500"/>
                <a:ext cx="365040" cy="14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CB88811-8798-53BF-6119-52C32E9DD4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08149" y="4085500"/>
                  <a:ext cx="38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14C1E2A-7137-25D7-C9CD-CED21BEADF90}"/>
                    </a:ext>
                  </a:extLst>
                </p14:cNvPr>
                <p14:cNvContentPartPr/>
                <p14:nvPr/>
              </p14:nvContentPartPr>
              <p14:xfrm>
                <a:off x="6981069" y="4024660"/>
                <a:ext cx="163800" cy="147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14C1E2A-7137-25D7-C9CD-CED21BEADF9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72429" y="4016020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D4D7508-8881-AD68-F56E-B345E334B4ED}"/>
                    </a:ext>
                  </a:extLst>
                </p14:cNvPr>
                <p14:cNvContentPartPr/>
                <p14:nvPr/>
              </p14:nvContentPartPr>
              <p14:xfrm>
                <a:off x="7109949" y="3914850"/>
                <a:ext cx="433080" cy="12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D4D7508-8881-AD68-F56E-B345E334B4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01309" y="3905850"/>
                  <a:ext cx="450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86977B9-A412-013D-38DC-1C05E6FCBCCE}"/>
                    </a:ext>
                  </a:extLst>
                </p14:cNvPr>
                <p14:cNvContentPartPr/>
                <p14:nvPr/>
              </p14:nvContentPartPr>
              <p14:xfrm>
                <a:off x="7071789" y="3755370"/>
                <a:ext cx="18360" cy="203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86977B9-A412-013D-38DC-1C05E6FCBC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62789" y="3746370"/>
                  <a:ext cx="3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6515D02-39C0-C03C-4E10-FBC5F38C5F7A}"/>
                    </a:ext>
                  </a:extLst>
                </p14:cNvPr>
                <p14:cNvContentPartPr/>
                <p14:nvPr/>
              </p14:nvContentPartPr>
              <p14:xfrm>
                <a:off x="7033269" y="3661770"/>
                <a:ext cx="110160" cy="1051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6515D02-39C0-C03C-4E10-FBC5F38C5F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24269" y="3652770"/>
                  <a:ext cx="1278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3DBB485-03F2-BBAE-CC06-604EEE061042}"/>
              </a:ext>
            </a:extLst>
          </p:cNvPr>
          <p:cNvGrpSpPr/>
          <p:nvPr/>
        </p:nvGrpSpPr>
        <p:grpSpPr>
          <a:xfrm>
            <a:off x="7854051" y="4146358"/>
            <a:ext cx="536040" cy="308880"/>
            <a:chOff x="6982149" y="4217610"/>
            <a:chExt cx="5360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52C3723-BA53-A800-EB30-55C184101570}"/>
                    </a:ext>
                  </a:extLst>
                </p14:cNvPr>
                <p14:cNvContentPartPr/>
                <p14:nvPr/>
              </p14:nvContentPartPr>
              <p14:xfrm>
                <a:off x="7049469" y="4217610"/>
                <a:ext cx="468720" cy="27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52C3723-BA53-A800-EB30-55C1841015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43349" y="4211490"/>
                  <a:ext cx="480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73E070E-575C-73A6-6C70-E4D0255D3695}"/>
                    </a:ext>
                  </a:extLst>
                </p14:cNvPr>
                <p14:cNvContentPartPr/>
                <p14:nvPr/>
              </p14:nvContentPartPr>
              <p14:xfrm>
                <a:off x="7025709" y="4254690"/>
                <a:ext cx="31320" cy="2718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73E070E-575C-73A6-6C70-E4D0255D369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19589" y="4248570"/>
                  <a:ext cx="43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8242B73-4667-AABD-3613-B2DBA1AD3D82}"/>
                    </a:ext>
                  </a:extLst>
                </p14:cNvPr>
                <p14:cNvContentPartPr/>
                <p14:nvPr/>
              </p14:nvContentPartPr>
              <p14:xfrm>
                <a:off x="6982149" y="4456290"/>
                <a:ext cx="93240" cy="586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8242B73-4667-AABD-3613-B2DBA1AD3D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76029" y="4450170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E76731B2-31C1-91C7-6388-30F9DA2679EE}"/>
              </a:ext>
            </a:extLst>
          </p:cNvPr>
          <p:cNvGrpSpPr/>
          <p:nvPr/>
        </p:nvGrpSpPr>
        <p:grpSpPr>
          <a:xfrm>
            <a:off x="7387491" y="2838838"/>
            <a:ext cx="185040" cy="429840"/>
            <a:chOff x="6515589" y="2910090"/>
            <a:chExt cx="185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E6C7675-FAB0-5DE5-1351-850D809BA465}"/>
                    </a:ext>
                  </a:extLst>
                </p14:cNvPr>
                <p14:cNvContentPartPr/>
                <p14:nvPr/>
              </p14:nvContentPartPr>
              <p14:xfrm>
                <a:off x="6574989" y="2910090"/>
                <a:ext cx="125640" cy="4078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E6C7675-FAB0-5DE5-1351-850D809BA4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66349" y="2901090"/>
                  <a:ext cx="1432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E35E6C9-DB7E-3234-09EC-25EB73916874}"/>
                    </a:ext>
                  </a:extLst>
                </p14:cNvPr>
                <p14:cNvContentPartPr/>
                <p14:nvPr/>
              </p14:nvContentPartPr>
              <p14:xfrm>
                <a:off x="6515589" y="3243810"/>
                <a:ext cx="72360" cy="961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E35E6C9-DB7E-3234-09EC-25EB739168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06949" y="3234810"/>
                  <a:ext cx="9000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3924FB41-2F20-AEA9-013A-B39F9BDC1D95}"/>
              </a:ext>
            </a:extLst>
          </p:cNvPr>
          <p:cNvGrpSpPr/>
          <p:nvPr/>
        </p:nvGrpSpPr>
        <p:grpSpPr>
          <a:xfrm>
            <a:off x="4976482" y="3529092"/>
            <a:ext cx="366120" cy="586440"/>
            <a:chOff x="3421749" y="3805050"/>
            <a:chExt cx="36612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82C3D66-6C15-E824-059D-89595DFD2587}"/>
                    </a:ext>
                  </a:extLst>
                </p14:cNvPr>
                <p14:cNvContentPartPr/>
                <p14:nvPr/>
              </p14:nvContentPartPr>
              <p14:xfrm>
                <a:off x="3421749" y="3805050"/>
                <a:ext cx="336600" cy="586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82C3D66-6C15-E824-059D-89595DFD258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15629" y="3798930"/>
                  <a:ext cx="3488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A44B960-1168-1306-FACD-6241D4FBDEF5}"/>
                    </a:ext>
                  </a:extLst>
                </p14:cNvPr>
                <p14:cNvContentPartPr/>
                <p14:nvPr/>
              </p14:nvContentPartPr>
              <p14:xfrm>
                <a:off x="3691389" y="3870570"/>
                <a:ext cx="96480" cy="817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A44B960-1168-1306-FACD-6241D4FBDE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85269" y="3864450"/>
                  <a:ext cx="1087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ABB1916-5D8A-DE14-506A-57C03B4A33CA}"/>
              </a:ext>
            </a:extLst>
          </p:cNvPr>
          <p:cNvGrpSpPr/>
          <p:nvPr/>
        </p:nvGrpSpPr>
        <p:grpSpPr>
          <a:xfrm>
            <a:off x="6831291" y="1522678"/>
            <a:ext cx="968040" cy="741240"/>
            <a:chOff x="5959389" y="1593930"/>
            <a:chExt cx="96804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24FE9CC-8A42-1D83-F18D-AC06DCFE9476}"/>
                    </a:ext>
                  </a:extLst>
                </p14:cNvPr>
                <p14:cNvContentPartPr/>
                <p14:nvPr/>
              </p14:nvContentPartPr>
              <p14:xfrm>
                <a:off x="5959389" y="1717410"/>
                <a:ext cx="390240" cy="617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24FE9CC-8A42-1D83-F18D-AC06DCFE947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53269" y="1711290"/>
                  <a:ext cx="4024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62B8D35-70FF-0CD2-29FB-44B98D113DAF}"/>
                    </a:ext>
                  </a:extLst>
                </p14:cNvPr>
                <p14:cNvContentPartPr/>
                <p14:nvPr/>
              </p14:nvContentPartPr>
              <p14:xfrm>
                <a:off x="6294189" y="1888770"/>
                <a:ext cx="100080" cy="500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62B8D35-70FF-0CD2-29FB-44B98D113DA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88069" y="1882650"/>
                  <a:ext cx="112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53C175C-6196-0492-2A27-D98DF62BD497}"/>
                    </a:ext>
                  </a:extLst>
                </p14:cNvPr>
                <p14:cNvContentPartPr/>
                <p14:nvPr/>
              </p14:nvContentPartPr>
              <p14:xfrm>
                <a:off x="6415149" y="2002530"/>
                <a:ext cx="5040" cy="104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53C175C-6196-0492-2A27-D98DF62BD49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09029" y="1996410"/>
                  <a:ext cx="1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EB6A412-1C4B-7722-C385-9DC58EF092E8}"/>
                    </a:ext>
                  </a:extLst>
                </p14:cNvPr>
                <p14:cNvContentPartPr/>
                <p14:nvPr/>
              </p14:nvContentPartPr>
              <p14:xfrm>
                <a:off x="6546549" y="1593930"/>
                <a:ext cx="366840" cy="5432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EB6A412-1C4B-7722-C385-9DC58EF092E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40429" y="1587810"/>
                  <a:ext cx="379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44C4B3A-AC56-4FE6-67B8-4FDA8ACF295B}"/>
                    </a:ext>
                  </a:extLst>
                </p14:cNvPr>
                <p14:cNvContentPartPr/>
                <p14:nvPr/>
              </p14:nvContentPartPr>
              <p14:xfrm>
                <a:off x="6843549" y="1748010"/>
                <a:ext cx="83880" cy="30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44C4B3A-AC56-4FE6-67B8-4FDA8ACF295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37429" y="1741890"/>
                  <a:ext cx="96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A3EE123-A310-B02A-132F-BC9CEF78272A}"/>
              </a:ext>
            </a:extLst>
          </p:cNvPr>
          <p:cNvGrpSpPr/>
          <p:nvPr/>
        </p:nvGrpSpPr>
        <p:grpSpPr>
          <a:xfrm>
            <a:off x="9329209" y="3490316"/>
            <a:ext cx="1430402" cy="604440"/>
            <a:chOff x="8457307" y="3561568"/>
            <a:chExt cx="1430402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B536972-5A28-7555-4360-54D0CC919935}"/>
                    </a:ext>
                  </a:extLst>
                </p14:cNvPr>
                <p14:cNvContentPartPr/>
                <p14:nvPr/>
              </p14:nvContentPartPr>
              <p14:xfrm>
                <a:off x="8457307" y="3561568"/>
                <a:ext cx="339480" cy="6044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B536972-5A28-7555-4360-54D0CC9199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51187" y="3555448"/>
                  <a:ext cx="3517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85B035F-346C-AEAC-E73C-88310798A5EE}"/>
                    </a:ext>
                  </a:extLst>
                </p14:cNvPr>
                <p14:cNvContentPartPr/>
                <p14:nvPr/>
              </p14:nvContentPartPr>
              <p14:xfrm>
                <a:off x="8762587" y="3726808"/>
                <a:ext cx="98640" cy="482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85B035F-346C-AEAC-E73C-88310798A5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56467" y="3720688"/>
                  <a:ext cx="110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0AAF225-C7E9-5C39-731F-001EF3A97512}"/>
                    </a:ext>
                  </a:extLst>
                </p14:cNvPr>
                <p14:cNvContentPartPr/>
                <p14:nvPr/>
              </p14:nvContentPartPr>
              <p14:xfrm>
                <a:off x="8897709" y="3913050"/>
                <a:ext cx="11160" cy="10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0AAF225-C7E9-5C39-731F-001EF3A9751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91589" y="3906930"/>
                  <a:ext cx="23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C171742-D101-69EF-EECA-F4D14EBD9F34}"/>
                    </a:ext>
                  </a:extLst>
                </p14:cNvPr>
                <p14:cNvContentPartPr/>
                <p14:nvPr/>
              </p14:nvContentPartPr>
              <p14:xfrm>
                <a:off x="8995269" y="3658170"/>
                <a:ext cx="282960" cy="4669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C171742-D101-69EF-EECA-F4D14EBD9F3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89149" y="3652050"/>
                  <a:ext cx="295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7CBB8C4-E0B5-DDCB-2215-20505EB6BDB9}"/>
                    </a:ext>
                  </a:extLst>
                </p14:cNvPr>
                <p14:cNvContentPartPr/>
                <p14:nvPr/>
              </p14:nvContentPartPr>
              <p14:xfrm>
                <a:off x="9242949" y="3775530"/>
                <a:ext cx="82080" cy="295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7CBB8C4-E0B5-DDCB-2215-20505EB6BDB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36829" y="3769410"/>
                  <a:ext cx="94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8EB6B1A-B100-5E3C-5E56-897519D22125}"/>
                    </a:ext>
                  </a:extLst>
                </p14:cNvPr>
                <p14:cNvContentPartPr/>
                <p14:nvPr/>
              </p14:nvContentPartPr>
              <p14:xfrm>
                <a:off x="9352389" y="3905490"/>
                <a:ext cx="28440" cy="262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8EB6B1A-B100-5E3C-5E56-897519D2212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46269" y="3899370"/>
                  <a:ext cx="40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D5D53EC-FE70-6DF0-6DF6-15D0DDE05E40}"/>
                    </a:ext>
                  </a:extLst>
                </p14:cNvPr>
                <p14:cNvContentPartPr/>
                <p14:nvPr/>
              </p14:nvContentPartPr>
              <p14:xfrm>
                <a:off x="9471909" y="3608130"/>
                <a:ext cx="369720" cy="4496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D5D53EC-FE70-6DF0-6DF6-15D0DDE05E4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65789" y="3602010"/>
                  <a:ext cx="381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534F65D-582C-8C2F-5835-9FD811601858}"/>
                    </a:ext>
                  </a:extLst>
                </p14:cNvPr>
                <p14:cNvContentPartPr/>
                <p14:nvPr/>
              </p14:nvContentPartPr>
              <p14:xfrm>
                <a:off x="9798429" y="3695610"/>
                <a:ext cx="89280" cy="151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534F65D-582C-8C2F-5835-9FD8116018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92309" y="3689490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8CEE40A-4530-02D6-1F9E-70F3702629C7}"/>
              </a:ext>
            </a:extLst>
          </p:cNvPr>
          <p:cNvGrpSpPr/>
          <p:nvPr/>
        </p:nvGrpSpPr>
        <p:grpSpPr>
          <a:xfrm>
            <a:off x="7075389" y="3977140"/>
            <a:ext cx="192240" cy="487080"/>
            <a:chOff x="7075389" y="3977140"/>
            <a:chExt cx="19224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6712195-96BF-B202-11DA-D0BF5680ED16}"/>
                    </a:ext>
                  </a:extLst>
                </p14:cNvPr>
                <p14:cNvContentPartPr/>
                <p14:nvPr/>
              </p14:nvContentPartPr>
              <p14:xfrm>
                <a:off x="7075389" y="4078660"/>
                <a:ext cx="33120" cy="3855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6712195-96BF-B202-11DA-D0BF5680ED1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69269" y="4072540"/>
                  <a:ext cx="453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43EB3B7-5DA8-10FE-93DC-04DD9FF659EF}"/>
                    </a:ext>
                  </a:extLst>
                </p14:cNvPr>
                <p14:cNvContentPartPr/>
                <p14:nvPr/>
              </p14:nvContentPartPr>
              <p14:xfrm>
                <a:off x="7075389" y="4029700"/>
                <a:ext cx="177120" cy="47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43EB3B7-5DA8-10FE-93DC-04DD9FF659E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69269" y="4023580"/>
                  <a:ext cx="189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DC98E40-4777-2D23-8243-3C9D4E695576}"/>
                    </a:ext>
                  </a:extLst>
                </p14:cNvPr>
                <p14:cNvContentPartPr/>
                <p14:nvPr/>
              </p14:nvContentPartPr>
              <p14:xfrm>
                <a:off x="7176189" y="3977140"/>
                <a:ext cx="91440" cy="1260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DC98E40-4777-2D23-8243-3C9D4E69557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70069" y="3971020"/>
                  <a:ext cx="1036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00F3039C-B8FC-1BF9-8F8D-2435E77AAF3F}"/>
              </a:ext>
            </a:extLst>
          </p:cNvPr>
          <p:cNvGrpSpPr/>
          <p:nvPr/>
        </p:nvGrpSpPr>
        <p:grpSpPr>
          <a:xfrm>
            <a:off x="7690629" y="2838460"/>
            <a:ext cx="105480" cy="402840"/>
            <a:chOff x="7690629" y="2838460"/>
            <a:chExt cx="10548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B40193B-AB70-973D-3F5E-25995205F674}"/>
                    </a:ext>
                  </a:extLst>
                </p14:cNvPr>
                <p14:cNvContentPartPr/>
                <p14:nvPr/>
              </p14:nvContentPartPr>
              <p14:xfrm>
                <a:off x="7719069" y="2838460"/>
                <a:ext cx="45360" cy="3801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B40193B-AB70-973D-3F5E-25995205F6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10429" y="2829820"/>
                  <a:ext cx="630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23D268B-7A09-FE10-7DA3-EF82DED9C7AE}"/>
                    </a:ext>
                  </a:extLst>
                </p14:cNvPr>
                <p14:cNvContentPartPr/>
                <p14:nvPr/>
              </p14:nvContentPartPr>
              <p14:xfrm>
                <a:off x="7690629" y="3165340"/>
                <a:ext cx="105480" cy="75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23D268B-7A09-FE10-7DA3-EF82DED9C7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81989" y="3156700"/>
                  <a:ext cx="123120" cy="9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407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9580-C817-4E42-97D6-CD81F0F4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2740A295-D6CD-78C2-5AE9-CE122D7D7CA8}"/>
              </a:ext>
            </a:extLst>
          </p:cNvPr>
          <p:cNvGrpSpPr/>
          <p:nvPr/>
        </p:nvGrpSpPr>
        <p:grpSpPr>
          <a:xfrm>
            <a:off x="4924389" y="390820"/>
            <a:ext cx="1403280" cy="486720"/>
            <a:chOff x="4924389" y="390820"/>
            <a:chExt cx="1403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A691104-042E-3DAD-2724-A81B89D01AAF}"/>
                    </a:ext>
                  </a:extLst>
                </p14:cNvPr>
                <p14:cNvContentPartPr/>
                <p14:nvPr/>
              </p14:nvContentPartPr>
              <p14:xfrm>
                <a:off x="4924389" y="390820"/>
                <a:ext cx="160200" cy="31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A691104-042E-3DAD-2724-A81B89D01A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8269" y="384700"/>
                  <a:ext cx="172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D3F0DE-EE60-94F1-C356-086CF7ED569F}"/>
                    </a:ext>
                  </a:extLst>
                </p14:cNvPr>
                <p14:cNvContentPartPr/>
                <p14:nvPr/>
              </p14:nvContentPartPr>
              <p14:xfrm>
                <a:off x="5143269" y="567580"/>
                <a:ext cx="41040" cy="24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3D3F0DE-EE60-94F1-C356-086CF7ED56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7202" y="561460"/>
                  <a:ext cx="53174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1410DD3-2F56-BFCF-A0E8-293B8F325444}"/>
                    </a:ext>
                  </a:extLst>
                </p14:cNvPr>
                <p14:cNvContentPartPr/>
                <p14:nvPr/>
              </p14:nvContentPartPr>
              <p14:xfrm>
                <a:off x="5155869" y="548860"/>
                <a:ext cx="160560" cy="21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1410DD3-2F56-BFCF-A0E8-293B8F3254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749" y="542730"/>
                  <a:ext cx="172800" cy="225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BB94A2-215C-C506-9100-41140854C889}"/>
                    </a:ext>
                  </a:extLst>
                </p14:cNvPr>
                <p14:cNvContentPartPr/>
                <p14:nvPr/>
              </p14:nvContentPartPr>
              <p14:xfrm>
                <a:off x="5295189" y="623380"/>
                <a:ext cx="14436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ABB94A2-215C-C506-9100-41140854C8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9069" y="617260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C8E474B-4861-8113-0F97-FD212962A8E1}"/>
                    </a:ext>
                  </a:extLst>
                </p14:cNvPr>
                <p14:cNvContentPartPr/>
                <p14:nvPr/>
              </p14:nvContentPartPr>
              <p14:xfrm>
                <a:off x="5542869" y="628780"/>
                <a:ext cx="123120" cy="18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C8E474B-4861-8113-0F97-FD212962A8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36749" y="622660"/>
                  <a:ext cx="13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B4C8CB-ED32-17F1-9E81-1BE3328D78D4}"/>
                    </a:ext>
                  </a:extLst>
                </p14:cNvPr>
                <p14:cNvContentPartPr/>
                <p14:nvPr/>
              </p14:nvContentPartPr>
              <p14:xfrm>
                <a:off x="5705589" y="598180"/>
                <a:ext cx="12276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B4C8CB-ED32-17F1-9E81-1BE3328D78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469" y="592060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265823-8614-DFAC-9849-A15F7502C4EC}"/>
                    </a:ext>
                  </a:extLst>
                </p14:cNvPr>
                <p14:cNvContentPartPr/>
                <p14:nvPr/>
              </p14:nvContentPartPr>
              <p14:xfrm>
                <a:off x="5908989" y="608260"/>
                <a:ext cx="35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265823-8614-DFAC-9849-A15F7502C4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2869" y="602140"/>
                  <a:ext cx="4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10293E-554A-45CC-D906-C204C0BD85A8}"/>
                    </a:ext>
                  </a:extLst>
                </p14:cNvPr>
                <p14:cNvContentPartPr/>
                <p14:nvPr/>
              </p14:nvContentPartPr>
              <p14:xfrm>
                <a:off x="6016629" y="617980"/>
                <a:ext cx="21240" cy="18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10293E-554A-45CC-D906-C204C0BD85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0611" y="611848"/>
                  <a:ext cx="33276" cy="19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2C7A84-A14F-B417-9C40-6871782625BE}"/>
                    </a:ext>
                  </a:extLst>
                </p14:cNvPr>
                <p14:cNvContentPartPr/>
                <p14:nvPr/>
              </p14:nvContentPartPr>
              <p14:xfrm>
                <a:off x="6030669" y="630940"/>
                <a:ext cx="118800" cy="12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2C7A84-A14F-B417-9C40-6871782625B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4549" y="624820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735BD3B-6069-5B3B-13A2-1C8B2E4FFD6C}"/>
                    </a:ext>
                  </a:extLst>
                </p14:cNvPr>
                <p14:cNvContentPartPr/>
                <p14:nvPr/>
              </p14:nvContentPartPr>
              <p14:xfrm>
                <a:off x="6124269" y="602500"/>
                <a:ext cx="28080" cy="15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735BD3B-6069-5B3B-13A2-1C8B2E4FFD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8149" y="596380"/>
                  <a:ext cx="4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D23245-F092-F16A-B32F-D93123D8F7CF}"/>
                    </a:ext>
                  </a:extLst>
                </p14:cNvPr>
                <p14:cNvContentPartPr/>
                <p14:nvPr/>
              </p14:nvContentPartPr>
              <p14:xfrm>
                <a:off x="6187269" y="571540"/>
                <a:ext cx="140400" cy="30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D23245-F092-F16A-B32F-D93123D8F7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1149" y="565420"/>
                  <a:ext cx="1526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914C298-E1DF-4E47-7E70-1ED0B5BDABE9}"/>
              </a:ext>
            </a:extLst>
          </p:cNvPr>
          <p:cNvGrpSpPr/>
          <p:nvPr/>
        </p:nvGrpSpPr>
        <p:grpSpPr>
          <a:xfrm>
            <a:off x="742989" y="419980"/>
            <a:ext cx="3239640" cy="639000"/>
            <a:chOff x="742989" y="419980"/>
            <a:chExt cx="323964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6B1D8C-CDF3-1CCC-BDF8-5D0550C55D02}"/>
                    </a:ext>
                  </a:extLst>
                </p14:cNvPr>
                <p14:cNvContentPartPr/>
                <p14:nvPr/>
              </p14:nvContentPartPr>
              <p14:xfrm>
                <a:off x="742989" y="419980"/>
                <a:ext cx="250920" cy="51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6B1D8C-CDF3-1CCC-BDF8-5D0550C55D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869" y="413856"/>
                  <a:ext cx="263160" cy="5234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B8E546-5DA1-62E8-966C-37B41B1A4B59}"/>
                    </a:ext>
                  </a:extLst>
                </p14:cNvPr>
                <p14:cNvContentPartPr/>
                <p14:nvPr/>
              </p14:nvContentPartPr>
              <p14:xfrm>
                <a:off x="1115949" y="693940"/>
                <a:ext cx="30600" cy="26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B8E546-5DA1-62E8-966C-37B41B1A4B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829" y="687820"/>
                  <a:ext cx="4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A944C6-601A-9FCB-9062-ABDA4A246729}"/>
                    </a:ext>
                  </a:extLst>
                </p14:cNvPr>
                <p14:cNvContentPartPr/>
                <p14:nvPr/>
              </p14:nvContentPartPr>
              <p14:xfrm>
                <a:off x="1244469" y="702940"/>
                <a:ext cx="204840" cy="356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A944C6-601A-9FCB-9062-ABDA4A2467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8349" y="696814"/>
                  <a:ext cx="217080" cy="368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86DFC3-2065-FE88-8DCA-7DF9015A1904}"/>
                    </a:ext>
                  </a:extLst>
                </p14:cNvPr>
                <p14:cNvContentPartPr/>
                <p14:nvPr/>
              </p14:nvContentPartPr>
              <p14:xfrm>
                <a:off x="1540749" y="683860"/>
                <a:ext cx="166680" cy="27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86DFC3-2065-FE88-8DCA-7DF9015A19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4629" y="677740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A58827-DE50-88FB-9A09-7FAF2DED3364}"/>
                    </a:ext>
                  </a:extLst>
                </p14:cNvPr>
                <p14:cNvContentPartPr/>
                <p14:nvPr/>
              </p14:nvContentPartPr>
              <p14:xfrm>
                <a:off x="1810029" y="718060"/>
                <a:ext cx="30168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A58827-DE50-88FB-9A09-7FAF2DED33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3902" y="711940"/>
                  <a:ext cx="313935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D59165-A84F-BDDB-4C85-B4FF74F8A94A}"/>
                    </a:ext>
                  </a:extLst>
                </p14:cNvPr>
                <p14:cNvContentPartPr/>
                <p14:nvPr/>
              </p14:nvContentPartPr>
              <p14:xfrm>
                <a:off x="2436429" y="500620"/>
                <a:ext cx="16524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D59165-A84F-BDDB-4C85-B4FF74F8A9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0309" y="494500"/>
                  <a:ext cx="177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82E849-FA59-5108-9D28-5241341D387B}"/>
                    </a:ext>
                  </a:extLst>
                </p14:cNvPr>
                <p14:cNvContentPartPr/>
                <p14:nvPr/>
              </p14:nvContentPartPr>
              <p14:xfrm>
                <a:off x="2645949" y="724180"/>
                <a:ext cx="2005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82E849-FA59-5108-9D28-5241341D387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39829" y="718047"/>
                  <a:ext cx="212760" cy="181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EB78BD-3CA4-AC19-1E1F-8E0FABF47328}"/>
                    </a:ext>
                  </a:extLst>
                </p14:cNvPr>
                <p14:cNvContentPartPr/>
                <p14:nvPr/>
              </p14:nvContentPartPr>
              <p14:xfrm>
                <a:off x="2965629" y="675580"/>
                <a:ext cx="172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EB78BD-3CA4-AC19-1E1F-8E0FABF473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509" y="669468"/>
                  <a:ext cx="184320" cy="286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0F18FE-6A2D-F150-90CC-B2C6D2F97285}"/>
                    </a:ext>
                  </a:extLst>
                </p14:cNvPr>
                <p14:cNvContentPartPr/>
                <p14:nvPr/>
              </p14:nvContentPartPr>
              <p14:xfrm>
                <a:off x="3170109" y="719140"/>
                <a:ext cx="3636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0F18FE-6A2D-F150-90CC-B2C6D2F972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989" y="713020"/>
                  <a:ext cx="4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32EFB7-533C-AF69-571C-2E7CAE2EB62C}"/>
                    </a:ext>
                  </a:extLst>
                </p14:cNvPr>
                <p14:cNvContentPartPr/>
                <p14:nvPr/>
              </p14:nvContentPartPr>
              <p14:xfrm>
                <a:off x="3283149" y="720220"/>
                <a:ext cx="85320" cy="16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32EFB7-533C-AF69-571C-2E7CAE2EB62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7003" y="714113"/>
                  <a:ext cx="97612" cy="180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1519D9-7440-03E4-0BEB-18BB6FCF125C}"/>
                    </a:ext>
                  </a:extLst>
                </p14:cNvPr>
                <p14:cNvContentPartPr/>
                <p14:nvPr/>
              </p14:nvContentPartPr>
              <p14:xfrm>
                <a:off x="3730989" y="502060"/>
                <a:ext cx="48600" cy="38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1519D9-7440-03E4-0BEB-18BB6FCF125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4869" y="495940"/>
                  <a:ext cx="608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68BB9B-C719-0815-9EEC-FBEE09AE8DEC}"/>
                    </a:ext>
                  </a:extLst>
                </p14:cNvPr>
                <p14:cNvContentPartPr/>
                <p14:nvPr/>
              </p14:nvContentPartPr>
              <p14:xfrm>
                <a:off x="3826389" y="671980"/>
                <a:ext cx="327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68BB9B-C719-0815-9EEC-FBEE09AE8D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0269" y="665860"/>
                  <a:ext cx="45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86F240-C060-53E4-3E35-4EBB414C6F51}"/>
                    </a:ext>
                  </a:extLst>
                </p14:cNvPr>
                <p14:cNvContentPartPr/>
                <p14:nvPr/>
              </p14:nvContentPartPr>
              <p14:xfrm>
                <a:off x="3830709" y="683860"/>
                <a:ext cx="15192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86F240-C060-53E4-3E35-4EBB414C6F5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4589" y="677740"/>
                  <a:ext cx="1641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DBFD79A-D1D0-7FD0-D765-E15DC0430159}"/>
              </a:ext>
            </a:extLst>
          </p:cNvPr>
          <p:cNvGrpSpPr/>
          <p:nvPr/>
        </p:nvGrpSpPr>
        <p:grpSpPr>
          <a:xfrm>
            <a:off x="479469" y="2274700"/>
            <a:ext cx="208440" cy="483120"/>
            <a:chOff x="479469" y="2274700"/>
            <a:chExt cx="20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7EF7DC6-7E3B-F49C-1DD9-FAA14656C623}"/>
                    </a:ext>
                  </a:extLst>
                </p14:cNvPr>
                <p14:cNvContentPartPr/>
                <p14:nvPr/>
              </p14:nvContentPartPr>
              <p14:xfrm>
                <a:off x="605469" y="2352460"/>
                <a:ext cx="82440" cy="40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7EF7DC6-7E3B-F49C-1DD9-FAA14656C6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349" y="2346340"/>
                  <a:ext cx="94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0332C0-E79A-A11C-4D28-1BC483DF9266}"/>
                    </a:ext>
                  </a:extLst>
                </p14:cNvPr>
                <p14:cNvContentPartPr/>
                <p14:nvPr/>
              </p14:nvContentPartPr>
              <p14:xfrm>
                <a:off x="479469" y="2274700"/>
                <a:ext cx="78480" cy="6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0332C0-E79A-A11C-4D28-1BC483DF92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49" y="2268580"/>
                  <a:ext cx="9072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D4C903-9FD2-F158-15F7-F847B6B9BD1C}"/>
                  </a:ext>
                </a:extLst>
              </p14:cNvPr>
              <p14:cNvContentPartPr/>
              <p14:nvPr/>
            </p14:nvContentPartPr>
            <p14:xfrm>
              <a:off x="835149" y="2263540"/>
              <a:ext cx="324000" cy="404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D4C903-9FD2-F158-15F7-F847B6B9BD1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29036" y="2257420"/>
                <a:ext cx="336226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7037D9-F5E1-42A3-63DB-DAF4D18D50BC}"/>
                  </a:ext>
                </a:extLst>
              </p14:cNvPr>
              <p14:cNvContentPartPr/>
              <p14:nvPr/>
            </p14:nvContentPartPr>
            <p14:xfrm>
              <a:off x="1229349" y="2266060"/>
              <a:ext cx="395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7037D9-F5E1-42A3-63DB-DAF4D18D50B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23229" y="2259940"/>
                <a:ext cx="407520" cy="41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532F13C-532F-FFAD-D49D-225A80F40CC4}"/>
              </a:ext>
            </a:extLst>
          </p:cNvPr>
          <p:cNvGrpSpPr/>
          <p:nvPr/>
        </p:nvGrpSpPr>
        <p:grpSpPr>
          <a:xfrm>
            <a:off x="4238589" y="582340"/>
            <a:ext cx="291240" cy="281520"/>
            <a:chOff x="4238589" y="582340"/>
            <a:chExt cx="2912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A8792F-543A-8C78-D2C4-AEBF54050797}"/>
                    </a:ext>
                  </a:extLst>
                </p14:cNvPr>
                <p14:cNvContentPartPr/>
                <p14:nvPr/>
              </p14:nvContentPartPr>
              <p14:xfrm>
                <a:off x="4238589" y="692860"/>
                <a:ext cx="291240" cy="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A8792F-543A-8C78-D2C4-AEBF540507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469" y="686893"/>
                  <a:ext cx="303480" cy="25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39ECA3-E131-0982-69F9-DA053CB2F099}"/>
                    </a:ext>
                  </a:extLst>
                </p14:cNvPr>
                <p14:cNvContentPartPr/>
                <p14:nvPr/>
              </p14:nvContentPartPr>
              <p14:xfrm>
                <a:off x="4381509" y="582340"/>
                <a:ext cx="10800" cy="28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39ECA3-E131-0982-69F9-DA053CB2F09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75586" y="576220"/>
                  <a:ext cx="22645" cy="29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7A64E2-3444-E67B-35B9-A53EEAF666DC}"/>
                  </a:ext>
                </a:extLst>
              </p14:cNvPr>
              <p14:cNvContentPartPr/>
              <p14:nvPr/>
            </p14:nvContentPartPr>
            <p14:xfrm>
              <a:off x="921549" y="2430220"/>
              <a:ext cx="163800" cy="30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7A64E2-3444-E67B-35B9-A53EEAF666D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5429" y="2424100"/>
                <a:ext cx="1760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D722D8-8FC0-F50D-EC5C-F62D0A3687AD}"/>
                  </a:ext>
                </a:extLst>
              </p14:cNvPr>
              <p14:cNvContentPartPr/>
              <p14:nvPr/>
            </p14:nvContentPartPr>
            <p14:xfrm>
              <a:off x="903549" y="2408620"/>
              <a:ext cx="57240" cy="103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D722D8-8FC0-F50D-EC5C-F62D0A3687A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97429" y="2402500"/>
                <a:ext cx="694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AAA3DA-B2F7-31B6-4BC1-33550FD28895}"/>
                  </a:ext>
                </a:extLst>
              </p14:cNvPr>
              <p14:cNvContentPartPr/>
              <p14:nvPr/>
            </p14:nvContentPartPr>
            <p14:xfrm>
              <a:off x="1404309" y="2418340"/>
              <a:ext cx="15120" cy="191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AAA3DA-B2F7-31B6-4BC1-33550FD2889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398189" y="2412220"/>
                <a:ext cx="27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8CA5FE5-8C80-A4DA-8B1E-49BCE23378C0}"/>
                  </a:ext>
                </a:extLst>
              </p14:cNvPr>
              <p14:cNvContentPartPr/>
              <p14:nvPr/>
            </p14:nvContentPartPr>
            <p14:xfrm>
              <a:off x="1341309" y="2367580"/>
              <a:ext cx="132480" cy="106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8CA5FE5-8C80-A4DA-8B1E-49BCE23378C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35189" y="2361460"/>
                <a:ext cx="14472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6711AB50-F2B2-FCAC-C249-360A1070A2BF}"/>
              </a:ext>
            </a:extLst>
          </p:cNvPr>
          <p:cNvGrpSpPr/>
          <p:nvPr/>
        </p:nvGrpSpPr>
        <p:grpSpPr>
          <a:xfrm>
            <a:off x="1726509" y="2281540"/>
            <a:ext cx="306360" cy="387360"/>
            <a:chOff x="1726509" y="2281540"/>
            <a:chExt cx="30636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CF21D0A-52FC-E459-0604-10ED3C3F000F}"/>
                    </a:ext>
                  </a:extLst>
                </p14:cNvPr>
                <p14:cNvContentPartPr/>
                <p14:nvPr/>
              </p14:nvContentPartPr>
              <p14:xfrm>
                <a:off x="1726509" y="2281540"/>
                <a:ext cx="306360" cy="387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CF21D0A-52FC-E459-0604-10ED3C3F000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17509" y="2272900"/>
                  <a:ext cx="3240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D5CB6C-15B0-441A-0397-9B00BFE0A1F1}"/>
                    </a:ext>
                  </a:extLst>
                </p14:cNvPr>
                <p14:cNvContentPartPr/>
                <p14:nvPr/>
              </p14:nvContentPartPr>
              <p14:xfrm>
                <a:off x="1819389" y="2484220"/>
                <a:ext cx="141480" cy="2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DD5CB6C-15B0-441A-0397-9B00BFE0A1F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10749" y="2475580"/>
                  <a:ext cx="159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A190F68-FD72-1500-316B-3DE5B16FF908}"/>
                    </a:ext>
                  </a:extLst>
                </p14:cNvPr>
                <p14:cNvContentPartPr/>
                <p14:nvPr/>
              </p14:nvContentPartPr>
              <p14:xfrm>
                <a:off x="1889949" y="2445340"/>
                <a:ext cx="72360" cy="166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A190F68-FD72-1500-316B-3DE5B16FF9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81309" y="2436340"/>
                  <a:ext cx="9000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974BDDC-46DB-E076-C476-830BF995E4CA}"/>
                  </a:ext>
                </a:extLst>
              </p14:cNvPr>
              <p14:cNvContentPartPr/>
              <p14:nvPr/>
            </p14:nvContentPartPr>
            <p14:xfrm>
              <a:off x="7978537" y="1953017"/>
              <a:ext cx="95635" cy="3377782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974BDDC-46DB-E076-C476-830BF995E4C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72402" y="1946896"/>
                <a:ext cx="107905" cy="3390024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6412473C-8C72-1CF6-FC66-4A419F70C6AB}"/>
              </a:ext>
            </a:extLst>
          </p:cNvPr>
          <p:cNvGrpSpPr/>
          <p:nvPr/>
        </p:nvGrpSpPr>
        <p:grpSpPr>
          <a:xfrm>
            <a:off x="4924389" y="1949784"/>
            <a:ext cx="5003280" cy="3498120"/>
            <a:chOff x="4137069" y="1908220"/>
            <a:chExt cx="5003280" cy="34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C20DDE-C118-5909-90A3-4D828F9FB6C1}"/>
                    </a:ext>
                  </a:extLst>
                </p14:cNvPr>
                <p14:cNvContentPartPr/>
                <p14:nvPr/>
              </p14:nvContentPartPr>
              <p14:xfrm>
                <a:off x="5723949" y="1908220"/>
                <a:ext cx="136800" cy="3498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C20DDE-C118-5909-90A3-4D828F9FB6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17829" y="1902100"/>
                  <a:ext cx="149040" cy="35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6C6E0F8-C469-834E-0652-679DF386DBFC}"/>
                    </a:ext>
                  </a:extLst>
                </p14:cNvPr>
                <p14:cNvContentPartPr/>
                <p14:nvPr/>
              </p14:nvContentPartPr>
              <p14:xfrm>
                <a:off x="4137069" y="3094780"/>
                <a:ext cx="5003280" cy="63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6C6E0F8-C469-834E-0652-679DF386DB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30949" y="3088660"/>
                  <a:ext cx="501552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B64FFCF-E215-4DD9-98D1-8552751A590C}"/>
                  </a:ext>
                </a:extLst>
              </p14:cNvPr>
              <p14:cNvContentPartPr/>
              <p14:nvPr/>
            </p14:nvContentPartPr>
            <p14:xfrm>
              <a:off x="5173509" y="4359984"/>
              <a:ext cx="4795200" cy="871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B64FFCF-E215-4DD9-98D1-8552751A590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167389" y="4353864"/>
                <a:ext cx="4807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C2ECCDE-036E-59A7-4446-79AE734A830D}"/>
              </a:ext>
            </a:extLst>
          </p:cNvPr>
          <p:cNvGrpSpPr/>
          <p:nvPr/>
        </p:nvGrpSpPr>
        <p:grpSpPr>
          <a:xfrm>
            <a:off x="6694869" y="5168566"/>
            <a:ext cx="1715760" cy="604080"/>
            <a:chOff x="7775949" y="5141380"/>
            <a:chExt cx="171576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13DBA5-FE70-E206-F5D7-08B00F106945}"/>
                    </a:ext>
                  </a:extLst>
                </p14:cNvPr>
                <p14:cNvContentPartPr/>
                <p14:nvPr/>
              </p14:nvContentPartPr>
              <p14:xfrm>
                <a:off x="7810869" y="5172340"/>
                <a:ext cx="16920" cy="365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13DBA5-FE70-E206-F5D7-08B00F10694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04749" y="5166220"/>
                  <a:ext cx="29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BD56D3A-8CB4-647B-484A-7A376169D2AD}"/>
                    </a:ext>
                  </a:extLst>
                </p14:cNvPr>
                <p14:cNvContentPartPr/>
                <p14:nvPr/>
              </p14:nvContentPartPr>
              <p14:xfrm>
                <a:off x="7775949" y="5180260"/>
                <a:ext cx="460440" cy="565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BD56D3A-8CB4-647B-484A-7A376169D2A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69829" y="5174140"/>
                  <a:ext cx="472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2E27DE3-94ED-7F65-84A9-4EC60C5812B7}"/>
                    </a:ext>
                  </a:extLst>
                </p14:cNvPr>
                <p14:cNvContentPartPr/>
                <p14:nvPr/>
              </p14:nvContentPartPr>
              <p14:xfrm>
                <a:off x="8239989" y="5386540"/>
                <a:ext cx="43920" cy="119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2E27DE3-94ED-7F65-84A9-4EC60C5812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33869" y="5380420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547B35A-D657-C063-0920-B2B7A68CD925}"/>
                    </a:ext>
                  </a:extLst>
                </p14:cNvPr>
                <p14:cNvContentPartPr/>
                <p14:nvPr/>
              </p14:nvContentPartPr>
              <p14:xfrm>
                <a:off x="8340429" y="5380060"/>
                <a:ext cx="86040" cy="100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547B35A-D657-C063-0920-B2B7A68CD9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34309" y="5373940"/>
                  <a:ext cx="98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96EFF84-C4D6-3632-01B1-AA04DACC8D73}"/>
                    </a:ext>
                  </a:extLst>
                </p14:cNvPr>
                <p14:cNvContentPartPr/>
                <p14:nvPr/>
              </p14:nvContentPartPr>
              <p14:xfrm>
                <a:off x="8459589" y="5399500"/>
                <a:ext cx="58680" cy="114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96EFF84-C4D6-3632-01B1-AA04DACC8D7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53469" y="5393380"/>
                  <a:ext cx="70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5F561D1-10AB-E41A-5FA1-1B76AF0F4022}"/>
                    </a:ext>
                  </a:extLst>
                </p14:cNvPr>
                <p14:cNvContentPartPr/>
                <p14:nvPr/>
              </p14:nvContentPartPr>
              <p14:xfrm>
                <a:off x="8583069" y="5400940"/>
                <a:ext cx="37440" cy="113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5F561D1-10AB-E41A-5FA1-1B76AF0F402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6949" y="5394820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FA34CF6-E0B3-4867-C75E-967DB78C731A}"/>
                    </a:ext>
                  </a:extLst>
                </p14:cNvPr>
                <p14:cNvContentPartPr/>
                <p14:nvPr/>
              </p14:nvContentPartPr>
              <p14:xfrm>
                <a:off x="8642469" y="5385100"/>
                <a:ext cx="129600" cy="136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FA34CF6-E0B3-4867-C75E-967DB78C731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6349" y="5378980"/>
                  <a:ext cx="14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6753E71-AB57-40B1-BD90-EB9A25EBBE1A}"/>
                    </a:ext>
                  </a:extLst>
                </p14:cNvPr>
                <p14:cNvContentPartPr/>
                <p14:nvPr/>
              </p14:nvContentPartPr>
              <p14:xfrm>
                <a:off x="8948469" y="5251540"/>
                <a:ext cx="13680" cy="248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6753E71-AB57-40B1-BD90-EB9A25EBBE1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42349" y="5245420"/>
                  <a:ext cx="25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BFCE00C-8851-683F-8458-BC7AE7F25656}"/>
                    </a:ext>
                  </a:extLst>
                </p14:cNvPr>
                <p14:cNvContentPartPr/>
                <p14:nvPr/>
              </p14:nvContentPartPr>
              <p14:xfrm>
                <a:off x="8923629" y="5214100"/>
                <a:ext cx="289440" cy="268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BFCE00C-8851-683F-8458-BC7AE7F256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7509" y="5207980"/>
                  <a:ext cx="301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7BB48E-7654-505B-DC45-4C43267A9EDA}"/>
                    </a:ext>
                  </a:extLst>
                </p14:cNvPr>
                <p14:cNvContentPartPr/>
                <p14:nvPr/>
              </p14:nvContentPartPr>
              <p14:xfrm>
                <a:off x="9229269" y="5141380"/>
                <a:ext cx="262440" cy="353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7BB48E-7654-505B-DC45-4C43267A9ED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23149" y="5135260"/>
                  <a:ext cx="2746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912518B-6F31-0881-70A0-DF9ED2FEDE3E}"/>
              </a:ext>
            </a:extLst>
          </p:cNvPr>
          <p:cNvGrpSpPr/>
          <p:nvPr/>
        </p:nvGrpSpPr>
        <p:grpSpPr>
          <a:xfrm>
            <a:off x="7029669" y="4138224"/>
            <a:ext cx="212760" cy="400320"/>
            <a:chOff x="6242349" y="4096660"/>
            <a:chExt cx="21276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CD41C93-C282-C4B0-86CF-CB9911BCC9D0}"/>
                    </a:ext>
                  </a:extLst>
                </p14:cNvPr>
                <p14:cNvContentPartPr/>
                <p14:nvPr/>
              </p14:nvContentPartPr>
              <p14:xfrm>
                <a:off x="6242349" y="4199980"/>
                <a:ext cx="28440" cy="297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CD41C93-C282-C4B0-86CF-CB9911BCC9D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33349" y="4191340"/>
                  <a:ext cx="46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6684A1F-BE30-28BC-24F4-8B29301B1690}"/>
                    </a:ext>
                  </a:extLst>
                </p14:cNvPr>
                <p14:cNvContentPartPr/>
                <p14:nvPr/>
              </p14:nvContentPartPr>
              <p14:xfrm>
                <a:off x="6245949" y="4153540"/>
                <a:ext cx="183960" cy="37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6684A1F-BE30-28BC-24F4-8B29301B16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36949" y="4144540"/>
                  <a:ext cx="20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BBC7FF9-059E-D112-C98A-95605E10271F}"/>
                    </a:ext>
                  </a:extLst>
                </p14:cNvPr>
                <p14:cNvContentPartPr/>
                <p14:nvPr/>
              </p14:nvContentPartPr>
              <p14:xfrm>
                <a:off x="6379509" y="4096660"/>
                <a:ext cx="75600" cy="119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BBC7FF9-059E-D112-C98A-95605E10271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70509" y="4088020"/>
                  <a:ext cx="932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3781E0E-16B8-1910-8B20-4C306C23B859}"/>
              </a:ext>
            </a:extLst>
          </p:cNvPr>
          <p:cNvGrpSpPr/>
          <p:nvPr/>
        </p:nvGrpSpPr>
        <p:grpSpPr>
          <a:xfrm>
            <a:off x="6793869" y="3994584"/>
            <a:ext cx="83520" cy="581400"/>
            <a:chOff x="6006549" y="3953020"/>
            <a:chExt cx="83520" cy="5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387FAD8-1C65-95A3-0348-BD71EFED2397}"/>
                    </a:ext>
                  </a:extLst>
                </p14:cNvPr>
                <p14:cNvContentPartPr/>
                <p14:nvPr/>
              </p14:nvContentPartPr>
              <p14:xfrm>
                <a:off x="6061269" y="4022140"/>
                <a:ext cx="15480" cy="512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387FAD8-1C65-95A3-0348-BD71EFED23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55149" y="4016020"/>
                  <a:ext cx="277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A524243-660C-6E1A-911D-71CF0759A477}"/>
                    </a:ext>
                  </a:extLst>
                </p14:cNvPr>
                <p14:cNvContentPartPr/>
                <p14:nvPr/>
              </p14:nvContentPartPr>
              <p14:xfrm>
                <a:off x="6006549" y="3953020"/>
                <a:ext cx="83520" cy="125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A524243-660C-6E1A-911D-71CF0759A47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00429" y="3946900"/>
                  <a:ext cx="95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F52F0A3-F742-A854-187B-D90FC9C39F54}"/>
              </a:ext>
            </a:extLst>
          </p:cNvPr>
          <p:cNvGrpSpPr/>
          <p:nvPr/>
        </p:nvGrpSpPr>
        <p:grpSpPr>
          <a:xfrm>
            <a:off x="6401469" y="3009984"/>
            <a:ext cx="408240" cy="279720"/>
            <a:chOff x="5614149" y="2968420"/>
            <a:chExt cx="40824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81355C-3079-AAB1-15B0-46055C9E5934}"/>
                    </a:ext>
                  </a:extLst>
                </p14:cNvPr>
                <p14:cNvContentPartPr/>
                <p14:nvPr/>
              </p14:nvContentPartPr>
              <p14:xfrm>
                <a:off x="5614149" y="3020980"/>
                <a:ext cx="359280" cy="227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81355C-3079-AAB1-15B0-46055C9E59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08029" y="3014860"/>
                  <a:ext cx="37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36770F8-9175-9884-6AAD-9C00429B4C3D}"/>
                    </a:ext>
                  </a:extLst>
                </p14:cNvPr>
                <p14:cNvContentPartPr/>
                <p14:nvPr/>
              </p14:nvContentPartPr>
              <p14:xfrm>
                <a:off x="5891349" y="2968420"/>
                <a:ext cx="131040" cy="73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36770F8-9175-9884-6AAD-9C00429B4C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85229" y="2962300"/>
                  <a:ext cx="1432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7B8BF63-E2E8-AD7D-BAAF-C6E07EA4FF65}"/>
              </a:ext>
            </a:extLst>
          </p:cNvPr>
          <p:cNvGrpSpPr/>
          <p:nvPr/>
        </p:nvGrpSpPr>
        <p:grpSpPr>
          <a:xfrm>
            <a:off x="6394629" y="3549264"/>
            <a:ext cx="527400" cy="240480"/>
            <a:chOff x="5607309" y="3507700"/>
            <a:chExt cx="5274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9AEEE1-D054-B96C-42AD-5F8D79BD8DD3}"/>
                    </a:ext>
                  </a:extLst>
                </p14:cNvPr>
                <p14:cNvContentPartPr/>
                <p14:nvPr/>
              </p14:nvContentPartPr>
              <p14:xfrm>
                <a:off x="5607309" y="3507700"/>
                <a:ext cx="460080" cy="222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9AEEE1-D054-B96C-42AD-5F8D79BD8D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98309" y="3499060"/>
                  <a:ext cx="477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56F727-47D6-A539-B4E4-F0A691B512D2}"/>
                    </a:ext>
                  </a:extLst>
                </p14:cNvPr>
                <p14:cNvContentPartPr/>
                <p14:nvPr/>
              </p14:nvContentPartPr>
              <p14:xfrm>
                <a:off x="6002229" y="3674020"/>
                <a:ext cx="132480" cy="74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56F727-47D6-A539-B4E4-F0A691B512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93229" y="3665380"/>
                  <a:ext cx="1501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4548A23-1C93-B8F6-BEAA-D7C58E92E18D}"/>
              </a:ext>
            </a:extLst>
          </p:cNvPr>
          <p:cNvGrpSpPr/>
          <p:nvPr/>
        </p:nvGrpSpPr>
        <p:grpSpPr>
          <a:xfrm>
            <a:off x="7826349" y="3020424"/>
            <a:ext cx="249840" cy="365760"/>
            <a:chOff x="7039029" y="2978860"/>
            <a:chExt cx="2498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0857787-0E54-3993-1CD8-7078AF448E8F}"/>
                    </a:ext>
                  </a:extLst>
                </p14:cNvPr>
                <p14:cNvContentPartPr/>
                <p14:nvPr/>
              </p14:nvContentPartPr>
              <p14:xfrm>
                <a:off x="7039029" y="2978860"/>
                <a:ext cx="13680" cy="271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0857787-0E54-3993-1CD8-7078AF448E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32909" y="2972740"/>
                  <a:ext cx="25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FB283D-A909-DD3E-10E3-65DC95F3A91C}"/>
                    </a:ext>
                  </a:extLst>
                </p14:cNvPr>
                <p14:cNvContentPartPr/>
                <p14:nvPr/>
              </p14:nvContentPartPr>
              <p14:xfrm>
                <a:off x="7060989" y="3235540"/>
                <a:ext cx="204120" cy="16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FB283D-A909-DD3E-10E3-65DC95F3A91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54869" y="3229420"/>
                  <a:ext cx="216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E1282F3-807D-ECB5-A389-4EE1AE6BB26C}"/>
                    </a:ext>
                  </a:extLst>
                </p14:cNvPr>
                <p14:cNvContentPartPr/>
                <p14:nvPr/>
              </p14:nvContentPartPr>
              <p14:xfrm>
                <a:off x="7203549" y="3168580"/>
                <a:ext cx="85320" cy="176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E1282F3-807D-ECB5-A389-4EE1AE6BB2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97429" y="3162460"/>
                  <a:ext cx="975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0E1F045-90E4-305D-6516-0136C6829352}"/>
              </a:ext>
            </a:extLst>
          </p:cNvPr>
          <p:cNvGrpSpPr/>
          <p:nvPr/>
        </p:nvGrpSpPr>
        <p:grpSpPr>
          <a:xfrm>
            <a:off x="7768389" y="4066224"/>
            <a:ext cx="501120" cy="147600"/>
            <a:chOff x="6981069" y="4024660"/>
            <a:chExt cx="501120" cy="1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FCE7A90-6CD2-E6AD-C144-EEABC480367B}"/>
                    </a:ext>
                  </a:extLst>
                </p14:cNvPr>
                <p14:cNvContentPartPr/>
                <p14:nvPr/>
              </p14:nvContentPartPr>
              <p14:xfrm>
                <a:off x="7117149" y="4094500"/>
                <a:ext cx="365040" cy="1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FCE7A90-6CD2-E6AD-C144-EEABC48036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08149" y="4085500"/>
                  <a:ext cx="38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E0EB1B0-FBEC-8703-ED72-A62C28255EA1}"/>
                    </a:ext>
                  </a:extLst>
                </p14:cNvPr>
                <p14:cNvContentPartPr/>
                <p14:nvPr/>
              </p14:nvContentPartPr>
              <p14:xfrm>
                <a:off x="6981069" y="4024660"/>
                <a:ext cx="163800" cy="147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E0EB1B0-FBEC-8703-ED72-A62C28255EA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72429" y="4016020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1949F5A-3E65-929B-CD64-26CB1E0493AF}"/>
              </a:ext>
            </a:extLst>
          </p:cNvPr>
          <p:cNvGrpSpPr/>
          <p:nvPr/>
        </p:nvGrpSpPr>
        <p:grpSpPr>
          <a:xfrm>
            <a:off x="7769469" y="4259174"/>
            <a:ext cx="536040" cy="308880"/>
            <a:chOff x="6982149" y="4217610"/>
            <a:chExt cx="5360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94EAD82-AAF3-3949-DF22-BAEB72BD3CF1}"/>
                    </a:ext>
                  </a:extLst>
                </p14:cNvPr>
                <p14:cNvContentPartPr/>
                <p14:nvPr/>
              </p14:nvContentPartPr>
              <p14:xfrm>
                <a:off x="7049469" y="4217610"/>
                <a:ext cx="468720" cy="27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94EAD82-AAF3-3949-DF22-BAEB72BD3CF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43349" y="4211490"/>
                  <a:ext cx="480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0B5D4C7-8E81-F10E-B3BD-32BFB93F6FE2}"/>
                    </a:ext>
                  </a:extLst>
                </p14:cNvPr>
                <p14:cNvContentPartPr/>
                <p14:nvPr/>
              </p14:nvContentPartPr>
              <p14:xfrm>
                <a:off x="7025709" y="4254690"/>
                <a:ext cx="31320" cy="271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0B5D4C7-8E81-F10E-B3BD-32BFB93F6FE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19589" y="4248570"/>
                  <a:ext cx="43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E2D3AB-7741-29B5-8BC1-27BFB33A5AFF}"/>
                    </a:ext>
                  </a:extLst>
                </p14:cNvPr>
                <p14:cNvContentPartPr/>
                <p14:nvPr/>
              </p14:nvContentPartPr>
              <p14:xfrm>
                <a:off x="6982149" y="4456290"/>
                <a:ext cx="93240" cy="58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E2D3AB-7741-29B5-8BC1-27BFB33A5A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76029" y="4450170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DB625B2-2AAE-38CE-4D4B-B3D091E63FEE}"/>
              </a:ext>
            </a:extLst>
          </p:cNvPr>
          <p:cNvGrpSpPr/>
          <p:nvPr/>
        </p:nvGrpSpPr>
        <p:grpSpPr>
          <a:xfrm>
            <a:off x="7302909" y="2951654"/>
            <a:ext cx="185040" cy="429840"/>
            <a:chOff x="6515589" y="2910090"/>
            <a:chExt cx="185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1646004-ED63-AD85-EF86-5D0DD9D798A9}"/>
                    </a:ext>
                  </a:extLst>
                </p14:cNvPr>
                <p14:cNvContentPartPr/>
                <p14:nvPr/>
              </p14:nvContentPartPr>
              <p14:xfrm>
                <a:off x="6574989" y="2910090"/>
                <a:ext cx="125640" cy="407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1646004-ED63-AD85-EF86-5D0DD9D798A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66349" y="2901090"/>
                  <a:ext cx="1432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90F289-7AD5-F6A2-6891-BB367DFF0AAE}"/>
                    </a:ext>
                  </a:extLst>
                </p14:cNvPr>
                <p14:cNvContentPartPr/>
                <p14:nvPr/>
              </p14:nvContentPartPr>
              <p14:xfrm>
                <a:off x="6515589" y="3243810"/>
                <a:ext cx="72360" cy="96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90F289-7AD5-F6A2-6891-BB367DFF0A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06949" y="3234810"/>
                  <a:ext cx="9000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907A8E7-744E-EFD3-43B0-AFE5E0D96663}"/>
              </a:ext>
            </a:extLst>
          </p:cNvPr>
          <p:cNvGrpSpPr/>
          <p:nvPr/>
        </p:nvGrpSpPr>
        <p:grpSpPr>
          <a:xfrm>
            <a:off x="4891900" y="3641908"/>
            <a:ext cx="366120" cy="586440"/>
            <a:chOff x="3421749" y="3805050"/>
            <a:chExt cx="36612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3D8B8E7-DF2E-24C3-1285-64D3B004B11A}"/>
                    </a:ext>
                  </a:extLst>
                </p14:cNvPr>
                <p14:cNvContentPartPr/>
                <p14:nvPr/>
              </p14:nvContentPartPr>
              <p14:xfrm>
                <a:off x="3421749" y="3805050"/>
                <a:ext cx="336600" cy="586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3D8B8E7-DF2E-24C3-1285-64D3B004B1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15629" y="3798930"/>
                  <a:ext cx="3488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5C6457C-1D29-F2C0-DA6B-5EE960C16DFC}"/>
                    </a:ext>
                  </a:extLst>
                </p14:cNvPr>
                <p14:cNvContentPartPr/>
                <p14:nvPr/>
              </p14:nvContentPartPr>
              <p14:xfrm>
                <a:off x="3691389" y="3870570"/>
                <a:ext cx="96480" cy="81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5C6457C-1D29-F2C0-DA6B-5EE960C16DF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85269" y="3864450"/>
                  <a:ext cx="1087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E72C263-C26F-533C-3F91-919088FB1665}"/>
              </a:ext>
            </a:extLst>
          </p:cNvPr>
          <p:cNvGrpSpPr/>
          <p:nvPr/>
        </p:nvGrpSpPr>
        <p:grpSpPr>
          <a:xfrm>
            <a:off x="6746709" y="1635494"/>
            <a:ext cx="968040" cy="741240"/>
            <a:chOff x="5959389" y="1593930"/>
            <a:chExt cx="96804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94127EF-CDF4-6426-EB35-AEAE4B37F832}"/>
                    </a:ext>
                  </a:extLst>
                </p14:cNvPr>
                <p14:cNvContentPartPr/>
                <p14:nvPr/>
              </p14:nvContentPartPr>
              <p14:xfrm>
                <a:off x="5959389" y="1717410"/>
                <a:ext cx="390240" cy="617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94127EF-CDF4-6426-EB35-AEAE4B37F83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53269" y="1711290"/>
                  <a:ext cx="4024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AE33314-A53A-ADEF-2344-5A0D7B67FDE6}"/>
                    </a:ext>
                  </a:extLst>
                </p14:cNvPr>
                <p14:cNvContentPartPr/>
                <p14:nvPr/>
              </p14:nvContentPartPr>
              <p14:xfrm>
                <a:off x="6294189" y="1888770"/>
                <a:ext cx="100080" cy="50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AE33314-A53A-ADEF-2344-5A0D7B67FDE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88069" y="1882650"/>
                  <a:ext cx="112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1E0CC34-684E-1B50-B258-D44F9CC3AD5D}"/>
                    </a:ext>
                  </a:extLst>
                </p14:cNvPr>
                <p14:cNvContentPartPr/>
                <p14:nvPr/>
              </p14:nvContentPartPr>
              <p14:xfrm>
                <a:off x="6415149" y="2002530"/>
                <a:ext cx="5040" cy="10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1E0CC34-684E-1B50-B258-D44F9CC3AD5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09029" y="1996410"/>
                  <a:ext cx="1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8EEEC94-3619-9388-B270-7357239DE36F}"/>
                    </a:ext>
                  </a:extLst>
                </p14:cNvPr>
                <p14:cNvContentPartPr/>
                <p14:nvPr/>
              </p14:nvContentPartPr>
              <p14:xfrm>
                <a:off x="6546549" y="1593930"/>
                <a:ext cx="366840" cy="543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8EEEC94-3619-9388-B270-7357239DE3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540429" y="1587810"/>
                  <a:ext cx="379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BB167C9-0F24-3114-4767-525FC06367D9}"/>
                    </a:ext>
                  </a:extLst>
                </p14:cNvPr>
                <p14:cNvContentPartPr/>
                <p14:nvPr/>
              </p14:nvContentPartPr>
              <p14:xfrm>
                <a:off x="6843549" y="1748010"/>
                <a:ext cx="83880" cy="30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BB167C9-0F24-3114-4767-525FC06367D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37429" y="1741890"/>
                  <a:ext cx="96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D023B020-0C3A-C918-0B94-25D68576111D}"/>
              </a:ext>
            </a:extLst>
          </p:cNvPr>
          <p:cNvGrpSpPr/>
          <p:nvPr/>
        </p:nvGrpSpPr>
        <p:grpSpPr>
          <a:xfrm>
            <a:off x="9244627" y="3603132"/>
            <a:ext cx="1430402" cy="604440"/>
            <a:chOff x="8457307" y="3561568"/>
            <a:chExt cx="1430402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C847C54-89A9-375B-3CC9-7F6FAD9CA991}"/>
                    </a:ext>
                  </a:extLst>
                </p14:cNvPr>
                <p14:cNvContentPartPr/>
                <p14:nvPr/>
              </p14:nvContentPartPr>
              <p14:xfrm>
                <a:off x="8457307" y="3561568"/>
                <a:ext cx="339480" cy="6044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C847C54-89A9-375B-3CC9-7F6FAD9CA99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51187" y="3555448"/>
                  <a:ext cx="3517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9225D9C-7100-B861-8703-E212544DF74A}"/>
                    </a:ext>
                  </a:extLst>
                </p14:cNvPr>
                <p14:cNvContentPartPr/>
                <p14:nvPr/>
              </p14:nvContentPartPr>
              <p14:xfrm>
                <a:off x="8762587" y="3726808"/>
                <a:ext cx="98640" cy="48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9225D9C-7100-B861-8703-E212544DF7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56467" y="3720688"/>
                  <a:ext cx="110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C188DA0-9D44-F21D-CFC8-19DA1EDFB6B7}"/>
                    </a:ext>
                  </a:extLst>
                </p14:cNvPr>
                <p14:cNvContentPartPr/>
                <p14:nvPr/>
              </p14:nvContentPartPr>
              <p14:xfrm>
                <a:off x="8897709" y="3913050"/>
                <a:ext cx="11160" cy="10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C188DA0-9D44-F21D-CFC8-19DA1EDFB6B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91589" y="3906930"/>
                  <a:ext cx="23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29DA287-834B-4A8B-C45C-BF422BCC447C}"/>
                    </a:ext>
                  </a:extLst>
                </p14:cNvPr>
                <p14:cNvContentPartPr/>
                <p14:nvPr/>
              </p14:nvContentPartPr>
              <p14:xfrm>
                <a:off x="8995269" y="3658170"/>
                <a:ext cx="282960" cy="466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29DA287-834B-4A8B-C45C-BF422BCC447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989149" y="3652050"/>
                  <a:ext cx="295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C3C8E7D-967B-03A9-5410-C47329BA34F1}"/>
                    </a:ext>
                  </a:extLst>
                </p14:cNvPr>
                <p14:cNvContentPartPr/>
                <p14:nvPr/>
              </p14:nvContentPartPr>
              <p14:xfrm>
                <a:off x="9242949" y="3775530"/>
                <a:ext cx="82080" cy="29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C3C8E7D-967B-03A9-5410-C47329BA34F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36829" y="3769410"/>
                  <a:ext cx="94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0E632CD-2A8E-6E21-139C-8DEAF26D3E4C}"/>
                    </a:ext>
                  </a:extLst>
                </p14:cNvPr>
                <p14:cNvContentPartPr/>
                <p14:nvPr/>
              </p14:nvContentPartPr>
              <p14:xfrm>
                <a:off x="9352389" y="3905490"/>
                <a:ext cx="28440" cy="26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0E632CD-2A8E-6E21-139C-8DEAF26D3E4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6269" y="3899370"/>
                  <a:ext cx="40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C314A8A-C161-1763-6710-B55E425EC19E}"/>
                    </a:ext>
                  </a:extLst>
                </p14:cNvPr>
                <p14:cNvContentPartPr/>
                <p14:nvPr/>
              </p14:nvContentPartPr>
              <p14:xfrm>
                <a:off x="9471909" y="3608130"/>
                <a:ext cx="369720" cy="449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C314A8A-C161-1763-6710-B55E425EC19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65789" y="3602010"/>
                  <a:ext cx="381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07A0BA3-6115-E630-316C-834BD31BE4E6}"/>
                    </a:ext>
                  </a:extLst>
                </p14:cNvPr>
                <p14:cNvContentPartPr/>
                <p14:nvPr/>
              </p14:nvContentPartPr>
              <p14:xfrm>
                <a:off x="9798429" y="3695610"/>
                <a:ext cx="89280" cy="15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07A0BA3-6115-E630-316C-834BD31BE4E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92309" y="3689490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5BB4841-0288-FE80-4855-7FEC5896961E}"/>
              </a:ext>
            </a:extLst>
          </p:cNvPr>
          <p:cNvGrpSpPr/>
          <p:nvPr/>
        </p:nvGrpSpPr>
        <p:grpSpPr>
          <a:xfrm>
            <a:off x="6331269" y="4121140"/>
            <a:ext cx="382680" cy="404280"/>
            <a:chOff x="6331269" y="4121140"/>
            <a:chExt cx="38268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79EFDE6-D5C7-5587-33CC-56BB55BC9FF2}"/>
                    </a:ext>
                  </a:extLst>
                </p14:cNvPr>
                <p14:cNvContentPartPr/>
                <p14:nvPr/>
              </p14:nvContentPartPr>
              <p14:xfrm>
                <a:off x="6420189" y="4190620"/>
                <a:ext cx="293760" cy="334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79EFDE6-D5C7-5587-33CC-56BB55BC9FF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14069" y="4184500"/>
                  <a:ext cx="306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FB2B009-82EC-0796-9DAB-94AB437F77E3}"/>
                    </a:ext>
                  </a:extLst>
                </p14:cNvPr>
                <p14:cNvContentPartPr/>
                <p14:nvPr/>
              </p14:nvContentPartPr>
              <p14:xfrm>
                <a:off x="6331269" y="4121140"/>
                <a:ext cx="106560" cy="146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FB2B009-82EC-0796-9DAB-94AB437F77E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25149" y="4115020"/>
                  <a:ext cx="1188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47AFB079-7A0D-4F4A-52BC-09BEDF28005C}"/>
              </a:ext>
            </a:extLst>
          </p:cNvPr>
          <p:cNvGrpSpPr/>
          <p:nvPr/>
        </p:nvGrpSpPr>
        <p:grpSpPr>
          <a:xfrm>
            <a:off x="6396069" y="3321220"/>
            <a:ext cx="483120" cy="77760"/>
            <a:chOff x="6396069" y="3321220"/>
            <a:chExt cx="48312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917EC66-F768-2F10-EF9A-6E2FB03DA7C3}"/>
                    </a:ext>
                  </a:extLst>
                </p14:cNvPr>
                <p14:cNvContentPartPr/>
                <p14:nvPr/>
              </p14:nvContentPartPr>
              <p14:xfrm>
                <a:off x="6396069" y="3365140"/>
                <a:ext cx="462960" cy="33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917EC66-F768-2F10-EF9A-6E2FB03DA7C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87429" y="3356500"/>
                  <a:ext cx="480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AC12485-4016-6B41-CF05-B93F3511B85B}"/>
                    </a:ext>
                  </a:extLst>
                </p14:cNvPr>
                <p14:cNvContentPartPr/>
                <p14:nvPr/>
              </p14:nvContentPartPr>
              <p14:xfrm>
                <a:off x="6803229" y="3321220"/>
                <a:ext cx="75960" cy="77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AC12485-4016-6B41-CF05-B93F3511B85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94589" y="3312580"/>
                  <a:ext cx="9360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068207F-941B-3CFD-7C1D-8A3C911259D3}"/>
              </a:ext>
            </a:extLst>
          </p:cNvPr>
          <p:cNvGrpSpPr/>
          <p:nvPr/>
        </p:nvGrpSpPr>
        <p:grpSpPr>
          <a:xfrm>
            <a:off x="7846149" y="3713620"/>
            <a:ext cx="465840" cy="271080"/>
            <a:chOff x="7846149" y="3713620"/>
            <a:chExt cx="4658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611DE0C-B16B-DB54-AA29-A0DA8FB84F14}"/>
                    </a:ext>
                  </a:extLst>
                </p14:cNvPr>
                <p14:cNvContentPartPr/>
                <p14:nvPr/>
              </p14:nvContentPartPr>
              <p14:xfrm>
                <a:off x="7886469" y="3913780"/>
                <a:ext cx="425520" cy="54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611DE0C-B16B-DB54-AA29-A0DA8FB84F1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80349" y="3907660"/>
                  <a:ext cx="437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984221C-150D-6095-8E30-2F0B4EF2F620}"/>
                    </a:ext>
                  </a:extLst>
                </p14:cNvPr>
                <p14:cNvContentPartPr/>
                <p14:nvPr/>
              </p14:nvContentPartPr>
              <p14:xfrm>
                <a:off x="7884309" y="3752860"/>
                <a:ext cx="23040" cy="231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984221C-150D-6095-8E30-2F0B4EF2F62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78189" y="3746740"/>
                  <a:ext cx="35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C72DC48-824B-0A00-3FAA-138308AFDE69}"/>
                    </a:ext>
                  </a:extLst>
                </p14:cNvPr>
                <p14:cNvContentPartPr/>
                <p14:nvPr/>
              </p14:nvContentPartPr>
              <p14:xfrm>
                <a:off x="7846149" y="3713620"/>
                <a:ext cx="110880" cy="79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C72DC48-824B-0A00-3FAA-138308AFDE6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40029" y="3707500"/>
                  <a:ext cx="1231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63F8CC1-529D-99DC-58DC-D0EA1606D737}"/>
              </a:ext>
            </a:extLst>
          </p:cNvPr>
          <p:cNvGrpSpPr/>
          <p:nvPr/>
        </p:nvGrpSpPr>
        <p:grpSpPr>
          <a:xfrm>
            <a:off x="7615029" y="2959780"/>
            <a:ext cx="109440" cy="502920"/>
            <a:chOff x="7615029" y="2959780"/>
            <a:chExt cx="10944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B3CC571-8300-8D69-E03E-EF58F2D8AE36}"/>
                    </a:ext>
                  </a:extLst>
                </p14:cNvPr>
                <p14:cNvContentPartPr/>
                <p14:nvPr/>
              </p14:nvContentPartPr>
              <p14:xfrm>
                <a:off x="7633389" y="2959780"/>
                <a:ext cx="42120" cy="432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B3CC571-8300-8D69-E03E-EF58F2D8AE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24389" y="2950780"/>
                  <a:ext cx="597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4FCC06A-3F51-451C-1AB2-C3EB89D2FD93}"/>
                    </a:ext>
                  </a:extLst>
                </p14:cNvPr>
                <p14:cNvContentPartPr/>
                <p14:nvPr/>
              </p14:nvContentPartPr>
              <p14:xfrm>
                <a:off x="7615029" y="3382060"/>
                <a:ext cx="109440" cy="806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4FCC06A-3F51-451C-1AB2-C3EB89D2FD9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06029" y="3373060"/>
                  <a:ext cx="127080" cy="9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945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7326BF79-B0D2-E924-0D2A-34B1CF62F5A0}"/>
              </a:ext>
            </a:extLst>
          </p:cNvPr>
          <p:cNvGrpSpPr/>
          <p:nvPr/>
        </p:nvGrpSpPr>
        <p:grpSpPr>
          <a:xfrm>
            <a:off x="4924389" y="390820"/>
            <a:ext cx="1403280" cy="486720"/>
            <a:chOff x="4924389" y="390820"/>
            <a:chExt cx="1403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836C0E1-91DE-2536-A14C-E0CA5B293A55}"/>
                    </a:ext>
                  </a:extLst>
                </p14:cNvPr>
                <p14:cNvContentPartPr/>
                <p14:nvPr/>
              </p14:nvContentPartPr>
              <p14:xfrm>
                <a:off x="4924389" y="390820"/>
                <a:ext cx="160200" cy="31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836C0E1-91DE-2536-A14C-E0CA5B293A5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8269" y="384700"/>
                  <a:ext cx="172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A7AEAA0-AB66-3837-D2F6-6CB1320F0D97}"/>
                    </a:ext>
                  </a:extLst>
                </p14:cNvPr>
                <p14:cNvContentPartPr/>
                <p14:nvPr/>
              </p14:nvContentPartPr>
              <p14:xfrm>
                <a:off x="5143269" y="567580"/>
                <a:ext cx="41040" cy="24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A7AEAA0-AB66-3837-D2F6-6CB1320F0D9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7149" y="561460"/>
                  <a:ext cx="53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FA9888-5661-F565-7357-3EEE3CD44B7F}"/>
                    </a:ext>
                  </a:extLst>
                </p14:cNvPr>
                <p14:cNvContentPartPr/>
                <p14:nvPr/>
              </p14:nvContentPartPr>
              <p14:xfrm>
                <a:off x="5155869" y="548860"/>
                <a:ext cx="160560" cy="21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FA9888-5661-F565-7357-3EEE3CD44B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749" y="542740"/>
                  <a:ext cx="172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E45CBB-74B4-256B-553D-83C8B3D18CE9}"/>
                    </a:ext>
                  </a:extLst>
                </p14:cNvPr>
                <p14:cNvContentPartPr/>
                <p14:nvPr/>
              </p14:nvContentPartPr>
              <p14:xfrm>
                <a:off x="5295189" y="623380"/>
                <a:ext cx="14436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E45CBB-74B4-256B-553D-83C8B3D18C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9069" y="617260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B94941C-FB0A-09BC-7478-277F1D279C01}"/>
                    </a:ext>
                  </a:extLst>
                </p14:cNvPr>
                <p14:cNvContentPartPr/>
                <p14:nvPr/>
              </p14:nvContentPartPr>
              <p14:xfrm>
                <a:off x="5542869" y="628780"/>
                <a:ext cx="123120" cy="18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B94941C-FB0A-09BC-7478-277F1D279C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36749" y="622660"/>
                  <a:ext cx="13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FE0EFA1-2C0A-484E-4923-1D5D9F0964F4}"/>
                    </a:ext>
                  </a:extLst>
                </p14:cNvPr>
                <p14:cNvContentPartPr/>
                <p14:nvPr/>
              </p14:nvContentPartPr>
              <p14:xfrm>
                <a:off x="5705589" y="598180"/>
                <a:ext cx="12276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FE0EFA1-2C0A-484E-4923-1D5D9F0964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469" y="592060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47DD63F-1AD3-122D-55CA-EF4E203CB333}"/>
                    </a:ext>
                  </a:extLst>
                </p14:cNvPr>
                <p14:cNvContentPartPr/>
                <p14:nvPr/>
              </p14:nvContentPartPr>
              <p14:xfrm>
                <a:off x="5908989" y="608260"/>
                <a:ext cx="35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47DD63F-1AD3-122D-55CA-EF4E203CB3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2869" y="602140"/>
                  <a:ext cx="4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17EE59-9217-6A3C-1C06-46E6D094A761}"/>
                    </a:ext>
                  </a:extLst>
                </p14:cNvPr>
                <p14:cNvContentPartPr/>
                <p14:nvPr/>
              </p14:nvContentPartPr>
              <p14:xfrm>
                <a:off x="6016629" y="617980"/>
                <a:ext cx="21240" cy="18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17EE59-9217-6A3C-1C06-46E6D094A7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0509" y="611860"/>
                  <a:ext cx="33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E0C3A2-B6E1-427A-B5DA-43B617EB8D75}"/>
                    </a:ext>
                  </a:extLst>
                </p14:cNvPr>
                <p14:cNvContentPartPr/>
                <p14:nvPr/>
              </p14:nvContentPartPr>
              <p14:xfrm>
                <a:off x="6030669" y="630940"/>
                <a:ext cx="118800" cy="12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E0C3A2-B6E1-427A-B5DA-43B617EB8D7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4549" y="624820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972B31-0561-DC17-00F4-CF840F36A1AB}"/>
                    </a:ext>
                  </a:extLst>
                </p14:cNvPr>
                <p14:cNvContentPartPr/>
                <p14:nvPr/>
              </p14:nvContentPartPr>
              <p14:xfrm>
                <a:off x="6124269" y="602500"/>
                <a:ext cx="28080" cy="15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972B31-0561-DC17-00F4-CF840F36A1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8149" y="596380"/>
                  <a:ext cx="4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AB7FE27-1AD8-9638-04CA-5B95D0CCE8A9}"/>
                    </a:ext>
                  </a:extLst>
                </p14:cNvPr>
                <p14:cNvContentPartPr/>
                <p14:nvPr/>
              </p14:nvContentPartPr>
              <p14:xfrm>
                <a:off x="6187269" y="571540"/>
                <a:ext cx="140400" cy="30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AB7FE27-1AD8-9638-04CA-5B95D0CCE8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1149" y="565420"/>
                  <a:ext cx="1526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B977583-3A57-C0B5-B653-5D7C2033B9B6}"/>
              </a:ext>
            </a:extLst>
          </p:cNvPr>
          <p:cNvGrpSpPr/>
          <p:nvPr/>
        </p:nvGrpSpPr>
        <p:grpSpPr>
          <a:xfrm>
            <a:off x="742989" y="419980"/>
            <a:ext cx="3823560" cy="1085040"/>
            <a:chOff x="742989" y="419980"/>
            <a:chExt cx="3823560" cy="108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A21B26-C466-8E85-9F2F-BF0BBFFE9666}"/>
                    </a:ext>
                  </a:extLst>
                </p14:cNvPr>
                <p14:cNvContentPartPr/>
                <p14:nvPr/>
              </p14:nvContentPartPr>
              <p14:xfrm>
                <a:off x="742989" y="419980"/>
                <a:ext cx="250920" cy="51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A21B26-C466-8E85-9F2F-BF0BBFFE96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869" y="413860"/>
                  <a:ext cx="2631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7EFAE0-0874-4B03-C8D4-09EECDEBBC49}"/>
                    </a:ext>
                  </a:extLst>
                </p14:cNvPr>
                <p14:cNvContentPartPr/>
                <p14:nvPr/>
              </p14:nvContentPartPr>
              <p14:xfrm>
                <a:off x="1115949" y="693940"/>
                <a:ext cx="30600" cy="26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7EFAE0-0874-4B03-C8D4-09EECDEBBC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829" y="687820"/>
                  <a:ext cx="4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254509-1CEC-4216-7B0B-279DB39A4C96}"/>
                    </a:ext>
                  </a:extLst>
                </p14:cNvPr>
                <p14:cNvContentPartPr/>
                <p14:nvPr/>
              </p14:nvContentPartPr>
              <p14:xfrm>
                <a:off x="1244469" y="702940"/>
                <a:ext cx="204840" cy="356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254509-1CEC-4216-7B0B-279DB39A4C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8349" y="696820"/>
                  <a:ext cx="2170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387296-78C0-370C-7514-6F600C038A4B}"/>
                    </a:ext>
                  </a:extLst>
                </p14:cNvPr>
                <p14:cNvContentPartPr/>
                <p14:nvPr/>
              </p14:nvContentPartPr>
              <p14:xfrm>
                <a:off x="1540749" y="683860"/>
                <a:ext cx="166680" cy="27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387296-78C0-370C-7514-6F600C038A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4629" y="677740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E10123-C2FD-0AE8-6E08-516767521393}"/>
                    </a:ext>
                  </a:extLst>
                </p14:cNvPr>
                <p14:cNvContentPartPr/>
                <p14:nvPr/>
              </p14:nvContentPartPr>
              <p14:xfrm>
                <a:off x="1810029" y="718060"/>
                <a:ext cx="30168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E10123-C2FD-0AE8-6E08-5167675213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3909" y="711940"/>
                  <a:ext cx="313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EA9466-9320-0095-1275-A049873D5120}"/>
                    </a:ext>
                  </a:extLst>
                </p14:cNvPr>
                <p14:cNvContentPartPr/>
                <p14:nvPr/>
              </p14:nvContentPartPr>
              <p14:xfrm>
                <a:off x="2436429" y="500620"/>
                <a:ext cx="16524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EA9466-9320-0095-1275-A049873D51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0309" y="494500"/>
                  <a:ext cx="177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6F9100-C9D0-F143-63FF-14852E9C9A81}"/>
                    </a:ext>
                  </a:extLst>
                </p14:cNvPr>
                <p14:cNvContentPartPr/>
                <p14:nvPr/>
              </p14:nvContentPartPr>
              <p14:xfrm>
                <a:off x="2645949" y="724180"/>
                <a:ext cx="2005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6F9100-C9D0-F143-63FF-14852E9C9A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39829" y="718060"/>
                  <a:ext cx="212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2AF897-E8A4-8CE3-B1F2-2C383D6B14B8}"/>
                    </a:ext>
                  </a:extLst>
                </p14:cNvPr>
                <p14:cNvContentPartPr/>
                <p14:nvPr/>
              </p14:nvContentPartPr>
              <p14:xfrm>
                <a:off x="2965629" y="675580"/>
                <a:ext cx="172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2AF897-E8A4-8CE3-B1F2-2C383D6B14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509" y="669460"/>
                  <a:ext cx="184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C206F5-235B-5E27-983E-E19CDC0F5EEB}"/>
                    </a:ext>
                  </a:extLst>
                </p14:cNvPr>
                <p14:cNvContentPartPr/>
                <p14:nvPr/>
              </p14:nvContentPartPr>
              <p14:xfrm>
                <a:off x="3170109" y="719140"/>
                <a:ext cx="3636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C206F5-235B-5E27-983E-E19CDC0F5E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989" y="713020"/>
                  <a:ext cx="4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B460C4-A128-D8F9-F05C-76EF2FC8FE08}"/>
                    </a:ext>
                  </a:extLst>
                </p14:cNvPr>
                <p14:cNvContentPartPr/>
                <p14:nvPr/>
              </p14:nvContentPartPr>
              <p14:xfrm>
                <a:off x="3283149" y="720220"/>
                <a:ext cx="85320" cy="16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B460C4-A128-D8F9-F05C-76EF2FC8FE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7029" y="714100"/>
                  <a:ext cx="97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D99E23-BF86-7101-E782-465051001DBD}"/>
                    </a:ext>
                  </a:extLst>
                </p14:cNvPr>
                <p14:cNvContentPartPr/>
                <p14:nvPr/>
              </p14:nvContentPartPr>
              <p14:xfrm>
                <a:off x="3730989" y="502060"/>
                <a:ext cx="48600" cy="38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D99E23-BF86-7101-E782-465051001D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4869" y="495940"/>
                  <a:ext cx="608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01600B3-883D-AA97-97BC-8ABC365CE473}"/>
                    </a:ext>
                  </a:extLst>
                </p14:cNvPr>
                <p14:cNvContentPartPr/>
                <p14:nvPr/>
              </p14:nvContentPartPr>
              <p14:xfrm>
                <a:off x="3826389" y="671980"/>
                <a:ext cx="327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01600B3-883D-AA97-97BC-8ABC365CE4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0269" y="665860"/>
                  <a:ext cx="45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628055-62E2-8504-2C7D-7E5138D14643}"/>
                    </a:ext>
                  </a:extLst>
                </p14:cNvPr>
                <p14:cNvContentPartPr/>
                <p14:nvPr/>
              </p14:nvContentPartPr>
              <p14:xfrm>
                <a:off x="3830709" y="683860"/>
                <a:ext cx="15192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628055-62E2-8504-2C7D-7E5138D146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4589" y="677740"/>
                  <a:ext cx="164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B96017-D713-ABF4-2761-25934D810B8B}"/>
                    </a:ext>
                  </a:extLst>
                </p14:cNvPr>
                <p14:cNvContentPartPr/>
                <p14:nvPr/>
              </p14:nvContentPartPr>
              <p14:xfrm>
                <a:off x="4295109" y="593860"/>
                <a:ext cx="177840" cy="30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B96017-D713-ABF4-2761-25934D810B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88989" y="587740"/>
                  <a:ext cx="190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149033-83C0-73A4-DF31-AA4862E7CAD1}"/>
                    </a:ext>
                  </a:extLst>
                </p14:cNvPr>
                <p14:cNvContentPartPr/>
                <p14:nvPr/>
              </p14:nvContentPartPr>
              <p14:xfrm>
                <a:off x="4415349" y="497020"/>
                <a:ext cx="57600" cy="248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149033-83C0-73A4-DF31-AA4862E7CA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09229" y="490900"/>
                  <a:ext cx="69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29072B9-C63B-BBA6-A779-4185CE412DE2}"/>
                    </a:ext>
                  </a:extLst>
                </p14:cNvPr>
                <p14:cNvContentPartPr/>
                <p14:nvPr/>
              </p14:nvContentPartPr>
              <p14:xfrm>
                <a:off x="1698429" y="892660"/>
                <a:ext cx="2868120" cy="428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29072B9-C63B-BBA6-A779-4185CE412DE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92309" y="886540"/>
                  <a:ext cx="28803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403854-F12F-40BD-8FF3-E6B064B67B27}"/>
                    </a:ext>
                  </a:extLst>
                </p14:cNvPr>
                <p14:cNvContentPartPr/>
                <p14:nvPr/>
              </p14:nvContentPartPr>
              <p14:xfrm>
                <a:off x="2560989" y="1185340"/>
                <a:ext cx="1555200" cy="319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403854-F12F-40BD-8FF3-E6B064B67B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54869" y="1179220"/>
                  <a:ext cx="156744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BB35868-3FCF-F65C-E853-2A0129B279DF}"/>
                  </a:ext>
                </a:extLst>
              </p14:cNvPr>
              <p14:cNvContentPartPr/>
              <p14:nvPr/>
            </p14:nvContentPartPr>
            <p14:xfrm>
              <a:off x="7191217" y="1911453"/>
              <a:ext cx="95635" cy="3377782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BB35868-3FCF-F65C-E853-2A0129B279D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85082" y="1905332"/>
                <a:ext cx="107905" cy="3390024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CE2F7B8-7092-1DAD-FEAC-9E885B473488}"/>
              </a:ext>
            </a:extLst>
          </p:cNvPr>
          <p:cNvGrpSpPr/>
          <p:nvPr/>
        </p:nvGrpSpPr>
        <p:grpSpPr>
          <a:xfrm>
            <a:off x="479469" y="2274700"/>
            <a:ext cx="208440" cy="483120"/>
            <a:chOff x="479469" y="2274700"/>
            <a:chExt cx="20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0868A00-3410-C0D3-9046-745C74819253}"/>
                    </a:ext>
                  </a:extLst>
                </p14:cNvPr>
                <p14:cNvContentPartPr/>
                <p14:nvPr/>
              </p14:nvContentPartPr>
              <p14:xfrm>
                <a:off x="605469" y="2352460"/>
                <a:ext cx="82440" cy="40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0868A00-3410-C0D3-9046-745C748192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9349" y="2346340"/>
                  <a:ext cx="94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DCA79F2-7659-E30C-2E64-D84C2F6F9389}"/>
                    </a:ext>
                  </a:extLst>
                </p14:cNvPr>
                <p14:cNvContentPartPr/>
                <p14:nvPr/>
              </p14:nvContentPartPr>
              <p14:xfrm>
                <a:off x="479469" y="2274700"/>
                <a:ext cx="78480" cy="6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DCA79F2-7659-E30C-2E64-D84C2F6F938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3349" y="2268580"/>
                  <a:ext cx="907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4C0CDE6-EA93-4051-2D1E-C59E31DF41A9}"/>
              </a:ext>
            </a:extLst>
          </p:cNvPr>
          <p:cNvGrpSpPr/>
          <p:nvPr/>
        </p:nvGrpSpPr>
        <p:grpSpPr>
          <a:xfrm>
            <a:off x="775389" y="2305660"/>
            <a:ext cx="339840" cy="338040"/>
            <a:chOff x="775389" y="2305660"/>
            <a:chExt cx="3398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86FE44C-137F-0B0D-163D-AC531B17F7D6}"/>
                    </a:ext>
                  </a:extLst>
                </p14:cNvPr>
                <p14:cNvContentPartPr/>
                <p14:nvPr/>
              </p14:nvContentPartPr>
              <p14:xfrm>
                <a:off x="850629" y="2455060"/>
                <a:ext cx="204480" cy="298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86FE44C-137F-0B0D-163D-AC531B17F7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1629" y="2446060"/>
                  <a:ext cx="222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94A9E1A-8E01-F756-90A3-3B426A9AA63A}"/>
                    </a:ext>
                  </a:extLst>
                </p14:cNvPr>
                <p14:cNvContentPartPr/>
                <p14:nvPr/>
              </p14:nvContentPartPr>
              <p14:xfrm>
                <a:off x="775389" y="2305660"/>
                <a:ext cx="339840" cy="3380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94A9E1A-8E01-F756-90A3-3B426A9AA6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6749" y="2296660"/>
                  <a:ext cx="3574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15AF7D0-EFD6-D3C5-F6F8-166381AA9CF0}"/>
                    </a:ext>
                  </a:extLst>
                </p14:cNvPr>
                <p14:cNvContentPartPr/>
                <p14:nvPr/>
              </p14:nvContentPartPr>
              <p14:xfrm>
                <a:off x="845229" y="2419060"/>
                <a:ext cx="40320" cy="93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15AF7D0-EFD6-D3C5-F6F8-166381AA9C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6589" y="2410060"/>
                  <a:ext cx="579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4A5C4DDF-92A7-FFDA-2B15-95754446CB02}"/>
              </a:ext>
            </a:extLst>
          </p:cNvPr>
          <p:cNvGrpSpPr/>
          <p:nvPr/>
        </p:nvGrpSpPr>
        <p:grpSpPr>
          <a:xfrm>
            <a:off x="1247709" y="2286580"/>
            <a:ext cx="299520" cy="362520"/>
            <a:chOff x="1247709" y="2286580"/>
            <a:chExt cx="29952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ADAE3E6-2520-DB8D-C799-5E84B417555D}"/>
                    </a:ext>
                  </a:extLst>
                </p14:cNvPr>
                <p14:cNvContentPartPr/>
                <p14:nvPr/>
              </p14:nvContentPartPr>
              <p14:xfrm>
                <a:off x="1247709" y="2286580"/>
                <a:ext cx="299520" cy="3625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ADAE3E6-2520-DB8D-C799-5E84B41755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41589" y="2280460"/>
                  <a:ext cx="3117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D44DC8E-A68B-5DA6-837F-E6B0CED08506}"/>
                    </a:ext>
                  </a:extLst>
                </p14:cNvPr>
                <p14:cNvContentPartPr/>
                <p14:nvPr/>
              </p14:nvContentPartPr>
              <p14:xfrm>
                <a:off x="1381629" y="2398900"/>
                <a:ext cx="19800" cy="168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D44DC8E-A68B-5DA6-837F-E6B0CED085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75509" y="2392780"/>
                  <a:ext cx="32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2A44754-CF66-4E37-97A1-599772184112}"/>
                    </a:ext>
                  </a:extLst>
                </p14:cNvPr>
                <p14:cNvContentPartPr/>
                <p14:nvPr/>
              </p14:nvContentPartPr>
              <p14:xfrm>
                <a:off x="1348869" y="2370820"/>
                <a:ext cx="80640" cy="756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2A44754-CF66-4E37-97A1-5997721841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42749" y="2364700"/>
                  <a:ext cx="928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331B0FBC-DC8B-1B3B-7102-E23F73AEDF04}"/>
              </a:ext>
            </a:extLst>
          </p:cNvPr>
          <p:cNvGrpSpPr/>
          <p:nvPr/>
        </p:nvGrpSpPr>
        <p:grpSpPr>
          <a:xfrm>
            <a:off x="1668189" y="2261740"/>
            <a:ext cx="317520" cy="396720"/>
            <a:chOff x="1668189" y="2261740"/>
            <a:chExt cx="31752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3877108-33AD-8947-6796-EDAF8FA459D5}"/>
                    </a:ext>
                  </a:extLst>
                </p14:cNvPr>
                <p14:cNvContentPartPr/>
                <p14:nvPr/>
              </p14:nvContentPartPr>
              <p14:xfrm>
                <a:off x="1668189" y="2261740"/>
                <a:ext cx="317520" cy="3967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3877108-33AD-8947-6796-EDAF8FA459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59189" y="2253100"/>
                  <a:ext cx="3351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C3AA613-F5B8-FF1B-7D53-15EF695BA29F}"/>
                    </a:ext>
                  </a:extLst>
                </p14:cNvPr>
                <p14:cNvContentPartPr/>
                <p14:nvPr/>
              </p14:nvContentPartPr>
              <p14:xfrm>
                <a:off x="1773669" y="2474500"/>
                <a:ext cx="121320" cy="216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C3AA613-F5B8-FF1B-7D53-15EF695BA2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64669" y="2465500"/>
                  <a:ext cx="138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20A11A4-77F0-846D-26D0-3B2282815544}"/>
                    </a:ext>
                  </a:extLst>
                </p14:cNvPr>
                <p14:cNvContentPartPr/>
                <p14:nvPr/>
              </p14:nvContentPartPr>
              <p14:xfrm>
                <a:off x="1846029" y="2407900"/>
                <a:ext cx="73080" cy="1238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20A11A4-77F0-846D-26D0-3B228281554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7029" y="2398900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0615A82B-6531-AED6-FC7A-235E9DA335AC}"/>
              </a:ext>
            </a:extLst>
          </p:cNvPr>
          <p:cNvGrpSpPr/>
          <p:nvPr/>
        </p:nvGrpSpPr>
        <p:grpSpPr>
          <a:xfrm>
            <a:off x="4137069" y="1908220"/>
            <a:ext cx="5003280" cy="3498120"/>
            <a:chOff x="4137069" y="1908220"/>
            <a:chExt cx="5003280" cy="34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BD58822-5E3E-484E-D753-308E5C015B1B}"/>
                    </a:ext>
                  </a:extLst>
                </p14:cNvPr>
                <p14:cNvContentPartPr/>
                <p14:nvPr/>
              </p14:nvContentPartPr>
              <p14:xfrm>
                <a:off x="5723949" y="1908220"/>
                <a:ext cx="136800" cy="34981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BD58822-5E3E-484E-D753-308E5C015B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17829" y="1902100"/>
                  <a:ext cx="149040" cy="35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E0DE53E-8153-417C-BE5F-4D44E43CE4ED}"/>
                    </a:ext>
                  </a:extLst>
                </p14:cNvPr>
                <p14:cNvContentPartPr/>
                <p14:nvPr/>
              </p14:nvContentPartPr>
              <p14:xfrm>
                <a:off x="4137069" y="3094780"/>
                <a:ext cx="5003280" cy="63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E0DE53E-8153-417C-BE5F-4D44E43CE4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30949" y="3088660"/>
                  <a:ext cx="501552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EF98A7A1-921E-312E-C8B8-441411E46A95}"/>
                  </a:ext>
                </a:extLst>
              </p14:cNvPr>
              <p14:cNvContentPartPr/>
              <p14:nvPr/>
            </p14:nvContentPartPr>
            <p14:xfrm>
              <a:off x="4386189" y="4318420"/>
              <a:ext cx="4795200" cy="8712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EF98A7A1-921E-312E-C8B8-441411E46A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80069" y="4312300"/>
                <a:ext cx="4807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ECFC8F6E-00A3-B37F-4F10-3F12FF08F5A3}"/>
              </a:ext>
            </a:extLst>
          </p:cNvPr>
          <p:cNvGrpSpPr/>
          <p:nvPr/>
        </p:nvGrpSpPr>
        <p:grpSpPr>
          <a:xfrm>
            <a:off x="5907549" y="5127002"/>
            <a:ext cx="1715760" cy="604080"/>
            <a:chOff x="7775949" y="5141380"/>
            <a:chExt cx="171576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631BF2D-C16C-7B09-3135-5E7056CE08B4}"/>
                    </a:ext>
                  </a:extLst>
                </p14:cNvPr>
                <p14:cNvContentPartPr/>
                <p14:nvPr/>
              </p14:nvContentPartPr>
              <p14:xfrm>
                <a:off x="7810869" y="5172340"/>
                <a:ext cx="16920" cy="365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631BF2D-C16C-7B09-3135-5E7056CE08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04749" y="5166220"/>
                  <a:ext cx="29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5BAFF6D-F343-43ED-87F0-022481402F88}"/>
                    </a:ext>
                  </a:extLst>
                </p14:cNvPr>
                <p14:cNvContentPartPr/>
                <p14:nvPr/>
              </p14:nvContentPartPr>
              <p14:xfrm>
                <a:off x="7775949" y="5180260"/>
                <a:ext cx="460440" cy="5652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5BAFF6D-F343-43ED-87F0-022481402F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69829" y="5174140"/>
                  <a:ext cx="472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D026399-1F55-716F-DE9C-C3B01EF04AD9}"/>
                    </a:ext>
                  </a:extLst>
                </p14:cNvPr>
                <p14:cNvContentPartPr/>
                <p14:nvPr/>
              </p14:nvContentPartPr>
              <p14:xfrm>
                <a:off x="8239989" y="5386540"/>
                <a:ext cx="43920" cy="119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D026399-1F55-716F-DE9C-C3B01EF04A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33869" y="5380420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5AB5C38-9A57-2303-B51F-C6DAFA771043}"/>
                    </a:ext>
                  </a:extLst>
                </p14:cNvPr>
                <p14:cNvContentPartPr/>
                <p14:nvPr/>
              </p14:nvContentPartPr>
              <p14:xfrm>
                <a:off x="8340429" y="5380060"/>
                <a:ext cx="86040" cy="1008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5AB5C38-9A57-2303-B51F-C6DAFA7710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34309" y="5373940"/>
                  <a:ext cx="98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31A34AE-3E3F-063C-4BCB-11BCE765C2F2}"/>
                    </a:ext>
                  </a:extLst>
                </p14:cNvPr>
                <p14:cNvContentPartPr/>
                <p14:nvPr/>
              </p14:nvContentPartPr>
              <p14:xfrm>
                <a:off x="8459589" y="5399500"/>
                <a:ext cx="58680" cy="1148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31A34AE-3E3F-063C-4BCB-11BCE765C2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53469" y="5393380"/>
                  <a:ext cx="70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75670E0-88AA-32AD-6443-BEA1C9251A06}"/>
                    </a:ext>
                  </a:extLst>
                </p14:cNvPr>
                <p14:cNvContentPartPr/>
                <p14:nvPr/>
              </p14:nvContentPartPr>
              <p14:xfrm>
                <a:off x="8583069" y="5400940"/>
                <a:ext cx="37440" cy="1137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75670E0-88AA-32AD-6443-BEA1C9251A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76949" y="5394820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F0DA653-504E-FBE1-C3A3-F5BA78751FFF}"/>
                    </a:ext>
                  </a:extLst>
                </p14:cNvPr>
                <p14:cNvContentPartPr/>
                <p14:nvPr/>
              </p14:nvContentPartPr>
              <p14:xfrm>
                <a:off x="8642469" y="5385100"/>
                <a:ext cx="129600" cy="136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F0DA653-504E-FBE1-C3A3-F5BA78751FF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36349" y="5378980"/>
                  <a:ext cx="14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A421D1B-9365-AA99-20B7-9E3CDA54D056}"/>
                    </a:ext>
                  </a:extLst>
                </p14:cNvPr>
                <p14:cNvContentPartPr/>
                <p14:nvPr/>
              </p14:nvContentPartPr>
              <p14:xfrm>
                <a:off x="8948469" y="5251540"/>
                <a:ext cx="13680" cy="2487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A421D1B-9365-AA99-20B7-9E3CDA54D0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42349" y="5245420"/>
                  <a:ext cx="25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CC3B822-55A2-79C9-3829-78BD14603CA3}"/>
                    </a:ext>
                  </a:extLst>
                </p14:cNvPr>
                <p14:cNvContentPartPr/>
                <p14:nvPr/>
              </p14:nvContentPartPr>
              <p14:xfrm>
                <a:off x="8923629" y="5214100"/>
                <a:ext cx="289440" cy="2689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CC3B822-55A2-79C9-3829-78BD14603C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17509" y="5207980"/>
                  <a:ext cx="301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4AE23F9-A07F-E453-A83A-345963AE71C7}"/>
                    </a:ext>
                  </a:extLst>
                </p14:cNvPr>
                <p14:cNvContentPartPr/>
                <p14:nvPr/>
              </p14:nvContentPartPr>
              <p14:xfrm>
                <a:off x="9229269" y="5141380"/>
                <a:ext cx="262440" cy="3538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4AE23F9-A07F-E453-A83A-345963AE71C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23149" y="5135260"/>
                  <a:ext cx="2746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EF4700D0-5FBF-406B-F80C-1E712DD035B6}"/>
              </a:ext>
            </a:extLst>
          </p:cNvPr>
          <p:cNvGrpSpPr/>
          <p:nvPr/>
        </p:nvGrpSpPr>
        <p:grpSpPr>
          <a:xfrm>
            <a:off x="5543589" y="4096660"/>
            <a:ext cx="911520" cy="450000"/>
            <a:chOff x="5543589" y="4096660"/>
            <a:chExt cx="91152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9743635-395D-3C9F-79F6-18E6924471ED}"/>
                    </a:ext>
                  </a:extLst>
                </p14:cNvPr>
                <p14:cNvContentPartPr/>
                <p14:nvPr/>
              </p14:nvContentPartPr>
              <p14:xfrm>
                <a:off x="5652669" y="4204300"/>
                <a:ext cx="252720" cy="342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9743635-395D-3C9F-79F6-18E6924471E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43669" y="4195660"/>
                  <a:ext cx="270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D45AFBC-7A04-8768-6868-9F0B07C474A5}"/>
                    </a:ext>
                  </a:extLst>
                </p14:cNvPr>
                <p14:cNvContentPartPr/>
                <p14:nvPr/>
              </p14:nvContentPartPr>
              <p14:xfrm>
                <a:off x="5543589" y="4129420"/>
                <a:ext cx="69480" cy="144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D45AFBC-7A04-8768-6868-9F0B07C474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34589" y="4120780"/>
                  <a:ext cx="87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555A1A5-9888-EA33-C8A6-86DAA9B084A8}"/>
                    </a:ext>
                  </a:extLst>
                </p14:cNvPr>
                <p14:cNvContentPartPr/>
                <p14:nvPr/>
              </p14:nvContentPartPr>
              <p14:xfrm>
                <a:off x="6242349" y="4199980"/>
                <a:ext cx="28440" cy="2970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555A1A5-9888-EA33-C8A6-86DAA9B084A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33349" y="4191340"/>
                  <a:ext cx="46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FF434A3-FA1D-8ECF-6BD8-F8A0487FDA92}"/>
                    </a:ext>
                  </a:extLst>
                </p14:cNvPr>
                <p14:cNvContentPartPr/>
                <p14:nvPr/>
              </p14:nvContentPartPr>
              <p14:xfrm>
                <a:off x="6245949" y="4153540"/>
                <a:ext cx="183960" cy="370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FF434A3-FA1D-8ECF-6BD8-F8A0487FDA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36949" y="4144540"/>
                  <a:ext cx="20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D277F7F-1911-C763-6431-71D851E24777}"/>
                    </a:ext>
                  </a:extLst>
                </p14:cNvPr>
                <p14:cNvContentPartPr/>
                <p14:nvPr/>
              </p14:nvContentPartPr>
              <p14:xfrm>
                <a:off x="6379509" y="4096660"/>
                <a:ext cx="75600" cy="1198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D277F7F-1911-C763-6431-71D851E247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70509" y="4088020"/>
                  <a:ext cx="932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86FF1746-D6B8-95FF-D7A0-FF6D908F9135}"/>
              </a:ext>
            </a:extLst>
          </p:cNvPr>
          <p:cNvGrpSpPr/>
          <p:nvPr/>
        </p:nvGrpSpPr>
        <p:grpSpPr>
          <a:xfrm>
            <a:off x="6006549" y="3953020"/>
            <a:ext cx="83520" cy="581400"/>
            <a:chOff x="6006549" y="3953020"/>
            <a:chExt cx="83520" cy="5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8953FDE-8F34-48BE-ECA9-209D462ABA00}"/>
                    </a:ext>
                  </a:extLst>
                </p14:cNvPr>
                <p14:cNvContentPartPr/>
                <p14:nvPr/>
              </p14:nvContentPartPr>
              <p14:xfrm>
                <a:off x="6061269" y="4022140"/>
                <a:ext cx="15480" cy="512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8953FDE-8F34-48BE-ECA9-209D462ABA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55149" y="4016020"/>
                  <a:ext cx="277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5B9C6B6-C13F-F1CA-94A6-83886E6AB4C0}"/>
                    </a:ext>
                  </a:extLst>
                </p14:cNvPr>
                <p14:cNvContentPartPr/>
                <p14:nvPr/>
              </p14:nvContentPartPr>
              <p14:xfrm>
                <a:off x="6006549" y="3953020"/>
                <a:ext cx="83520" cy="1252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5B9C6B6-C13F-F1CA-94A6-83886E6AB4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00429" y="3946900"/>
                  <a:ext cx="95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FF58E11C-68E1-C767-935D-778F4B18EDBE}"/>
              </a:ext>
            </a:extLst>
          </p:cNvPr>
          <p:cNvGrpSpPr/>
          <p:nvPr/>
        </p:nvGrpSpPr>
        <p:grpSpPr>
          <a:xfrm>
            <a:off x="5614149" y="2968420"/>
            <a:ext cx="408240" cy="279720"/>
            <a:chOff x="5614149" y="2968420"/>
            <a:chExt cx="40824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CDAC51C-851E-20C1-92D8-7418021A621C}"/>
                    </a:ext>
                  </a:extLst>
                </p14:cNvPr>
                <p14:cNvContentPartPr/>
                <p14:nvPr/>
              </p14:nvContentPartPr>
              <p14:xfrm>
                <a:off x="5614149" y="3020980"/>
                <a:ext cx="359280" cy="2271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CDAC51C-851E-20C1-92D8-7418021A62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08029" y="3014860"/>
                  <a:ext cx="371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2098ED6-6402-1A10-456D-B0EF7145998A}"/>
                    </a:ext>
                  </a:extLst>
                </p14:cNvPr>
                <p14:cNvContentPartPr/>
                <p14:nvPr/>
              </p14:nvContentPartPr>
              <p14:xfrm>
                <a:off x="5891349" y="2968420"/>
                <a:ext cx="131040" cy="73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2098ED6-6402-1A10-456D-B0EF7145998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85229" y="2962300"/>
                  <a:ext cx="1432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3743FBF9-CDAB-51C9-3D75-02BE927CCFB0}"/>
              </a:ext>
            </a:extLst>
          </p:cNvPr>
          <p:cNvGrpSpPr/>
          <p:nvPr/>
        </p:nvGrpSpPr>
        <p:grpSpPr>
          <a:xfrm>
            <a:off x="5607309" y="3507700"/>
            <a:ext cx="527400" cy="240480"/>
            <a:chOff x="5607309" y="3507700"/>
            <a:chExt cx="5274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2C0609E-7DF4-BD2F-60F9-FAA354DEA75B}"/>
                    </a:ext>
                  </a:extLst>
                </p14:cNvPr>
                <p14:cNvContentPartPr/>
                <p14:nvPr/>
              </p14:nvContentPartPr>
              <p14:xfrm>
                <a:off x="5607309" y="3507700"/>
                <a:ext cx="460080" cy="2224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2C0609E-7DF4-BD2F-60F9-FAA354DEA75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98309" y="3499060"/>
                  <a:ext cx="477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07B868F-0E37-776B-3DEC-4BEDC828811A}"/>
                    </a:ext>
                  </a:extLst>
                </p14:cNvPr>
                <p14:cNvContentPartPr/>
                <p14:nvPr/>
              </p14:nvContentPartPr>
              <p14:xfrm>
                <a:off x="6002229" y="3674020"/>
                <a:ext cx="132480" cy="741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07B868F-0E37-776B-3DEC-4BEDC828811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93229" y="3665380"/>
                  <a:ext cx="1501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28223604-EA82-27C3-88ED-996D056320E9}"/>
              </a:ext>
            </a:extLst>
          </p:cNvPr>
          <p:cNvGrpSpPr/>
          <p:nvPr/>
        </p:nvGrpSpPr>
        <p:grpSpPr>
          <a:xfrm>
            <a:off x="6807909" y="2853220"/>
            <a:ext cx="480960" cy="491400"/>
            <a:chOff x="6807909" y="2853220"/>
            <a:chExt cx="48096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C6B82BF-23EA-36D9-835B-19817E2CEB99}"/>
                    </a:ext>
                  </a:extLst>
                </p14:cNvPr>
                <p14:cNvContentPartPr/>
                <p14:nvPr/>
              </p14:nvContentPartPr>
              <p14:xfrm>
                <a:off x="6834189" y="2853220"/>
                <a:ext cx="16920" cy="4356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C6B82BF-23EA-36D9-835B-19817E2CEB9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8069" y="2847100"/>
                  <a:ext cx="291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C339D06-6078-1E18-A041-952EE320F60F}"/>
                    </a:ext>
                  </a:extLst>
                </p14:cNvPr>
                <p14:cNvContentPartPr/>
                <p14:nvPr/>
              </p14:nvContentPartPr>
              <p14:xfrm>
                <a:off x="6807909" y="3218260"/>
                <a:ext cx="107280" cy="108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C339D06-6078-1E18-A041-952EE320F6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01789" y="3212140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61B9EA55-C987-6921-FC1F-28A6504B0981}"/>
                    </a:ext>
                  </a:extLst>
                </p14:cNvPr>
                <p14:cNvContentPartPr/>
                <p14:nvPr/>
              </p14:nvContentPartPr>
              <p14:xfrm>
                <a:off x="7039029" y="2978860"/>
                <a:ext cx="13680" cy="2718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61B9EA55-C987-6921-FC1F-28A6504B098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32909" y="2972740"/>
                  <a:ext cx="25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BBBBAF5-F57A-B46E-EC03-A4128999F8F1}"/>
                    </a:ext>
                  </a:extLst>
                </p14:cNvPr>
                <p14:cNvContentPartPr/>
                <p14:nvPr/>
              </p14:nvContentPartPr>
              <p14:xfrm>
                <a:off x="7060989" y="3235540"/>
                <a:ext cx="204120" cy="169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BBBBAF5-F57A-B46E-EC03-A4128999F8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54869" y="3229420"/>
                  <a:ext cx="216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5D18E69-449E-77F4-D9A0-D9C0D635E1B4}"/>
                    </a:ext>
                  </a:extLst>
                </p14:cNvPr>
                <p14:cNvContentPartPr/>
                <p14:nvPr/>
              </p14:nvContentPartPr>
              <p14:xfrm>
                <a:off x="7203549" y="3168580"/>
                <a:ext cx="85320" cy="1760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5D18E69-449E-77F4-D9A0-D9C0D635E1B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97429" y="3162460"/>
                  <a:ext cx="9756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E71F6797-C6A3-4FB5-0A8F-B7D02E3D5130}"/>
                  </a:ext>
                </a:extLst>
              </p14:cNvPr>
              <p14:cNvContentPartPr/>
              <p14:nvPr/>
            </p14:nvContentPartPr>
            <p14:xfrm>
              <a:off x="-493251" y="2992540"/>
              <a:ext cx="14400" cy="2484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E71F6797-C6A3-4FB5-0A8F-B7D02E3D513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-499371" y="2986420"/>
                <a:ext cx="26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FA448F51-BB1A-0564-7A11-D30ECF4F902B}"/>
                  </a:ext>
                </a:extLst>
              </p14:cNvPr>
              <p14:cNvContentPartPr/>
              <p14:nvPr/>
            </p14:nvContentPartPr>
            <p14:xfrm>
              <a:off x="6569589" y="6919780"/>
              <a:ext cx="12960" cy="360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FA448F51-BB1A-0564-7A11-D30ECF4F902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563469" y="6913660"/>
                <a:ext cx="2520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Group 342">
            <a:extLst>
              <a:ext uri="{FF2B5EF4-FFF2-40B4-BE49-F238E27FC236}">
                <a16:creationId xmlns:a16="http://schemas.microsoft.com/office/drawing/2014/main" id="{B05A9B90-90AB-ABF9-3E82-77162DBEB188}"/>
              </a:ext>
            </a:extLst>
          </p:cNvPr>
          <p:cNvGrpSpPr/>
          <p:nvPr/>
        </p:nvGrpSpPr>
        <p:grpSpPr>
          <a:xfrm>
            <a:off x="6981069" y="3661770"/>
            <a:ext cx="561960" cy="510490"/>
            <a:chOff x="6981069" y="3661770"/>
            <a:chExt cx="561960" cy="51049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9E482F5-45D1-1F07-4A78-CBC73227551E}"/>
                    </a:ext>
                  </a:extLst>
                </p14:cNvPr>
                <p14:cNvContentPartPr/>
                <p14:nvPr/>
              </p14:nvContentPartPr>
              <p14:xfrm>
                <a:off x="7117149" y="4094500"/>
                <a:ext cx="365040" cy="140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9E482F5-45D1-1F07-4A78-CBC73227551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08149" y="4085500"/>
                  <a:ext cx="38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8D602FB-8000-59D3-80CB-A9923D94BC1C}"/>
                    </a:ext>
                  </a:extLst>
                </p14:cNvPr>
                <p14:cNvContentPartPr/>
                <p14:nvPr/>
              </p14:nvContentPartPr>
              <p14:xfrm>
                <a:off x="6981069" y="4024660"/>
                <a:ext cx="163800" cy="1476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8D602FB-8000-59D3-80CB-A9923D94BC1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72429" y="4016020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D91B1B7-2899-03E2-E41F-D95DF20AA269}"/>
                    </a:ext>
                  </a:extLst>
                </p14:cNvPr>
                <p14:cNvContentPartPr/>
                <p14:nvPr/>
              </p14:nvContentPartPr>
              <p14:xfrm>
                <a:off x="7109949" y="3914850"/>
                <a:ext cx="433080" cy="126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D91B1B7-2899-03E2-E41F-D95DF20AA2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01309" y="3905850"/>
                  <a:ext cx="450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0AB93E0-2332-A8A2-BF90-9D14E366AC89}"/>
                    </a:ext>
                  </a:extLst>
                </p14:cNvPr>
                <p14:cNvContentPartPr/>
                <p14:nvPr/>
              </p14:nvContentPartPr>
              <p14:xfrm>
                <a:off x="7071789" y="3755370"/>
                <a:ext cx="18360" cy="2030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0AB93E0-2332-A8A2-BF90-9D14E366AC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62789" y="3746370"/>
                  <a:ext cx="3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DEC05F2-DA32-0FA5-7F96-6DFEEAAF572F}"/>
                    </a:ext>
                  </a:extLst>
                </p14:cNvPr>
                <p14:cNvContentPartPr/>
                <p14:nvPr/>
              </p14:nvContentPartPr>
              <p14:xfrm>
                <a:off x="7033269" y="3661770"/>
                <a:ext cx="110160" cy="1051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DEC05F2-DA32-0FA5-7F96-6DFEEAAF572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4269" y="3652770"/>
                  <a:ext cx="1278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67CF28EF-2BA5-7C44-20EB-A7F1855AC421}"/>
              </a:ext>
            </a:extLst>
          </p:cNvPr>
          <p:cNvGrpSpPr/>
          <p:nvPr/>
        </p:nvGrpSpPr>
        <p:grpSpPr>
          <a:xfrm>
            <a:off x="6982149" y="4217610"/>
            <a:ext cx="536040" cy="308880"/>
            <a:chOff x="6982149" y="4217610"/>
            <a:chExt cx="5360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9778E18-7581-1D8A-4816-6A88988AE3F4}"/>
                    </a:ext>
                  </a:extLst>
                </p14:cNvPr>
                <p14:cNvContentPartPr/>
                <p14:nvPr/>
              </p14:nvContentPartPr>
              <p14:xfrm>
                <a:off x="7049469" y="4217610"/>
                <a:ext cx="468720" cy="273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9778E18-7581-1D8A-4816-6A88988AE3F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43349" y="4211490"/>
                  <a:ext cx="480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C244BA5-55A9-8AB5-F804-4123D267BC6B}"/>
                    </a:ext>
                  </a:extLst>
                </p14:cNvPr>
                <p14:cNvContentPartPr/>
                <p14:nvPr/>
              </p14:nvContentPartPr>
              <p14:xfrm>
                <a:off x="7025709" y="4254690"/>
                <a:ext cx="31320" cy="271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C244BA5-55A9-8AB5-F804-4123D267BC6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19589" y="4248570"/>
                  <a:ext cx="43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3167C8B-DC71-F5FD-E637-8355F80CA2CA}"/>
                    </a:ext>
                  </a:extLst>
                </p14:cNvPr>
                <p14:cNvContentPartPr/>
                <p14:nvPr/>
              </p14:nvContentPartPr>
              <p14:xfrm>
                <a:off x="6982149" y="4456290"/>
                <a:ext cx="93240" cy="586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3167C8B-DC71-F5FD-E637-8355F80CA2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76029" y="4450170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164598D-205A-152C-FFE6-E50471982371}"/>
              </a:ext>
            </a:extLst>
          </p:cNvPr>
          <p:cNvGrpSpPr/>
          <p:nvPr/>
        </p:nvGrpSpPr>
        <p:grpSpPr>
          <a:xfrm>
            <a:off x="6515589" y="2910090"/>
            <a:ext cx="185040" cy="429840"/>
            <a:chOff x="6515589" y="2910090"/>
            <a:chExt cx="185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1E9C82C-F478-9192-FEC1-AB149BF5AEE3}"/>
                    </a:ext>
                  </a:extLst>
                </p14:cNvPr>
                <p14:cNvContentPartPr/>
                <p14:nvPr/>
              </p14:nvContentPartPr>
              <p14:xfrm>
                <a:off x="6574989" y="2910090"/>
                <a:ext cx="125640" cy="4078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1E9C82C-F478-9192-FEC1-AB149BF5AEE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66349" y="2901090"/>
                  <a:ext cx="1432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3C99412-06E2-150A-9F80-37989CD68D65}"/>
                    </a:ext>
                  </a:extLst>
                </p14:cNvPr>
                <p14:cNvContentPartPr/>
                <p14:nvPr/>
              </p14:nvContentPartPr>
              <p14:xfrm>
                <a:off x="6515589" y="3243810"/>
                <a:ext cx="72360" cy="961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3C99412-06E2-150A-9F80-37989CD68D6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06949" y="3234810"/>
                  <a:ext cx="9000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70A0928-777A-A23A-5817-928EE5FC3176}"/>
              </a:ext>
            </a:extLst>
          </p:cNvPr>
          <p:cNvGrpSpPr/>
          <p:nvPr/>
        </p:nvGrpSpPr>
        <p:grpSpPr>
          <a:xfrm>
            <a:off x="4104580" y="3600344"/>
            <a:ext cx="366120" cy="586440"/>
            <a:chOff x="3421749" y="3805050"/>
            <a:chExt cx="36612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49C815F-5F67-485A-FEAD-B03F45EB0D68}"/>
                    </a:ext>
                  </a:extLst>
                </p14:cNvPr>
                <p14:cNvContentPartPr/>
                <p14:nvPr/>
              </p14:nvContentPartPr>
              <p14:xfrm>
                <a:off x="3421749" y="3805050"/>
                <a:ext cx="336600" cy="5864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49C815F-5F67-485A-FEAD-B03F45EB0D6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415629" y="3798930"/>
                  <a:ext cx="3488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D02CD74-1A3F-C1CC-CF9A-582C79BD1F04}"/>
                    </a:ext>
                  </a:extLst>
                </p14:cNvPr>
                <p14:cNvContentPartPr/>
                <p14:nvPr/>
              </p14:nvContentPartPr>
              <p14:xfrm>
                <a:off x="3691389" y="3870570"/>
                <a:ext cx="96480" cy="817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D02CD74-1A3F-C1CC-CF9A-582C79BD1F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85269" y="3864450"/>
                  <a:ext cx="1087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34A12E2-3017-368F-18F6-1D7F59FCAADF}"/>
              </a:ext>
            </a:extLst>
          </p:cNvPr>
          <p:cNvGrpSpPr/>
          <p:nvPr/>
        </p:nvGrpSpPr>
        <p:grpSpPr>
          <a:xfrm>
            <a:off x="5959389" y="1593930"/>
            <a:ext cx="968040" cy="741240"/>
            <a:chOff x="5959389" y="1593930"/>
            <a:chExt cx="96804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879D1BD-AAC8-6641-5774-33EA8F0FE202}"/>
                    </a:ext>
                  </a:extLst>
                </p14:cNvPr>
                <p14:cNvContentPartPr/>
                <p14:nvPr/>
              </p14:nvContentPartPr>
              <p14:xfrm>
                <a:off x="5959389" y="1717410"/>
                <a:ext cx="390240" cy="6177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879D1BD-AAC8-6641-5774-33EA8F0FE20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53269" y="1711290"/>
                  <a:ext cx="4024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714EC49-8F83-E346-E264-B2C7BD2A3C8C}"/>
                    </a:ext>
                  </a:extLst>
                </p14:cNvPr>
                <p14:cNvContentPartPr/>
                <p14:nvPr/>
              </p14:nvContentPartPr>
              <p14:xfrm>
                <a:off x="6294189" y="1888770"/>
                <a:ext cx="100080" cy="500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714EC49-8F83-E346-E264-B2C7BD2A3C8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88069" y="1882650"/>
                  <a:ext cx="112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6F01C5C-1EF7-9363-73FA-DDD57D469949}"/>
                    </a:ext>
                  </a:extLst>
                </p14:cNvPr>
                <p14:cNvContentPartPr/>
                <p14:nvPr/>
              </p14:nvContentPartPr>
              <p14:xfrm>
                <a:off x="6415149" y="2002530"/>
                <a:ext cx="5040" cy="104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6F01C5C-1EF7-9363-73FA-DDD57D4699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09029" y="1996410"/>
                  <a:ext cx="1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9CB8290-CE0E-3A33-3F0E-E87839B4EEFF}"/>
                    </a:ext>
                  </a:extLst>
                </p14:cNvPr>
                <p14:cNvContentPartPr/>
                <p14:nvPr/>
              </p14:nvContentPartPr>
              <p14:xfrm>
                <a:off x="6546549" y="1593930"/>
                <a:ext cx="366840" cy="5432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9CB8290-CE0E-3A33-3F0E-E87839B4EE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540429" y="1587810"/>
                  <a:ext cx="379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2E2D084B-6390-A9C7-5FBA-3A30614B16FC}"/>
                    </a:ext>
                  </a:extLst>
                </p14:cNvPr>
                <p14:cNvContentPartPr/>
                <p14:nvPr/>
              </p14:nvContentPartPr>
              <p14:xfrm>
                <a:off x="6843549" y="1748010"/>
                <a:ext cx="83880" cy="302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2E2D084B-6390-A9C7-5FBA-3A30614B16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37429" y="1741890"/>
                  <a:ext cx="9612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E0EDD250-3225-7B9D-73E8-CFA71F5340FB}"/>
                  </a:ext>
                </a:extLst>
              </p14:cNvPr>
              <p14:cNvContentPartPr/>
              <p14:nvPr/>
            </p14:nvContentPartPr>
            <p14:xfrm>
              <a:off x="6765429" y="621210"/>
              <a:ext cx="147960" cy="3132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E0EDD250-3225-7B9D-73E8-CFA71F5340F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759309" y="615090"/>
                <a:ext cx="16020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9" name="Group 408">
            <a:extLst>
              <a:ext uri="{FF2B5EF4-FFF2-40B4-BE49-F238E27FC236}">
                <a16:creationId xmlns:a16="http://schemas.microsoft.com/office/drawing/2014/main" id="{C7F6F7F7-2713-6241-41C7-9D7F49303A1B}"/>
              </a:ext>
            </a:extLst>
          </p:cNvPr>
          <p:cNvGrpSpPr/>
          <p:nvPr/>
        </p:nvGrpSpPr>
        <p:grpSpPr>
          <a:xfrm>
            <a:off x="7128669" y="180930"/>
            <a:ext cx="4034520" cy="508320"/>
            <a:chOff x="7128669" y="180930"/>
            <a:chExt cx="403452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BDE5026-21D1-2269-D58E-911CD3BC7491}"/>
                    </a:ext>
                  </a:extLst>
                </p14:cNvPr>
                <p14:cNvContentPartPr/>
                <p14:nvPr/>
              </p14:nvContentPartPr>
              <p14:xfrm>
                <a:off x="7128669" y="207570"/>
                <a:ext cx="143640" cy="25452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BDE5026-21D1-2269-D58E-911CD3BC749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22549" y="201450"/>
                  <a:ext cx="155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003719D-F52A-8F16-CFFA-D0EF86200B42}"/>
                    </a:ext>
                  </a:extLst>
                </p14:cNvPr>
                <p14:cNvContentPartPr/>
                <p14:nvPr/>
              </p14:nvContentPartPr>
              <p14:xfrm>
                <a:off x="7305789" y="354450"/>
                <a:ext cx="100440" cy="1173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003719D-F52A-8F16-CFFA-D0EF86200B4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299669" y="348330"/>
                  <a:ext cx="112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26B4F86-FA83-B4DC-5631-D76426668570}"/>
                    </a:ext>
                  </a:extLst>
                </p14:cNvPr>
                <p14:cNvContentPartPr/>
                <p14:nvPr/>
              </p14:nvContentPartPr>
              <p14:xfrm>
                <a:off x="7514589" y="211170"/>
                <a:ext cx="246960" cy="28116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26B4F86-FA83-B4DC-5631-D7642666857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08469" y="205050"/>
                  <a:ext cx="259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0DDF56D-A26D-6770-987B-DBC710351226}"/>
                    </a:ext>
                  </a:extLst>
                </p14:cNvPr>
                <p14:cNvContentPartPr/>
                <p14:nvPr/>
              </p14:nvContentPartPr>
              <p14:xfrm>
                <a:off x="7887549" y="364890"/>
                <a:ext cx="204840" cy="1285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0DDF56D-A26D-6770-987B-DBC71035122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81429" y="358770"/>
                  <a:ext cx="217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2D60A435-0907-0DB7-4FB5-B01502A0767F}"/>
                    </a:ext>
                  </a:extLst>
                </p14:cNvPr>
                <p14:cNvContentPartPr/>
                <p14:nvPr/>
              </p14:nvContentPartPr>
              <p14:xfrm>
                <a:off x="8092749" y="204330"/>
                <a:ext cx="383760" cy="2721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2D60A435-0907-0DB7-4FB5-B01502A0767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86629" y="198210"/>
                  <a:ext cx="3960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98BAE3A5-887D-4F0E-F4B0-6AEC92B6CB20}"/>
                    </a:ext>
                  </a:extLst>
                </p14:cNvPr>
                <p14:cNvContentPartPr/>
                <p14:nvPr/>
              </p14:nvContentPartPr>
              <p14:xfrm>
                <a:off x="8637789" y="352650"/>
                <a:ext cx="215280" cy="1036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98BAE3A5-887D-4F0E-F4B0-6AEC92B6CB2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31669" y="346530"/>
                  <a:ext cx="227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7A343B2-9E78-348A-A739-EB627A728652}"/>
                    </a:ext>
                  </a:extLst>
                </p14:cNvPr>
                <p14:cNvContentPartPr/>
                <p14:nvPr/>
              </p14:nvContentPartPr>
              <p14:xfrm>
                <a:off x="8580549" y="196770"/>
                <a:ext cx="90000" cy="694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7A343B2-9E78-348A-A739-EB627A72865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74429" y="190650"/>
                  <a:ext cx="102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F661E707-7E17-88AB-DD1B-5D196B33FC86}"/>
                    </a:ext>
                  </a:extLst>
                </p14:cNvPr>
                <p14:cNvContentPartPr/>
                <p14:nvPr/>
              </p14:nvContentPartPr>
              <p14:xfrm>
                <a:off x="8962869" y="342570"/>
                <a:ext cx="313200" cy="3466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F661E707-7E17-88AB-DD1B-5D196B33FC8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56749" y="336450"/>
                  <a:ext cx="325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404FB411-61AE-FD52-0288-9D472483A1B6}"/>
                    </a:ext>
                  </a:extLst>
                </p14:cNvPr>
                <p14:cNvContentPartPr/>
                <p14:nvPr/>
              </p14:nvContentPartPr>
              <p14:xfrm>
                <a:off x="9311709" y="180930"/>
                <a:ext cx="302040" cy="2793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404FB411-61AE-FD52-0288-9D472483A1B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05589" y="174810"/>
                  <a:ext cx="3142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07FEEF3-6E59-03BF-7559-A4F0EF534863}"/>
                    </a:ext>
                  </a:extLst>
                </p14:cNvPr>
                <p14:cNvContentPartPr/>
                <p14:nvPr/>
              </p14:nvContentPartPr>
              <p14:xfrm>
                <a:off x="9030909" y="208650"/>
                <a:ext cx="73800" cy="716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07FEEF3-6E59-03BF-7559-A4F0EF53486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24789" y="202530"/>
                  <a:ext cx="86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6E7E68D-4DB9-6413-BF54-8D214CFE30B2}"/>
                    </a:ext>
                  </a:extLst>
                </p14:cNvPr>
                <p14:cNvContentPartPr/>
                <p14:nvPr/>
              </p14:nvContentPartPr>
              <p14:xfrm>
                <a:off x="9804189" y="221970"/>
                <a:ext cx="140400" cy="2383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6E7E68D-4DB9-6413-BF54-8D214CFE30B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98069" y="215850"/>
                  <a:ext cx="1526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1F022163-B214-898D-0DCA-30D0E57D9899}"/>
                    </a:ext>
                  </a:extLst>
                </p14:cNvPr>
                <p14:cNvContentPartPr/>
                <p14:nvPr/>
              </p14:nvContentPartPr>
              <p14:xfrm>
                <a:off x="9965829" y="353370"/>
                <a:ext cx="198720" cy="2775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1F022163-B214-898D-0DCA-30D0E57D989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59709" y="347250"/>
                  <a:ext cx="210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AA1DD2B-CFBE-CE51-7FFC-F3A1984846FD}"/>
                    </a:ext>
                  </a:extLst>
                </p14:cNvPr>
                <p14:cNvContentPartPr/>
                <p14:nvPr/>
              </p14:nvContentPartPr>
              <p14:xfrm>
                <a:off x="10150509" y="344730"/>
                <a:ext cx="80280" cy="1224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AA1DD2B-CFBE-CE51-7FFC-F3A1984846F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44389" y="338610"/>
                  <a:ext cx="92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E9B18E07-3EF3-1B7D-4C8E-00CBDC8CB2D5}"/>
                    </a:ext>
                  </a:extLst>
                </p14:cNvPr>
                <p14:cNvContentPartPr/>
                <p14:nvPr/>
              </p14:nvContentPartPr>
              <p14:xfrm>
                <a:off x="10029189" y="185250"/>
                <a:ext cx="49320" cy="360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E9B18E07-3EF3-1B7D-4C8E-00CBDC8CB2D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23069" y="179130"/>
                  <a:ext cx="61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DDC297D-65E0-809F-4686-AF2E269BCB49}"/>
                    </a:ext>
                  </a:extLst>
                </p14:cNvPr>
                <p14:cNvContentPartPr/>
                <p14:nvPr/>
              </p14:nvContentPartPr>
              <p14:xfrm>
                <a:off x="10397109" y="248250"/>
                <a:ext cx="29520" cy="3852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DDC297D-65E0-809F-4686-AF2E269BCB4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90989" y="242130"/>
                  <a:ext cx="417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0CE525E4-2E53-F790-9762-4B1A3F6E9C40}"/>
                    </a:ext>
                  </a:extLst>
                </p14:cNvPr>
                <p14:cNvContentPartPr/>
                <p14:nvPr/>
              </p14:nvContentPartPr>
              <p14:xfrm>
                <a:off x="10377669" y="346530"/>
                <a:ext cx="204480" cy="1548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0CE525E4-2E53-F790-9762-4B1A3F6E9C4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71549" y="340410"/>
                  <a:ext cx="216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FFFE3D78-E5D8-31FB-6ABA-CDE92FA28F04}"/>
                    </a:ext>
                  </a:extLst>
                </p14:cNvPr>
                <p14:cNvContentPartPr/>
                <p14:nvPr/>
              </p14:nvContentPartPr>
              <p14:xfrm>
                <a:off x="10594029" y="386490"/>
                <a:ext cx="88560" cy="1083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FFFE3D78-E5D8-31FB-6ABA-CDE92FA28F0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587909" y="380370"/>
                  <a:ext cx="100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D60C0970-FEE4-D686-CC19-EB34AD435269}"/>
                    </a:ext>
                  </a:extLst>
                </p14:cNvPr>
                <p14:cNvContentPartPr/>
                <p14:nvPr/>
              </p14:nvContentPartPr>
              <p14:xfrm>
                <a:off x="10722549" y="283530"/>
                <a:ext cx="106920" cy="2091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D60C0970-FEE4-D686-CC19-EB34AD4352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716429" y="277410"/>
                  <a:ext cx="119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3D97E42-B7E9-0D91-E6A2-3CAB09434EF4}"/>
                    </a:ext>
                  </a:extLst>
                </p14:cNvPr>
                <p14:cNvContentPartPr/>
                <p14:nvPr/>
              </p14:nvContentPartPr>
              <p14:xfrm>
                <a:off x="10795629" y="365250"/>
                <a:ext cx="367560" cy="12312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3D97E42-B7E9-0D91-E6A2-3CAB09434E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89509" y="359130"/>
                  <a:ext cx="379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E2F120B-0C7D-B41E-C46A-5CC4E70381B8}"/>
                    </a:ext>
                  </a:extLst>
                </p14:cNvPr>
                <p14:cNvContentPartPr/>
                <p14:nvPr/>
              </p14:nvContentPartPr>
              <p14:xfrm>
                <a:off x="10802829" y="215130"/>
                <a:ext cx="80280" cy="633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E2F120B-0C7D-B41E-C46A-5CC4E70381B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796709" y="209010"/>
                  <a:ext cx="9252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0A3F1850-CC58-7EE5-2949-B7B074DFD101}"/>
              </a:ext>
            </a:extLst>
          </p:cNvPr>
          <p:cNvGrpSpPr/>
          <p:nvPr/>
        </p:nvGrpSpPr>
        <p:grpSpPr>
          <a:xfrm>
            <a:off x="8457307" y="3561568"/>
            <a:ext cx="1430402" cy="604440"/>
            <a:chOff x="8457307" y="3561568"/>
            <a:chExt cx="1430402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ECFBA9E-34BB-429E-373B-F9FA590F1EEB}"/>
                    </a:ext>
                  </a:extLst>
                </p14:cNvPr>
                <p14:cNvContentPartPr/>
                <p14:nvPr/>
              </p14:nvContentPartPr>
              <p14:xfrm>
                <a:off x="8457307" y="3561568"/>
                <a:ext cx="339480" cy="6044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ECFBA9E-34BB-429E-373B-F9FA590F1EE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51187" y="3555448"/>
                  <a:ext cx="3517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5B6BF2D-8629-C59A-AD77-842E49F1BDCA}"/>
                    </a:ext>
                  </a:extLst>
                </p14:cNvPr>
                <p14:cNvContentPartPr/>
                <p14:nvPr/>
              </p14:nvContentPartPr>
              <p14:xfrm>
                <a:off x="8762587" y="3726808"/>
                <a:ext cx="98640" cy="482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5B6BF2D-8629-C59A-AD77-842E49F1BDC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56467" y="3720688"/>
                  <a:ext cx="110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647A360B-C894-D54F-1F1D-2CBACAAABD50}"/>
                    </a:ext>
                  </a:extLst>
                </p14:cNvPr>
                <p14:cNvContentPartPr/>
                <p14:nvPr/>
              </p14:nvContentPartPr>
              <p14:xfrm>
                <a:off x="8897709" y="3913050"/>
                <a:ext cx="11160" cy="104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647A360B-C894-D54F-1F1D-2CBACAAABD5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891589" y="3906930"/>
                  <a:ext cx="23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820010FC-7738-3F50-70BE-C9C16B131E13}"/>
                    </a:ext>
                  </a:extLst>
                </p14:cNvPr>
                <p14:cNvContentPartPr/>
                <p14:nvPr/>
              </p14:nvContentPartPr>
              <p14:xfrm>
                <a:off x="8995269" y="3658170"/>
                <a:ext cx="282960" cy="4669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820010FC-7738-3F50-70BE-C9C16B131E1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89149" y="3652050"/>
                  <a:ext cx="295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38FCADE-476A-7793-7722-B8F1D4F2B06A}"/>
                    </a:ext>
                  </a:extLst>
                </p14:cNvPr>
                <p14:cNvContentPartPr/>
                <p14:nvPr/>
              </p14:nvContentPartPr>
              <p14:xfrm>
                <a:off x="9242949" y="3775530"/>
                <a:ext cx="82080" cy="2952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38FCADE-476A-7793-7722-B8F1D4F2B06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236829" y="3769410"/>
                  <a:ext cx="94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7BF39653-67A1-F24C-6B32-A80F6F4990AE}"/>
                    </a:ext>
                  </a:extLst>
                </p14:cNvPr>
                <p14:cNvContentPartPr/>
                <p14:nvPr/>
              </p14:nvContentPartPr>
              <p14:xfrm>
                <a:off x="9352389" y="3905490"/>
                <a:ext cx="28440" cy="262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7BF39653-67A1-F24C-6B32-A80F6F4990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346269" y="3899370"/>
                  <a:ext cx="40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2DDB18A-9013-A456-D03C-CBF6FDF20A3B}"/>
                    </a:ext>
                  </a:extLst>
                </p14:cNvPr>
                <p14:cNvContentPartPr/>
                <p14:nvPr/>
              </p14:nvContentPartPr>
              <p14:xfrm>
                <a:off x="9471909" y="3608130"/>
                <a:ext cx="369720" cy="4496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2DDB18A-9013-A456-D03C-CBF6FDF20A3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65789" y="3602010"/>
                  <a:ext cx="381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B7B3E9A-32BB-0DE3-8657-BB0A1E170175}"/>
                    </a:ext>
                  </a:extLst>
                </p14:cNvPr>
                <p14:cNvContentPartPr/>
                <p14:nvPr/>
              </p14:nvContentPartPr>
              <p14:xfrm>
                <a:off x="9798429" y="3695610"/>
                <a:ext cx="89280" cy="151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B7B3E9A-32BB-0DE3-8657-BB0A1E17017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92309" y="3689490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8DA71751-43AB-7832-6256-E88925E51B2D}"/>
              </a:ext>
            </a:extLst>
          </p:cNvPr>
          <p:cNvGrpSpPr/>
          <p:nvPr/>
        </p:nvGrpSpPr>
        <p:grpSpPr>
          <a:xfrm>
            <a:off x="5616309" y="3270810"/>
            <a:ext cx="471600" cy="100080"/>
            <a:chOff x="5616309" y="3270810"/>
            <a:chExt cx="47160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7C7C48C1-A1E3-FBD9-73B1-3E26B61CAE71}"/>
                    </a:ext>
                  </a:extLst>
                </p14:cNvPr>
                <p14:cNvContentPartPr/>
                <p14:nvPr/>
              </p14:nvContentPartPr>
              <p14:xfrm>
                <a:off x="5616309" y="3339930"/>
                <a:ext cx="435600" cy="3096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7C7C48C1-A1E3-FBD9-73B1-3E26B61CAE7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07669" y="3330930"/>
                  <a:ext cx="453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4B7BDA1C-662F-2D93-A6BC-8DC6FFE0CBDE}"/>
                    </a:ext>
                  </a:extLst>
                </p14:cNvPr>
                <p14:cNvContentPartPr/>
                <p14:nvPr/>
              </p14:nvContentPartPr>
              <p14:xfrm>
                <a:off x="6016989" y="3270810"/>
                <a:ext cx="70920" cy="968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4B7BDA1C-662F-2D93-A6BC-8DC6FFE0CBD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08349" y="3262170"/>
                  <a:ext cx="88560" cy="11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8188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D5D8-8DC9-D918-66F9-0E1055A7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3DA8C57E-2BB8-B72F-4B1F-00C16E8D6D81}"/>
              </a:ext>
            </a:extLst>
          </p:cNvPr>
          <p:cNvGrpSpPr/>
          <p:nvPr/>
        </p:nvGrpSpPr>
        <p:grpSpPr>
          <a:xfrm>
            <a:off x="4924389" y="390820"/>
            <a:ext cx="1403280" cy="486720"/>
            <a:chOff x="4924389" y="390820"/>
            <a:chExt cx="1403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6DF3BA-1FE5-30DC-7586-2F4AF63D1A97}"/>
                    </a:ext>
                  </a:extLst>
                </p14:cNvPr>
                <p14:cNvContentPartPr/>
                <p14:nvPr/>
              </p14:nvContentPartPr>
              <p14:xfrm>
                <a:off x="4924389" y="390820"/>
                <a:ext cx="160200" cy="31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6DF3BA-1FE5-30DC-7586-2F4AF63D1A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8269" y="384700"/>
                  <a:ext cx="172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7B730E-1DEF-A5DC-5935-29B5CA1042EC}"/>
                    </a:ext>
                  </a:extLst>
                </p14:cNvPr>
                <p14:cNvContentPartPr/>
                <p14:nvPr/>
              </p14:nvContentPartPr>
              <p14:xfrm>
                <a:off x="5143269" y="567580"/>
                <a:ext cx="41040" cy="24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7B730E-1DEF-A5DC-5935-29B5CA1042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7202" y="561460"/>
                  <a:ext cx="53174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0E168C6-1693-C7DF-7CF2-3783BB43E87C}"/>
                    </a:ext>
                  </a:extLst>
                </p14:cNvPr>
                <p14:cNvContentPartPr/>
                <p14:nvPr/>
              </p14:nvContentPartPr>
              <p14:xfrm>
                <a:off x="5155869" y="548860"/>
                <a:ext cx="160560" cy="21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0E168C6-1693-C7DF-7CF2-3783BB43E8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749" y="542730"/>
                  <a:ext cx="172800" cy="2253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3C41F3-9D6C-C6B0-7817-26B0AD5E349C}"/>
                    </a:ext>
                  </a:extLst>
                </p14:cNvPr>
                <p14:cNvContentPartPr/>
                <p14:nvPr/>
              </p14:nvContentPartPr>
              <p14:xfrm>
                <a:off x="5295189" y="623380"/>
                <a:ext cx="144360" cy="17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3C41F3-9D6C-C6B0-7817-26B0AD5E34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89069" y="617260"/>
                  <a:ext cx="156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AFFA895-DE2F-9279-BC57-5B24495DD18C}"/>
                    </a:ext>
                  </a:extLst>
                </p14:cNvPr>
                <p14:cNvContentPartPr/>
                <p14:nvPr/>
              </p14:nvContentPartPr>
              <p14:xfrm>
                <a:off x="5542869" y="628780"/>
                <a:ext cx="123120" cy="18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AFFA895-DE2F-9279-BC57-5B24495DD1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36749" y="622660"/>
                  <a:ext cx="13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8455E5-55C6-79C7-5E5C-F9F899829791}"/>
                    </a:ext>
                  </a:extLst>
                </p14:cNvPr>
                <p14:cNvContentPartPr/>
                <p14:nvPr/>
              </p14:nvContentPartPr>
              <p14:xfrm>
                <a:off x="5705589" y="598180"/>
                <a:ext cx="12276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8455E5-55C6-79C7-5E5C-F9F8998297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9469" y="592060"/>
                  <a:ext cx="135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98E7DA7-3606-2316-D013-CDA8F5D3B770}"/>
                    </a:ext>
                  </a:extLst>
                </p14:cNvPr>
                <p14:cNvContentPartPr/>
                <p14:nvPr/>
              </p14:nvContentPartPr>
              <p14:xfrm>
                <a:off x="5908989" y="608260"/>
                <a:ext cx="35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98E7DA7-3606-2316-D013-CDA8F5D3B7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2869" y="602140"/>
                  <a:ext cx="4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46B9E9-8A94-8FF5-F921-A2283A28CBB1}"/>
                    </a:ext>
                  </a:extLst>
                </p14:cNvPr>
                <p14:cNvContentPartPr/>
                <p14:nvPr/>
              </p14:nvContentPartPr>
              <p14:xfrm>
                <a:off x="6016629" y="617980"/>
                <a:ext cx="21240" cy="181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46B9E9-8A94-8FF5-F921-A2283A28CBB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0611" y="611848"/>
                  <a:ext cx="33276" cy="19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CAA3B3-B563-2799-A3AF-72AE4EBD4DC8}"/>
                    </a:ext>
                  </a:extLst>
                </p14:cNvPr>
                <p14:cNvContentPartPr/>
                <p14:nvPr/>
              </p14:nvContentPartPr>
              <p14:xfrm>
                <a:off x="6030669" y="630940"/>
                <a:ext cx="118800" cy="12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CAA3B3-B563-2799-A3AF-72AE4EBD4D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4549" y="624820"/>
                  <a:ext cx="13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37C2939-82A2-E4DB-0082-6D6BBDB721B8}"/>
                    </a:ext>
                  </a:extLst>
                </p14:cNvPr>
                <p14:cNvContentPartPr/>
                <p14:nvPr/>
              </p14:nvContentPartPr>
              <p14:xfrm>
                <a:off x="6124269" y="602500"/>
                <a:ext cx="28080" cy="156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37C2939-82A2-E4DB-0082-6D6BBDB721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8149" y="596380"/>
                  <a:ext cx="40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E4F09E-9F16-54F8-2E56-E5248E5F8A4D}"/>
                    </a:ext>
                  </a:extLst>
                </p14:cNvPr>
                <p14:cNvContentPartPr/>
                <p14:nvPr/>
              </p14:nvContentPartPr>
              <p14:xfrm>
                <a:off x="6187269" y="571540"/>
                <a:ext cx="140400" cy="30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E4F09E-9F16-54F8-2E56-E5248E5F8A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1149" y="565420"/>
                  <a:ext cx="1526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7F8BB3C-975B-4474-615D-C58EE5054B64}"/>
              </a:ext>
            </a:extLst>
          </p:cNvPr>
          <p:cNvGrpSpPr/>
          <p:nvPr/>
        </p:nvGrpSpPr>
        <p:grpSpPr>
          <a:xfrm>
            <a:off x="742989" y="419980"/>
            <a:ext cx="3239640" cy="639000"/>
            <a:chOff x="742989" y="419980"/>
            <a:chExt cx="323964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7D08EE8-2BFF-2036-3598-F61E209969FD}"/>
                    </a:ext>
                  </a:extLst>
                </p14:cNvPr>
                <p14:cNvContentPartPr/>
                <p14:nvPr/>
              </p14:nvContentPartPr>
              <p14:xfrm>
                <a:off x="742989" y="419980"/>
                <a:ext cx="250920" cy="51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7D08EE8-2BFF-2036-3598-F61E209969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6869" y="413856"/>
                  <a:ext cx="263160" cy="5234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967F022-AB38-9FE2-FB7F-A634E5F40A1F}"/>
                    </a:ext>
                  </a:extLst>
                </p14:cNvPr>
                <p14:cNvContentPartPr/>
                <p14:nvPr/>
              </p14:nvContentPartPr>
              <p14:xfrm>
                <a:off x="1115949" y="693940"/>
                <a:ext cx="30600" cy="26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967F022-AB38-9FE2-FB7F-A634E5F40A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829" y="687820"/>
                  <a:ext cx="42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614B7B-8D6D-DA94-E98B-40F9E90CBB8F}"/>
                    </a:ext>
                  </a:extLst>
                </p14:cNvPr>
                <p14:cNvContentPartPr/>
                <p14:nvPr/>
              </p14:nvContentPartPr>
              <p14:xfrm>
                <a:off x="1244469" y="702940"/>
                <a:ext cx="204840" cy="356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614B7B-8D6D-DA94-E98B-40F9E90CBB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38349" y="696814"/>
                  <a:ext cx="217080" cy="3682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6A1CCB7-CBF8-E1CE-11DC-35EA40AEB9AC}"/>
                    </a:ext>
                  </a:extLst>
                </p14:cNvPr>
                <p14:cNvContentPartPr/>
                <p14:nvPr/>
              </p14:nvContentPartPr>
              <p14:xfrm>
                <a:off x="1540749" y="683860"/>
                <a:ext cx="166680" cy="27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6A1CCB7-CBF8-E1CE-11DC-35EA40AEB9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34629" y="677740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61EE70-65BE-ADF8-A224-6758D8783EC6}"/>
                    </a:ext>
                  </a:extLst>
                </p14:cNvPr>
                <p14:cNvContentPartPr/>
                <p14:nvPr/>
              </p14:nvContentPartPr>
              <p14:xfrm>
                <a:off x="1810029" y="718060"/>
                <a:ext cx="30168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61EE70-65BE-ADF8-A224-6758D8783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3902" y="711940"/>
                  <a:ext cx="313935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A6F879-CD32-AC4B-7190-3720FADEA9EF}"/>
                    </a:ext>
                  </a:extLst>
                </p14:cNvPr>
                <p14:cNvContentPartPr/>
                <p14:nvPr/>
              </p14:nvContentPartPr>
              <p14:xfrm>
                <a:off x="2436429" y="500620"/>
                <a:ext cx="165240" cy="47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A6F879-CD32-AC4B-7190-3720FADEA9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0309" y="494500"/>
                  <a:ext cx="177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1089180-EE30-0A2C-6261-A3733B27F073}"/>
                    </a:ext>
                  </a:extLst>
                </p14:cNvPr>
                <p14:cNvContentPartPr/>
                <p14:nvPr/>
              </p14:nvContentPartPr>
              <p14:xfrm>
                <a:off x="2645949" y="724180"/>
                <a:ext cx="2005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1089180-EE30-0A2C-6261-A3733B27F07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39829" y="718047"/>
                  <a:ext cx="212760" cy="181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DA5555-5D03-ED20-DFA4-9389E2FB541D}"/>
                    </a:ext>
                  </a:extLst>
                </p14:cNvPr>
                <p14:cNvContentPartPr/>
                <p14:nvPr/>
              </p14:nvContentPartPr>
              <p14:xfrm>
                <a:off x="2965629" y="675580"/>
                <a:ext cx="172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DA5555-5D03-ED20-DFA4-9389E2FB54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509" y="669468"/>
                  <a:ext cx="184320" cy="286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4EF021-DC89-2E2C-3253-4BE0C31B2A7F}"/>
                    </a:ext>
                  </a:extLst>
                </p14:cNvPr>
                <p14:cNvContentPartPr/>
                <p14:nvPr/>
              </p14:nvContentPartPr>
              <p14:xfrm>
                <a:off x="3170109" y="719140"/>
                <a:ext cx="36360" cy="17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4EF021-DC89-2E2C-3253-4BE0C31B2A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989" y="713020"/>
                  <a:ext cx="4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CEC425-1CE1-30A5-70E2-3FEEFF63ECF7}"/>
                    </a:ext>
                  </a:extLst>
                </p14:cNvPr>
                <p14:cNvContentPartPr/>
                <p14:nvPr/>
              </p14:nvContentPartPr>
              <p14:xfrm>
                <a:off x="3283149" y="720220"/>
                <a:ext cx="85320" cy="16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CEC425-1CE1-30A5-70E2-3FEEFF63EC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77003" y="714113"/>
                  <a:ext cx="97612" cy="180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77CC44-85E3-86A1-B9B8-F66387D268E7}"/>
                    </a:ext>
                  </a:extLst>
                </p14:cNvPr>
                <p14:cNvContentPartPr/>
                <p14:nvPr/>
              </p14:nvContentPartPr>
              <p14:xfrm>
                <a:off x="3730989" y="502060"/>
                <a:ext cx="48600" cy="38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77CC44-85E3-86A1-B9B8-F66387D268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4869" y="495940"/>
                  <a:ext cx="608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EBF2DD-875B-EF8F-BC1D-E5FB70A12B66}"/>
                    </a:ext>
                  </a:extLst>
                </p14:cNvPr>
                <p14:cNvContentPartPr/>
                <p14:nvPr/>
              </p14:nvContentPartPr>
              <p14:xfrm>
                <a:off x="3826389" y="671980"/>
                <a:ext cx="32760" cy="22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EBF2DD-875B-EF8F-BC1D-E5FB70A12B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0269" y="665860"/>
                  <a:ext cx="45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9B02DB-AE27-B093-84A7-99FE77E0F6E1}"/>
                    </a:ext>
                  </a:extLst>
                </p14:cNvPr>
                <p14:cNvContentPartPr/>
                <p14:nvPr/>
              </p14:nvContentPartPr>
              <p14:xfrm>
                <a:off x="3830709" y="683860"/>
                <a:ext cx="151920" cy="17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9B02DB-AE27-B093-84A7-99FE77E0F6E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24589" y="677740"/>
                  <a:ext cx="1641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B782E4D-0194-2D82-4E44-2E479C9A3BAB}"/>
              </a:ext>
            </a:extLst>
          </p:cNvPr>
          <p:cNvGrpSpPr/>
          <p:nvPr/>
        </p:nvGrpSpPr>
        <p:grpSpPr>
          <a:xfrm>
            <a:off x="479469" y="2274700"/>
            <a:ext cx="208440" cy="483120"/>
            <a:chOff x="479469" y="2274700"/>
            <a:chExt cx="20844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D2693BE-1900-4640-139B-5CD1A8D5A52E}"/>
                    </a:ext>
                  </a:extLst>
                </p14:cNvPr>
                <p14:cNvContentPartPr/>
                <p14:nvPr/>
              </p14:nvContentPartPr>
              <p14:xfrm>
                <a:off x="605469" y="2352460"/>
                <a:ext cx="82440" cy="40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D2693BE-1900-4640-139B-5CD1A8D5A5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349" y="2346340"/>
                  <a:ext cx="946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071C47F-CE1C-6FCC-33FE-B4095C4A815B}"/>
                    </a:ext>
                  </a:extLst>
                </p14:cNvPr>
                <p14:cNvContentPartPr/>
                <p14:nvPr/>
              </p14:nvContentPartPr>
              <p14:xfrm>
                <a:off x="479469" y="2274700"/>
                <a:ext cx="78480" cy="68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071C47F-CE1C-6FCC-33FE-B4095C4A815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49" y="2268580"/>
                  <a:ext cx="907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888B23-956B-A637-7BBC-191256CDE8F8}"/>
              </a:ext>
            </a:extLst>
          </p:cNvPr>
          <p:cNvGrpSpPr/>
          <p:nvPr/>
        </p:nvGrpSpPr>
        <p:grpSpPr>
          <a:xfrm>
            <a:off x="4238589" y="582340"/>
            <a:ext cx="291240" cy="281520"/>
            <a:chOff x="4238589" y="582340"/>
            <a:chExt cx="2912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ECC5A3-7D98-FECF-025D-7CCA4ED72038}"/>
                    </a:ext>
                  </a:extLst>
                </p14:cNvPr>
                <p14:cNvContentPartPr/>
                <p14:nvPr/>
              </p14:nvContentPartPr>
              <p14:xfrm>
                <a:off x="4238589" y="692860"/>
                <a:ext cx="291240" cy="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ECC5A3-7D98-FECF-025D-7CCA4ED720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32469" y="686893"/>
                  <a:ext cx="303480" cy="25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F5BC68-0249-52D1-2EC4-6E5C21551A8D}"/>
                    </a:ext>
                  </a:extLst>
                </p14:cNvPr>
                <p14:cNvContentPartPr/>
                <p14:nvPr/>
              </p14:nvContentPartPr>
              <p14:xfrm>
                <a:off x="4381509" y="582340"/>
                <a:ext cx="10800" cy="28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F5BC68-0249-52D1-2EC4-6E5C21551A8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75586" y="576220"/>
                  <a:ext cx="22645" cy="29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2E87B67-09C6-CB92-C1F1-9CEF705AF4D9}"/>
                  </a:ext>
                </a:extLst>
              </p14:cNvPr>
              <p14:cNvContentPartPr/>
              <p14:nvPr/>
            </p14:nvContentPartPr>
            <p14:xfrm>
              <a:off x="8526186" y="1947079"/>
              <a:ext cx="95635" cy="3377782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2E87B67-09C6-CB92-C1F1-9CEF705AF4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20051" y="1940959"/>
                <a:ext cx="107905" cy="3390023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DA4F2A9-085E-51BB-54AA-98742F98E811}"/>
              </a:ext>
            </a:extLst>
          </p:cNvPr>
          <p:cNvGrpSpPr/>
          <p:nvPr/>
        </p:nvGrpSpPr>
        <p:grpSpPr>
          <a:xfrm>
            <a:off x="5472038" y="1943846"/>
            <a:ext cx="5003280" cy="3498120"/>
            <a:chOff x="4137069" y="1908220"/>
            <a:chExt cx="5003280" cy="34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4E85DD-333B-DCD5-5AAC-8FD96B4FF0FC}"/>
                    </a:ext>
                  </a:extLst>
                </p14:cNvPr>
                <p14:cNvContentPartPr/>
                <p14:nvPr/>
              </p14:nvContentPartPr>
              <p14:xfrm>
                <a:off x="5723949" y="1908220"/>
                <a:ext cx="136800" cy="3498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4E85DD-333B-DCD5-5AAC-8FD96B4FF0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17829" y="1902099"/>
                  <a:ext cx="149040" cy="35103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3E7D88B-00F7-4588-DB30-9515D38C4FCD}"/>
                    </a:ext>
                  </a:extLst>
                </p14:cNvPr>
                <p14:cNvContentPartPr/>
                <p14:nvPr/>
              </p14:nvContentPartPr>
              <p14:xfrm>
                <a:off x="4137069" y="3094780"/>
                <a:ext cx="5003280" cy="6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3E7D88B-00F7-4588-DB30-9515D38C4F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0949" y="3088660"/>
                  <a:ext cx="501552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DC4BDCC-AF91-1120-24D1-F35A1D21EB58}"/>
                  </a:ext>
                </a:extLst>
              </p14:cNvPr>
              <p14:cNvContentPartPr/>
              <p14:nvPr/>
            </p14:nvContentPartPr>
            <p14:xfrm>
              <a:off x="5721158" y="4354046"/>
              <a:ext cx="4795200" cy="871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DC4BDCC-AF91-1120-24D1-F35A1D21EB5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15038" y="4347926"/>
                <a:ext cx="4807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2153E342-3E3E-7D94-5C1B-F1F7E001144F}"/>
              </a:ext>
            </a:extLst>
          </p:cNvPr>
          <p:cNvGrpSpPr/>
          <p:nvPr/>
        </p:nvGrpSpPr>
        <p:grpSpPr>
          <a:xfrm>
            <a:off x="7242518" y="5162628"/>
            <a:ext cx="1715760" cy="604080"/>
            <a:chOff x="7775949" y="5141380"/>
            <a:chExt cx="171576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EEF72B5-3215-91E7-2800-953288A0E154}"/>
                    </a:ext>
                  </a:extLst>
                </p14:cNvPr>
                <p14:cNvContentPartPr/>
                <p14:nvPr/>
              </p14:nvContentPartPr>
              <p14:xfrm>
                <a:off x="7810869" y="5172340"/>
                <a:ext cx="16920" cy="365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EEF72B5-3215-91E7-2800-953288A0E1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04749" y="5166220"/>
                  <a:ext cx="29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9BC565B-000D-E33A-AFFB-6C365FE73BB9}"/>
                    </a:ext>
                  </a:extLst>
                </p14:cNvPr>
                <p14:cNvContentPartPr/>
                <p14:nvPr/>
              </p14:nvContentPartPr>
              <p14:xfrm>
                <a:off x="7775949" y="5180260"/>
                <a:ext cx="460440" cy="565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9BC565B-000D-E33A-AFFB-6C365FE73B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9829" y="5174140"/>
                  <a:ext cx="472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0E04B30-E58E-7FC3-CB71-6E93D863C74D}"/>
                    </a:ext>
                  </a:extLst>
                </p14:cNvPr>
                <p14:cNvContentPartPr/>
                <p14:nvPr/>
              </p14:nvContentPartPr>
              <p14:xfrm>
                <a:off x="8239989" y="5386540"/>
                <a:ext cx="43920" cy="11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0E04B30-E58E-7FC3-CB71-6E93D863C74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33869" y="5380420"/>
                  <a:ext cx="56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F7BACCE-BD92-9EC3-2FD5-9FFBB12B292C}"/>
                    </a:ext>
                  </a:extLst>
                </p14:cNvPr>
                <p14:cNvContentPartPr/>
                <p14:nvPr/>
              </p14:nvContentPartPr>
              <p14:xfrm>
                <a:off x="8340429" y="5380060"/>
                <a:ext cx="86040" cy="10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F7BACCE-BD92-9EC3-2FD5-9FFBB12B29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34283" y="5373962"/>
                  <a:ext cx="98331" cy="112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031BF5-EFF3-812E-A796-4FF944F0E56C}"/>
                    </a:ext>
                  </a:extLst>
                </p14:cNvPr>
                <p14:cNvContentPartPr/>
                <p14:nvPr/>
              </p14:nvContentPartPr>
              <p14:xfrm>
                <a:off x="8459589" y="5399500"/>
                <a:ext cx="58680" cy="114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031BF5-EFF3-812E-A796-4FF944F0E5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53469" y="5393380"/>
                  <a:ext cx="70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341182-114B-40E1-6984-0DC26D2DD723}"/>
                    </a:ext>
                  </a:extLst>
                </p14:cNvPr>
                <p14:cNvContentPartPr/>
                <p14:nvPr/>
              </p14:nvContentPartPr>
              <p14:xfrm>
                <a:off x="8583069" y="5400940"/>
                <a:ext cx="37440" cy="113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341182-114B-40E1-6984-0DC26D2DD7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76890" y="5394820"/>
                  <a:ext cx="49799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643368-D9B4-03A1-FA57-476AEF7F6CE6}"/>
                    </a:ext>
                  </a:extLst>
                </p14:cNvPr>
                <p14:cNvContentPartPr/>
                <p14:nvPr/>
              </p14:nvContentPartPr>
              <p14:xfrm>
                <a:off x="8642469" y="5385100"/>
                <a:ext cx="129600" cy="136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643368-D9B4-03A1-FA57-476AEF7F6C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36349" y="5378980"/>
                  <a:ext cx="141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984729D-8D77-BA2A-5FF3-B09748928F7C}"/>
                    </a:ext>
                  </a:extLst>
                </p14:cNvPr>
                <p14:cNvContentPartPr/>
                <p14:nvPr/>
              </p14:nvContentPartPr>
              <p14:xfrm>
                <a:off x="8948469" y="5251540"/>
                <a:ext cx="13680" cy="248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984729D-8D77-BA2A-5FF3-B09748928F7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42349" y="5245420"/>
                  <a:ext cx="25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92CBF5F-9732-7707-1195-0452422A86EC}"/>
                    </a:ext>
                  </a:extLst>
                </p14:cNvPr>
                <p14:cNvContentPartPr/>
                <p14:nvPr/>
              </p14:nvContentPartPr>
              <p14:xfrm>
                <a:off x="8923629" y="5214100"/>
                <a:ext cx="289440" cy="268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92CBF5F-9732-7707-1195-0452422A86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17509" y="5207980"/>
                  <a:ext cx="301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C075763-35C1-00DE-B49D-FFB96DF38333}"/>
                    </a:ext>
                  </a:extLst>
                </p14:cNvPr>
                <p14:cNvContentPartPr/>
                <p14:nvPr/>
              </p14:nvContentPartPr>
              <p14:xfrm>
                <a:off x="9229269" y="5141380"/>
                <a:ext cx="262440" cy="353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C075763-35C1-00DE-B49D-FFB96DF383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23149" y="5135260"/>
                  <a:ext cx="2746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C7E7D6B-D24A-54BC-FB7F-63ED4AAE235C}"/>
              </a:ext>
            </a:extLst>
          </p:cNvPr>
          <p:cNvGrpSpPr/>
          <p:nvPr/>
        </p:nvGrpSpPr>
        <p:grpSpPr>
          <a:xfrm>
            <a:off x="5439549" y="3635970"/>
            <a:ext cx="366120" cy="586440"/>
            <a:chOff x="3421749" y="3805050"/>
            <a:chExt cx="36612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B5EB816-7922-3187-21BF-FEFDE842794D}"/>
                    </a:ext>
                  </a:extLst>
                </p14:cNvPr>
                <p14:cNvContentPartPr/>
                <p14:nvPr/>
              </p14:nvContentPartPr>
              <p14:xfrm>
                <a:off x="3421749" y="3805050"/>
                <a:ext cx="336600" cy="586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B5EB816-7922-3187-21BF-FEFDE842794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15636" y="3798934"/>
                  <a:ext cx="348827" cy="598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5930F4C-FEC4-EF6A-F30E-FE65C6120F38}"/>
                    </a:ext>
                  </a:extLst>
                </p14:cNvPr>
                <p14:cNvContentPartPr/>
                <p14:nvPr/>
              </p14:nvContentPartPr>
              <p14:xfrm>
                <a:off x="3691389" y="3870570"/>
                <a:ext cx="96480" cy="81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5930F4C-FEC4-EF6A-F30E-FE65C6120F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85269" y="3864477"/>
                  <a:ext cx="108720" cy="9390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A6A9C35-484A-AFF1-49D9-97A0A47E120D}"/>
              </a:ext>
            </a:extLst>
          </p:cNvPr>
          <p:cNvGrpSpPr/>
          <p:nvPr/>
        </p:nvGrpSpPr>
        <p:grpSpPr>
          <a:xfrm>
            <a:off x="7294358" y="1629556"/>
            <a:ext cx="968040" cy="741240"/>
            <a:chOff x="5959389" y="1593930"/>
            <a:chExt cx="96804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82C00B7-2E0B-F2D2-D566-42B559412CC8}"/>
                    </a:ext>
                  </a:extLst>
                </p14:cNvPr>
                <p14:cNvContentPartPr/>
                <p14:nvPr/>
              </p14:nvContentPartPr>
              <p14:xfrm>
                <a:off x="5959389" y="1717410"/>
                <a:ext cx="390240" cy="617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82C00B7-2E0B-F2D2-D566-42B559412CC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53275" y="1711290"/>
                  <a:ext cx="402469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D961E36-C4E3-D928-9D9A-2481578E9FE4}"/>
                    </a:ext>
                  </a:extLst>
                </p14:cNvPr>
                <p14:cNvContentPartPr/>
                <p14:nvPr/>
              </p14:nvContentPartPr>
              <p14:xfrm>
                <a:off x="6294189" y="1888770"/>
                <a:ext cx="100080" cy="50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D961E36-C4E3-D928-9D9A-2481578E9FE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88069" y="1882606"/>
                  <a:ext cx="112320" cy="62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85027C-6CEB-E7F3-1CFF-663474B1DC0B}"/>
                    </a:ext>
                  </a:extLst>
                </p14:cNvPr>
                <p14:cNvContentPartPr/>
                <p14:nvPr/>
              </p14:nvContentPartPr>
              <p14:xfrm>
                <a:off x="6415149" y="2002530"/>
                <a:ext cx="5040" cy="10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85027C-6CEB-E7F3-1CFF-663474B1DC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09437" y="1996410"/>
                  <a:ext cx="16464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B3946A2-F255-A47E-3010-139B7C678D44}"/>
                    </a:ext>
                  </a:extLst>
                </p14:cNvPr>
                <p14:cNvContentPartPr/>
                <p14:nvPr/>
              </p14:nvContentPartPr>
              <p14:xfrm>
                <a:off x="6546549" y="1593930"/>
                <a:ext cx="366840" cy="543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B3946A2-F255-A47E-3010-139B7C678D4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40429" y="1587810"/>
                  <a:ext cx="379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3BFBFEC-4065-CCA4-7D57-8F8BA96B9639}"/>
                    </a:ext>
                  </a:extLst>
                </p14:cNvPr>
                <p14:cNvContentPartPr/>
                <p14:nvPr/>
              </p14:nvContentPartPr>
              <p14:xfrm>
                <a:off x="6843549" y="1748010"/>
                <a:ext cx="83880" cy="30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3BFBFEC-4065-CCA4-7D57-8F8BA96B96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37429" y="1741890"/>
                  <a:ext cx="96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26E4C55-5945-93CD-A3BF-9BDC9E7D0571}"/>
              </a:ext>
            </a:extLst>
          </p:cNvPr>
          <p:cNvGrpSpPr/>
          <p:nvPr/>
        </p:nvGrpSpPr>
        <p:grpSpPr>
          <a:xfrm>
            <a:off x="9792276" y="3597194"/>
            <a:ext cx="1430402" cy="604440"/>
            <a:chOff x="8457307" y="3561568"/>
            <a:chExt cx="1430402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F83CF8C-6C05-91C8-CEC1-6D89622AD17F}"/>
                    </a:ext>
                  </a:extLst>
                </p14:cNvPr>
                <p14:cNvContentPartPr/>
                <p14:nvPr/>
              </p14:nvContentPartPr>
              <p14:xfrm>
                <a:off x="8457307" y="3561568"/>
                <a:ext cx="339480" cy="604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F83CF8C-6C05-91C8-CEC1-6D89622AD17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51187" y="3555448"/>
                  <a:ext cx="3517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6F63CBE-D143-1F07-6132-511CC83F3674}"/>
                    </a:ext>
                  </a:extLst>
                </p14:cNvPr>
                <p14:cNvContentPartPr/>
                <p14:nvPr/>
              </p14:nvContentPartPr>
              <p14:xfrm>
                <a:off x="8762587" y="3726808"/>
                <a:ext cx="98640" cy="48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6F63CBE-D143-1F07-6132-511CC83F36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56467" y="3720688"/>
                  <a:ext cx="110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CF97EB3-D34E-4605-ADA5-CF5032266D75}"/>
                    </a:ext>
                  </a:extLst>
                </p14:cNvPr>
                <p14:cNvContentPartPr/>
                <p14:nvPr/>
              </p14:nvContentPartPr>
              <p14:xfrm>
                <a:off x="8897709" y="3913050"/>
                <a:ext cx="11160" cy="10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CF97EB3-D34E-4605-ADA5-CF5032266D7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91589" y="3906930"/>
                  <a:ext cx="23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D8CDEAE-9C5E-F4CA-AB40-6BFBA13251FA}"/>
                    </a:ext>
                  </a:extLst>
                </p14:cNvPr>
                <p14:cNvContentPartPr/>
                <p14:nvPr/>
              </p14:nvContentPartPr>
              <p14:xfrm>
                <a:off x="8995269" y="3658170"/>
                <a:ext cx="282960" cy="466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D8CDEAE-9C5E-F4CA-AB40-6BFBA13251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89149" y="3652050"/>
                  <a:ext cx="295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5C81D17-9FE0-6E6B-BA2F-27A51625785E}"/>
                    </a:ext>
                  </a:extLst>
                </p14:cNvPr>
                <p14:cNvContentPartPr/>
                <p14:nvPr/>
              </p14:nvContentPartPr>
              <p14:xfrm>
                <a:off x="9242949" y="3775530"/>
                <a:ext cx="82080" cy="29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5C81D17-9FE0-6E6B-BA2F-27A51625785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36802" y="3769410"/>
                  <a:ext cx="94374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062104E-D735-BB9F-CC5A-5C8466801025}"/>
                    </a:ext>
                  </a:extLst>
                </p14:cNvPr>
                <p14:cNvContentPartPr/>
                <p14:nvPr/>
              </p14:nvContentPartPr>
              <p14:xfrm>
                <a:off x="9352389" y="3905490"/>
                <a:ext cx="28440" cy="26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062104E-D735-BB9F-CC5A-5C84668010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46191" y="3899285"/>
                  <a:ext cx="40837" cy="386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D9B6282-A651-C04D-201D-D2F8308BD0D9}"/>
                    </a:ext>
                  </a:extLst>
                </p14:cNvPr>
                <p14:cNvContentPartPr/>
                <p14:nvPr/>
              </p14:nvContentPartPr>
              <p14:xfrm>
                <a:off x="9471909" y="3608130"/>
                <a:ext cx="369720" cy="449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D9B6282-A651-C04D-201D-D2F8308BD0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65789" y="3602005"/>
                  <a:ext cx="381960" cy="461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5375BA6-193F-DEAD-5077-74CABE844E9C}"/>
                    </a:ext>
                  </a:extLst>
                </p14:cNvPr>
                <p14:cNvContentPartPr/>
                <p14:nvPr/>
              </p14:nvContentPartPr>
              <p14:xfrm>
                <a:off x="9798429" y="3695610"/>
                <a:ext cx="89280" cy="15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5375BA6-193F-DEAD-5077-74CABE844E9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92309" y="3689490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2DEFE7-8E07-FE63-8887-BD65993DFF2F}"/>
                  </a:ext>
                </a:extLst>
              </p14:cNvPr>
              <p14:cNvContentPartPr/>
              <p14:nvPr/>
            </p14:nvContentPartPr>
            <p14:xfrm>
              <a:off x="824349" y="2360380"/>
              <a:ext cx="217440" cy="26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2DEFE7-8E07-FE63-8887-BD65993DFF2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18229" y="2354260"/>
                <a:ext cx="2296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3A5059-2AA4-C8F4-B582-744EEF7D081C}"/>
                  </a:ext>
                </a:extLst>
              </p14:cNvPr>
              <p14:cNvContentPartPr/>
              <p14:nvPr/>
            </p14:nvContentPartPr>
            <p14:xfrm>
              <a:off x="1186869" y="2385580"/>
              <a:ext cx="178560" cy="24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3A5059-2AA4-C8F4-B582-744EEF7D081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80749" y="2379460"/>
                <a:ext cx="190800" cy="2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5FB8D93-EEA2-47E9-1201-2F831087316F}"/>
              </a:ext>
            </a:extLst>
          </p:cNvPr>
          <p:cNvGrpSpPr/>
          <p:nvPr/>
        </p:nvGrpSpPr>
        <p:grpSpPr>
          <a:xfrm>
            <a:off x="1562349" y="2375860"/>
            <a:ext cx="172440" cy="226440"/>
            <a:chOff x="1562349" y="2375860"/>
            <a:chExt cx="17244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B11A31-F026-53A8-78A2-176C2808C7DB}"/>
                    </a:ext>
                  </a:extLst>
                </p14:cNvPr>
                <p14:cNvContentPartPr/>
                <p14:nvPr/>
              </p14:nvContentPartPr>
              <p14:xfrm>
                <a:off x="1562349" y="2375860"/>
                <a:ext cx="172440" cy="226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B11A31-F026-53A8-78A2-176C2808C7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556229" y="2369740"/>
                  <a:ext cx="184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7529FC-7638-B851-6AAC-39802C925524}"/>
                    </a:ext>
                  </a:extLst>
                </p14:cNvPr>
                <p14:cNvContentPartPr/>
                <p14:nvPr/>
              </p14:nvContentPartPr>
              <p14:xfrm>
                <a:off x="1568829" y="2421580"/>
                <a:ext cx="60840" cy="140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7529FC-7638-B851-6AAC-39802C9255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62709" y="2415460"/>
                  <a:ext cx="73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E4B2218-89E6-F8DF-F2FF-EBEEBC3770A3}"/>
                    </a:ext>
                  </a:extLst>
                </p14:cNvPr>
                <p14:cNvContentPartPr/>
                <p14:nvPr/>
              </p14:nvContentPartPr>
              <p14:xfrm>
                <a:off x="1593669" y="2422660"/>
                <a:ext cx="52920" cy="155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E4B2218-89E6-F8DF-F2FF-EBEEBC3770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587549" y="2416540"/>
                  <a:ext cx="65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BB2805-38F9-93D8-B378-8A2182601ABF}"/>
                    </a:ext>
                  </a:extLst>
                </p14:cNvPr>
                <p14:cNvContentPartPr/>
                <p14:nvPr/>
              </p14:nvContentPartPr>
              <p14:xfrm>
                <a:off x="1627869" y="2419060"/>
                <a:ext cx="47520" cy="121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BB2805-38F9-93D8-B378-8A2182601A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621749" y="2412940"/>
                  <a:ext cx="59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34655D-184B-28B2-A4F4-9BBE46D7AF58}"/>
                    </a:ext>
                  </a:extLst>
                </p14:cNvPr>
                <p14:cNvContentPartPr/>
                <p14:nvPr/>
              </p14:nvContentPartPr>
              <p14:xfrm>
                <a:off x="1643349" y="2442460"/>
                <a:ext cx="50040" cy="151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34655D-184B-28B2-A4F4-9BBE46D7AF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37229" y="2436340"/>
                  <a:ext cx="62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CF04C5-10DA-FCF8-3348-98DFA8D48AA8}"/>
                    </a:ext>
                  </a:extLst>
                </p14:cNvPr>
                <p14:cNvContentPartPr/>
                <p14:nvPr/>
              </p14:nvContentPartPr>
              <p14:xfrm>
                <a:off x="1668189" y="2451820"/>
                <a:ext cx="42480" cy="98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CF04C5-10DA-FCF8-3348-98DFA8D48A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62069" y="2445700"/>
                  <a:ext cx="5472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43E753B-84AD-14ED-17BF-619B7C2CFA83}"/>
                  </a:ext>
                </a:extLst>
              </p14:cNvPr>
              <p14:cNvContentPartPr/>
              <p14:nvPr/>
            </p14:nvContentPartPr>
            <p14:xfrm>
              <a:off x="852789" y="2419420"/>
              <a:ext cx="174600" cy="16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43E753B-84AD-14ED-17BF-619B7C2CFA8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6669" y="2413300"/>
                <a:ext cx="1868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AA772E9-EFE3-7BB0-E417-69695994AE6C}"/>
                  </a:ext>
                </a:extLst>
              </p14:cNvPr>
              <p14:cNvContentPartPr/>
              <p14:nvPr/>
            </p14:nvContentPartPr>
            <p14:xfrm>
              <a:off x="1204149" y="2413660"/>
              <a:ext cx="149040" cy="202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AA772E9-EFE3-7BB0-E417-69695994AE6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98029" y="2407540"/>
                <a:ext cx="1612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78DDEA0-2B68-AAF9-7CC4-4613AE9F7755}"/>
                  </a:ext>
                </a:extLst>
              </p14:cNvPr>
              <p14:cNvContentPartPr/>
              <p14:nvPr/>
            </p14:nvContentPartPr>
            <p14:xfrm>
              <a:off x="7170069" y="3288100"/>
              <a:ext cx="70560" cy="84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78DDEA0-2B68-AAF9-7CC4-4613AE9F775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163949" y="3281980"/>
                <a:ext cx="828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5245620-68CE-833A-0444-933D26DEA0F4}"/>
                  </a:ext>
                </a:extLst>
              </p14:cNvPr>
              <p14:cNvContentPartPr/>
              <p14:nvPr/>
            </p14:nvContentPartPr>
            <p14:xfrm>
              <a:off x="7163949" y="3579700"/>
              <a:ext cx="79560" cy="83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5245620-68CE-833A-0444-933D26DEA0F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157829" y="3573580"/>
                <a:ext cx="918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94B6BFF-524B-5FC1-B159-7010A0B474DC}"/>
                  </a:ext>
                </a:extLst>
              </p14:cNvPr>
              <p14:cNvContentPartPr/>
              <p14:nvPr/>
            </p14:nvContentPartPr>
            <p14:xfrm>
              <a:off x="7179429" y="3762220"/>
              <a:ext cx="39600" cy="52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94B6BFF-524B-5FC1-B159-7010A0B474D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173309" y="3756100"/>
                <a:ext cx="5184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4AA36B9-59F2-EE9B-98E6-06CFF40BFBF7}"/>
              </a:ext>
            </a:extLst>
          </p:cNvPr>
          <p:cNvGrpSpPr/>
          <p:nvPr/>
        </p:nvGrpSpPr>
        <p:grpSpPr>
          <a:xfrm>
            <a:off x="7195989" y="4238860"/>
            <a:ext cx="447840" cy="95040"/>
            <a:chOff x="7195989" y="4238860"/>
            <a:chExt cx="44784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012F2C-2F02-84E4-EA99-B5400152460A}"/>
                    </a:ext>
                  </a:extLst>
                </p14:cNvPr>
                <p14:cNvContentPartPr/>
                <p14:nvPr/>
              </p14:nvContentPartPr>
              <p14:xfrm>
                <a:off x="7195989" y="4238860"/>
                <a:ext cx="92520" cy="95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012F2C-2F02-84E4-EA99-B540015246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89869" y="4232740"/>
                  <a:ext cx="104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9E11E7-D279-C618-FFE9-F34CDAF480D6}"/>
                    </a:ext>
                  </a:extLst>
                </p14:cNvPr>
                <p14:cNvContentPartPr/>
                <p14:nvPr/>
              </p14:nvContentPartPr>
              <p14:xfrm>
                <a:off x="7399389" y="4240660"/>
                <a:ext cx="68040" cy="64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09E11E7-D279-C618-FFE9-F34CDAF480D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93269" y="4234540"/>
                  <a:ext cx="80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34B743-4C29-6677-3E1C-103C8DCE7E6E}"/>
                    </a:ext>
                  </a:extLst>
                </p14:cNvPr>
                <p14:cNvContentPartPr/>
                <p14:nvPr/>
              </p14:nvContentPartPr>
              <p14:xfrm>
                <a:off x="7591269" y="4259020"/>
                <a:ext cx="52560" cy="55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34B743-4C29-6677-3E1C-103C8DCE7E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85149" y="4252900"/>
                  <a:ext cx="648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8569DF-0861-E51A-5EA4-BC10C3C67FC0}"/>
              </a:ext>
            </a:extLst>
          </p:cNvPr>
          <p:cNvGrpSpPr/>
          <p:nvPr/>
        </p:nvGrpSpPr>
        <p:grpSpPr>
          <a:xfrm>
            <a:off x="7984029" y="3245260"/>
            <a:ext cx="181800" cy="56520"/>
            <a:chOff x="7984029" y="3245260"/>
            <a:chExt cx="181800" cy="5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5F9641-5863-E57D-032D-47261D9964FB}"/>
                    </a:ext>
                  </a:extLst>
                </p14:cNvPr>
                <p14:cNvContentPartPr/>
                <p14:nvPr/>
              </p14:nvContentPartPr>
              <p14:xfrm>
                <a:off x="7984029" y="3245980"/>
                <a:ext cx="51840" cy="5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5F9641-5863-E57D-032D-47261D9964F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77909" y="3239860"/>
                  <a:ext cx="64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7AE8FE-558F-3D00-1711-1FF0BE7FBDF2}"/>
                    </a:ext>
                  </a:extLst>
                </p14:cNvPr>
                <p14:cNvContentPartPr/>
                <p14:nvPr/>
              </p14:nvContentPartPr>
              <p14:xfrm>
                <a:off x="8125869" y="3245260"/>
                <a:ext cx="39960" cy="3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7AE8FE-558F-3D00-1711-1FF0BE7FBDF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19749" y="3239140"/>
                  <a:ext cx="5220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822129B-AF08-DFDE-00A5-2458BD238736}"/>
                  </a:ext>
                </a:extLst>
              </p14:cNvPr>
              <p14:cNvContentPartPr/>
              <p14:nvPr/>
            </p14:nvContentPartPr>
            <p14:xfrm>
              <a:off x="8328549" y="3265060"/>
              <a:ext cx="47160" cy="30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822129B-AF08-DFDE-00A5-2458BD23873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322429" y="3258940"/>
                <a:ext cx="59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E4D7CD4-CE5E-0B6F-87F7-62AE322B02E7}"/>
                  </a:ext>
                </a:extLst>
              </p14:cNvPr>
              <p14:cNvContentPartPr/>
              <p14:nvPr/>
            </p14:nvContentPartPr>
            <p14:xfrm>
              <a:off x="8464989" y="3953380"/>
              <a:ext cx="32040" cy="594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E4D7CD4-CE5E-0B6F-87F7-62AE322B02E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458869" y="3947260"/>
                <a:ext cx="442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F0E3256-8537-439E-A367-164E3356FE08}"/>
                  </a:ext>
                </a:extLst>
              </p14:cNvPr>
              <p14:cNvContentPartPr/>
              <p14:nvPr/>
            </p14:nvContentPartPr>
            <p14:xfrm>
              <a:off x="8445909" y="4112140"/>
              <a:ext cx="38880" cy="471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F0E3256-8537-439E-A367-164E3356FE0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439789" y="4106020"/>
                <a:ext cx="511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8616EDA-228E-E436-7E4A-7BBDFC3003E7}"/>
                  </a:ext>
                </a:extLst>
              </p14:cNvPr>
              <p14:cNvContentPartPr/>
              <p14:nvPr/>
            </p14:nvContentPartPr>
            <p14:xfrm>
              <a:off x="8430789" y="4247860"/>
              <a:ext cx="39240" cy="442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8616EDA-228E-E436-7E4A-7BBDFC3003E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424669" y="4241740"/>
                <a:ext cx="51480" cy="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674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DB9D-3B32-A4F3-A9AE-AFF6CDB3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E3182CD-D0D9-3A51-5E8C-637AC1CF6E3D}"/>
              </a:ext>
            </a:extLst>
          </p:cNvPr>
          <p:cNvGrpSpPr/>
          <p:nvPr/>
        </p:nvGrpSpPr>
        <p:grpSpPr>
          <a:xfrm>
            <a:off x="7059189" y="449500"/>
            <a:ext cx="866160" cy="433080"/>
            <a:chOff x="7059189" y="449500"/>
            <a:chExt cx="86616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F1007F-3019-016F-40D2-BAB3FDF19B8F}"/>
                    </a:ext>
                  </a:extLst>
                </p14:cNvPr>
                <p14:cNvContentPartPr/>
                <p14:nvPr/>
              </p14:nvContentPartPr>
              <p14:xfrm>
                <a:off x="7059189" y="449500"/>
                <a:ext cx="99360" cy="35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F1007F-3019-016F-40D2-BAB3FDF19B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53069" y="443380"/>
                  <a:ext cx="1116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551B1F-C413-59B0-8468-262460A3510D}"/>
                    </a:ext>
                  </a:extLst>
                </p14:cNvPr>
                <p14:cNvContentPartPr/>
                <p14:nvPr/>
              </p14:nvContentPartPr>
              <p14:xfrm>
                <a:off x="7242069" y="653980"/>
                <a:ext cx="35640" cy="182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551B1F-C413-59B0-8468-262460A351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35949" y="647860"/>
                  <a:ext cx="47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01B3D9-B5CF-3104-F3B3-475802CA2405}"/>
                    </a:ext>
                  </a:extLst>
                </p14:cNvPr>
                <p14:cNvContentPartPr/>
                <p14:nvPr/>
              </p14:nvContentPartPr>
              <p14:xfrm>
                <a:off x="7306869" y="678820"/>
                <a:ext cx="25560" cy="168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01B3D9-B5CF-3104-F3B3-475802CA240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00749" y="672700"/>
                  <a:ext cx="37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09E52E-A73C-4AF8-ECA2-A532A762B20F}"/>
                    </a:ext>
                  </a:extLst>
                </p14:cNvPr>
                <p14:cNvContentPartPr/>
                <p14:nvPr/>
              </p14:nvContentPartPr>
              <p14:xfrm>
                <a:off x="7243149" y="700060"/>
                <a:ext cx="219600" cy="15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309E52E-A73C-4AF8-ECA2-A532A762B2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37029" y="693940"/>
                  <a:ext cx="231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2E9385-B61D-62DC-B8CC-4B528D52180D}"/>
                    </a:ext>
                  </a:extLst>
                </p14:cNvPr>
                <p14:cNvContentPartPr/>
                <p14:nvPr/>
              </p14:nvContentPartPr>
              <p14:xfrm>
                <a:off x="7491549" y="702580"/>
                <a:ext cx="133200" cy="132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2E9385-B61D-62DC-B8CC-4B528D5218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85429" y="696460"/>
                  <a:ext cx="145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CE1516-8523-DFEC-333B-A18542490687}"/>
                    </a:ext>
                  </a:extLst>
                </p14:cNvPr>
                <p14:cNvContentPartPr/>
                <p14:nvPr/>
              </p14:nvContentPartPr>
              <p14:xfrm>
                <a:off x="7621149" y="643900"/>
                <a:ext cx="144360" cy="5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CE1516-8523-DFEC-333B-A185424906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15029" y="637780"/>
                  <a:ext cx="156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E11984-9C41-F3C7-482C-CE4682A5FAB9}"/>
                    </a:ext>
                  </a:extLst>
                </p14:cNvPr>
                <p14:cNvContentPartPr/>
                <p14:nvPr/>
              </p14:nvContentPartPr>
              <p14:xfrm>
                <a:off x="7736349" y="646780"/>
                <a:ext cx="21600" cy="167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E11984-9C41-F3C7-482C-CE4682A5FA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30229" y="640660"/>
                  <a:ext cx="33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A3FEA3-A0BC-5CB7-142A-F0510F5BBCD9}"/>
                    </a:ext>
                  </a:extLst>
                </p14:cNvPr>
                <p14:cNvContentPartPr/>
                <p14:nvPr/>
              </p14:nvContentPartPr>
              <p14:xfrm>
                <a:off x="7724109" y="634180"/>
                <a:ext cx="201240" cy="248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A3FEA3-A0BC-5CB7-142A-F0510F5BBC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17989" y="628060"/>
                  <a:ext cx="21348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9C5486F-BF63-AAC2-5CA9-445B85073C87}"/>
              </a:ext>
            </a:extLst>
          </p:cNvPr>
          <p:cNvGrpSpPr/>
          <p:nvPr/>
        </p:nvGrpSpPr>
        <p:grpSpPr>
          <a:xfrm>
            <a:off x="3058869" y="383980"/>
            <a:ext cx="3791880" cy="862200"/>
            <a:chOff x="3058869" y="383980"/>
            <a:chExt cx="3791880" cy="86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84467C3-52E6-D0C7-0FF9-EDB94CFB60BC}"/>
                    </a:ext>
                  </a:extLst>
                </p14:cNvPr>
                <p14:cNvContentPartPr/>
                <p14:nvPr/>
              </p14:nvContentPartPr>
              <p14:xfrm>
                <a:off x="3058869" y="472540"/>
                <a:ext cx="196200" cy="452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84467C3-52E6-D0C7-0FF9-EDB94CFB60B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52749" y="466420"/>
                  <a:ext cx="2084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667C75C-BE5E-5616-9D8F-1F3CF41055D1}"/>
                    </a:ext>
                  </a:extLst>
                </p14:cNvPr>
                <p14:cNvContentPartPr/>
                <p14:nvPr/>
              </p14:nvContentPartPr>
              <p14:xfrm>
                <a:off x="3298629" y="726700"/>
                <a:ext cx="137880" cy="168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667C75C-BE5E-5616-9D8F-1F3CF41055D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92509" y="720580"/>
                  <a:ext cx="150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3BB1AF8-2B99-7210-6EDB-DC77A522CF53}"/>
                    </a:ext>
                  </a:extLst>
                </p14:cNvPr>
                <p14:cNvContentPartPr/>
                <p14:nvPr/>
              </p14:nvContentPartPr>
              <p14:xfrm>
                <a:off x="3482949" y="736060"/>
                <a:ext cx="96480" cy="177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3BB1AF8-2B99-7210-6EDB-DC77A522CF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76829" y="729940"/>
                  <a:ext cx="108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54E6DE-E73A-BD5E-3401-375501E7B8D9}"/>
                    </a:ext>
                  </a:extLst>
                </p14:cNvPr>
                <p14:cNvContentPartPr/>
                <p14:nvPr/>
              </p14:nvContentPartPr>
              <p14:xfrm>
                <a:off x="3620109" y="680260"/>
                <a:ext cx="103320" cy="55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54E6DE-E73A-BD5E-3401-375501E7B8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3989" y="674140"/>
                  <a:ext cx="1155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711FA53-72AC-050E-D651-000A20A9A0BF}"/>
                    </a:ext>
                  </a:extLst>
                </p14:cNvPr>
                <p14:cNvContentPartPr/>
                <p14:nvPr/>
              </p14:nvContentPartPr>
              <p14:xfrm>
                <a:off x="3722709" y="675220"/>
                <a:ext cx="29160" cy="180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711FA53-72AC-050E-D651-000A20A9A0B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16589" y="669100"/>
                  <a:ext cx="41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F3A4EA-295E-204E-81E1-7FD62D376309}"/>
                    </a:ext>
                  </a:extLst>
                </p14:cNvPr>
                <p14:cNvContentPartPr/>
                <p14:nvPr/>
              </p14:nvContentPartPr>
              <p14:xfrm>
                <a:off x="3850149" y="683500"/>
                <a:ext cx="14040" cy="189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F3A4EA-295E-204E-81E1-7FD62D3763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44029" y="677380"/>
                  <a:ext cx="26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F93FD4-4412-99E5-2C27-8AF875579574}"/>
                    </a:ext>
                  </a:extLst>
                </p14:cNvPr>
                <p14:cNvContentPartPr/>
                <p14:nvPr/>
              </p14:nvContentPartPr>
              <p14:xfrm>
                <a:off x="3994869" y="416740"/>
                <a:ext cx="190440" cy="427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F93FD4-4412-99E5-2C27-8AF8755795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88749" y="410620"/>
                  <a:ext cx="2026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8A85FE5-CC9C-1D03-7D07-201BB17ECF3C}"/>
                    </a:ext>
                  </a:extLst>
                </p14:cNvPr>
                <p14:cNvContentPartPr/>
                <p14:nvPr/>
              </p14:nvContentPartPr>
              <p14:xfrm>
                <a:off x="4246509" y="611500"/>
                <a:ext cx="39600" cy="20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8A85FE5-CC9C-1D03-7D07-201BB17ECF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40389" y="605380"/>
                  <a:ext cx="51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41CE99-5080-2E76-6D1E-32398D405285}"/>
                    </a:ext>
                  </a:extLst>
                </p14:cNvPr>
                <p14:cNvContentPartPr/>
                <p14:nvPr/>
              </p14:nvContentPartPr>
              <p14:xfrm>
                <a:off x="4330029" y="655060"/>
                <a:ext cx="27000" cy="176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41CE99-5080-2E76-6D1E-32398D4052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23909" y="648940"/>
                  <a:ext cx="39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F34E289-3BFA-20E0-6D10-29C78E7DCDA8}"/>
                    </a:ext>
                  </a:extLst>
                </p14:cNvPr>
                <p14:cNvContentPartPr/>
                <p14:nvPr/>
              </p14:nvContentPartPr>
              <p14:xfrm>
                <a:off x="4276749" y="722020"/>
                <a:ext cx="59400" cy="18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F34E289-3BFA-20E0-6D10-29C78E7DCD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70629" y="715900"/>
                  <a:ext cx="71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1C948C-0328-EC22-2038-888F84817CD2}"/>
                    </a:ext>
                  </a:extLst>
                </p14:cNvPr>
                <p14:cNvContentPartPr/>
                <p14:nvPr/>
              </p14:nvContentPartPr>
              <p14:xfrm>
                <a:off x="4441269" y="654700"/>
                <a:ext cx="37080" cy="19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1C948C-0328-EC22-2038-888F84817C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35149" y="648580"/>
                  <a:ext cx="49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47E981-B4C5-88DF-52F4-48D9A9B34C70}"/>
                    </a:ext>
                  </a:extLst>
                </p14:cNvPr>
                <p14:cNvContentPartPr/>
                <p14:nvPr/>
              </p14:nvContentPartPr>
              <p14:xfrm>
                <a:off x="4427589" y="626260"/>
                <a:ext cx="133560" cy="224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47E981-B4C5-88DF-52F4-48D9A9B34C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21469" y="620140"/>
                  <a:ext cx="145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9C0549-0FC8-F227-6202-63909D33A75E}"/>
                    </a:ext>
                  </a:extLst>
                </p14:cNvPr>
                <p14:cNvContentPartPr/>
                <p14:nvPr/>
              </p14:nvContentPartPr>
              <p14:xfrm>
                <a:off x="4577709" y="649660"/>
                <a:ext cx="96120" cy="212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9C0549-0FC8-F227-6202-63909D33A7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71589" y="643540"/>
                  <a:ext cx="108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20E46A-D23A-32BF-684D-54E8E7AD102A}"/>
                    </a:ext>
                  </a:extLst>
                </p14:cNvPr>
                <p14:cNvContentPartPr/>
                <p14:nvPr/>
              </p14:nvContentPartPr>
              <p14:xfrm>
                <a:off x="4585989" y="743620"/>
                <a:ext cx="31680" cy="63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20E46A-D23A-32BF-684D-54E8E7AD10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79869" y="737500"/>
                  <a:ext cx="43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BD8D11-5779-877B-8181-9C2D9BC76266}"/>
                    </a:ext>
                  </a:extLst>
                </p14:cNvPr>
                <p14:cNvContentPartPr/>
                <p14:nvPr/>
              </p14:nvContentPartPr>
              <p14:xfrm>
                <a:off x="4567989" y="643180"/>
                <a:ext cx="51840" cy="68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BD8D11-5779-877B-8181-9C2D9BC762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61869" y="637060"/>
                  <a:ext cx="64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0D393A-816F-01F0-B9F8-F1C0F03D3691}"/>
                    </a:ext>
                  </a:extLst>
                </p14:cNvPr>
                <p14:cNvContentPartPr/>
                <p14:nvPr/>
              </p14:nvContentPartPr>
              <p14:xfrm>
                <a:off x="4731429" y="652540"/>
                <a:ext cx="92160" cy="223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0D393A-816F-01F0-B9F8-F1C0F03D3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25309" y="646420"/>
                  <a:ext cx="104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0F358F-EB30-1007-04C3-45DB91AE0273}"/>
                    </a:ext>
                  </a:extLst>
                </p14:cNvPr>
                <p14:cNvContentPartPr/>
                <p14:nvPr/>
              </p14:nvContentPartPr>
              <p14:xfrm>
                <a:off x="4717029" y="750100"/>
                <a:ext cx="83880" cy="42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0F358F-EB30-1007-04C3-45DB91AE02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10909" y="743980"/>
                  <a:ext cx="96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845586-7A15-8ADD-240D-E60A8139724B}"/>
                    </a:ext>
                  </a:extLst>
                </p14:cNvPr>
                <p14:cNvContentPartPr/>
                <p14:nvPr/>
              </p14:nvContentPartPr>
              <p14:xfrm>
                <a:off x="4887669" y="722380"/>
                <a:ext cx="31320" cy="16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845586-7A15-8ADD-240D-E60A813972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81549" y="716260"/>
                  <a:ext cx="43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72B189-7CB6-10DC-E822-C1F90E8AA2CD}"/>
                    </a:ext>
                  </a:extLst>
                </p14:cNvPr>
                <p14:cNvContentPartPr/>
                <p14:nvPr/>
              </p14:nvContentPartPr>
              <p14:xfrm>
                <a:off x="4872909" y="653620"/>
                <a:ext cx="107280" cy="230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72B189-7CB6-10DC-E822-C1F90E8AA2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66789" y="647500"/>
                  <a:ext cx="119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DFD0294-FD01-3C0E-C69F-926667D0829E}"/>
                    </a:ext>
                  </a:extLst>
                </p14:cNvPr>
                <p14:cNvContentPartPr/>
                <p14:nvPr/>
              </p14:nvContentPartPr>
              <p14:xfrm>
                <a:off x="5062629" y="714820"/>
                <a:ext cx="13680" cy="158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DFD0294-FD01-3C0E-C69F-926667D082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56509" y="708700"/>
                  <a:ext cx="25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67CDB4-0955-974D-E85D-26B29ABF26B6}"/>
                    </a:ext>
                  </a:extLst>
                </p14:cNvPr>
                <p14:cNvContentPartPr/>
                <p14:nvPr/>
              </p14:nvContentPartPr>
              <p14:xfrm>
                <a:off x="5384109" y="630940"/>
                <a:ext cx="114480" cy="33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67CDB4-0955-974D-E85D-26B29ABF26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77989" y="624820"/>
                  <a:ext cx="1267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AEAF77-2BD1-7118-34A1-8E5A13B5EE75}"/>
                    </a:ext>
                  </a:extLst>
                </p14:cNvPr>
                <p14:cNvContentPartPr/>
                <p14:nvPr/>
              </p14:nvContentPartPr>
              <p14:xfrm>
                <a:off x="5158389" y="700780"/>
                <a:ext cx="131760" cy="173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AEAF77-2BD1-7118-34A1-8E5A13B5EE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52269" y="694660"/>
                  <a:ext cx="144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E52559-3B08-62E3-8689-0D4913394C81}"/>
                    </a:ext>
                  </a:extLst>
                </p14:cNvPr>
                <p14:cNvContentPartPr/>
                <p14:nvPr/>
              </p14:nvContentPartPr>
              <p14:xfrm>
                <a:off x="5819349" y="383980"/>
                <a:ext cx="55440" cy="416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E52559-3B08-62E3-8689-0D4913394C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13229" y="377860"/>
                  <a:ext cx="676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08ED143-F605-3B8A-74BC-F5434769A375}"/>
                    </a:ext>
                  </a:extLst>
                </p14:cNvPr>
                <p14:cNvContentPartPr/>
                <p14:nvPr/>
              </p14:nvContentPartPr>
              <p14:xfrm>
                <a:off x="5933109" y="603220"/>
                <a:ext cx="14760" cy="186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08ED143-F605-3B8A-74BC-F5434769A37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26989" y="597100"/>
                  <a:ext cx="27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5F4F87-1EAF-6645-5129-4C80FE5524E0}"/>
                    </a:ext>
                  </a:extLst>
                </p14:cNvPr>
                <p14:cNvContentPartPr/>
                <p14:nvPr/>
              </p14:nvContentPartPr>
              <p14:xfrm>
                <a:off x="5931309" y="627700"/>
                <a:ext cx="130320" cy="107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5F4F87-1EAF-6645-5129-4C80FE5524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5189" y="621580"/>
                  <a:ext cx="142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244389-3BD5-34FA-159E-A088532E41C0}"/>
                    </a:ext>
                  </a:extLst>
                </p14:cNvPr>
                <p14:cNvContentPartPr/>
                <p14:nvPr/>
              </p14:nvContentPartPr>
              <p14:xfrm>
                <a:off x="6359349" y="439780"/>
                <a:ext cx="154800" cy="34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244389-3BD5-34FA-159E-A088532E41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53229" y="433660"/>
                  <a:ext cx="1670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EDB0DE-2F1A-2C43-C590-6B5EB00CB3A8}"/>
                    </a:ext>
                  </a:extLst>
                </p14:cNvPr>
                <p14:cNvContentPartPr/>
                <p14:nvPr/>
              </p14:nvContentPartPr>
              <p14:xfrm>
                <a:off x="6588669" y="641740"/>
                <a:ext cx="34560" cy="20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EDB0DE-2F1A-2C43-C590-6B5EB00CB3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82549" y="635620"/>
                  <a:ext cx="46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AC8478-84A7-1F8B-B44E-87EC3BCD773A}"/>
                    </a:ext>
                  </a:extLst>
                </p14:cNvPr>
                <p14:cNvContentPartPr/>
                <p14:nvPr/>
              </p14:nvContentPartPr>
              <p14:xfrm>
                <a:off x="6595509" y="593140"/>
                <a:ext cx="33840" cy="88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AC8478-84A7-1F8B-B44E-87EC3BCD77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89389" y="587020"/>
                  <a:ext cx="46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D148C2-2E05-4041-CAB2-91D0D418E2A3}"/>
                    </a:ext>
                  </a:extLst>
                </p14:cNvPr>
                <p14:cNvContentPartPr/>
                <p14:nvPr/>
              </p14:nvContentPartPr>
              <p14:xfrm>
                <a:off x="6595509" y="710860"/>
                <a:ext cx="78840" cy="3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D148C2-2E05-4041-CAB2-91D0D418E2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89389" y="704740"/>
                  <a:ext cx="91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534267-3F37-338C-FEE9-5CB29CDDB30E}"/>
                    </a:ext>
                  </a:extLst>
                </p14:cNvPr>
                <p14:cNvContentPartPr/>
                <p14:nvPr/>
              </p14:nvContentPartPr>
              <p14:xfrm>
                <a:off x="6768309" y="673780"/>
                <a:ext cx="21960" cy="15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534267-3F37-338C-FEE9-5CB29CDDB3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62189" y="667660"/>
                  <a:ext cx="34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1AE89D-40D1-ED46-9603-BA4888153C2B}"/>
                    </a:ext>
                  </a:extLst>
                </p14:cNvPr>
                <p14:cNvContentPartPr/>
                <p14:nvPr/>
              </p14:nvContentPartPr>
              <p14:xfrm>
                <a:off x="6752829" y="593140"/>
                <a:ext cx="37800" cy="97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1AE89D-40D1-ED46-9603-BA4888153C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46709" y="587020"/>
                  <a:ext cx="50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9456D2-45CE-0BE1-2D42-0F9819D4F6E9}"/>
                    </a:ext>
                  </a:extLst>
                </p14:cNvPr>
                <p14:cNvContentPartPr/>
                <p14:nvPr/>
              </p14:nvContentPartPr>
              <p14:xfrm>
                <a:off x="6774789" y="692140"/>
                <a:ext cx="75960" cy="5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9456D2-45CE-0BE1-2D42-0F9819D4F6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68669" y="686020"/>
                  <a:ext cx="882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606927D-99ED-5828-9851-C4D61061933F}"/>
                    </a:ext>
                  </a:extLst>
                </p14:cNvPr>
                <p14:cNvContentPartPr/>
                <p14:nvPr/>
              </p14:nvContentPartPr>
              <p14:xfrm>
                <a:off x="4599309" y="984100"/>
                <a:ext cx="2069640" cy="239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606927D-99ED-5828-9851-C4D6106193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93189" y="977980"/>
                  <a:ext cx="20818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480407-F4B2-C05E-ACA3-B12B2A9D0B99}"/>
                    </a:ext>
                  </a:extLst>
                </p14:cNvPr>
                <p14:cNvContentPartPr/>
                <p14:nvPr/>
              </p14:nvContentPartPr>
              <p14:xfrm>
                <a:off x="5382669" y="1128460"/>
                <a:ext cx="484200" cy="117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480407-F4B2-C05E-ACA3-B12B2A9D0B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76549" y="1122340"/>
                  <a:ext cx="49644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D15A6D4-A90D-4841-998B-2466BD13B694}"/>
                  </a:ext>
                </a:extLst>
              </p14:cNvPr>
              <p14:cNvContentPartPr/>
              <p14:nvPr/>
            </p14:nvContentPartPr>
            <p14:xfrm>
              <a:off x="2127549" y="911740"/>
              <a:ext cx="5400" cy="46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D15A6D4-A90D-4841-998B-2466BD13B69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21429" y="905620"/>
                <a:ext cx="1764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BBA643F-8613-CBAB-70F3-162E012A7E57}"/>
              </a:ext>
            </a:extLst>
          </p:cNvPr>
          <p:cNvGrpSpPr/>
          <p:nvPr/>
        </p:nvGrpSpPr>
        <p:grpSpPr>
          <a:xfrm>
            <a:off x="244749" y="1697620"/>
            <a:ext cx="2868480" cy="550440"/>
            <a:chOff x="244749" y="1697620"/>
            <a:chExt cx="286848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1F7F3A1-F2CB-8509-1421-AB75B778FD3F}"/>
                    </a:ext>
                  </a:extLst>
                </p14:cNvPr>
                <p14:cNvContentPartPr/>
                <p14:nvPr/>
              </p14:nvContentPartPr>
              <p14:xfrm>
                <a:off x="284349" y="1744420"/>
                <a:ext cx="99360" cy="259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1F7F3A1-F2CB-8509-1421-AB75B778FD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8229" y="1738300"/>
                  <a:ext cx="111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0F23BE9-8A00-13CD-3B2B-EBFB7C02B2B0}"/>
                    </a:ext>
                  </a:extLst>
                </p14:cNvPr>
                <p14:cNvContentPartPr/>
                <p14:nvPr/>
              </p14:nvContentPartPr>
              <p14:xfrm>
                <a:off x="275349" y="1852420"/>
                <a:ext cx="41040" cy="97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0F23BE9-8A00-13CD-3B2B-EBFB7C02B2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9229" y="1846300"/>
                  <a:ext cx="53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3A320A-F38B-1C71-5314-4517E469C61F}"/>
                    </a:ext>
                  </a:extLst>
                </p14:cNvPr>
                <p14:cNvContentPartPr/>
                <p14:nvPr/>
              </p14:nvContentPartPr>
              <p14:xfrm>
                <a:off x="244749" y="1742260"/>
                <a:ext cx="94680" cy="93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3A320A-F38B-1C71-5314-4517E469C6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8629" y="1736140"/>
                  <a:ext cx="106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B7C26F8-C7D9-D057-A756-30681711B5EF}"/>
                    </a:ext>
                  </a:extLst>
                </p14:cNvPr>
                <p14:cNvContentPartPr/>
                <p14:nvPr/>
              </p14:nvContentPartPr>
              <p14:xfrm>
                <a:off x="460389" y="1863220"/>
                <a:ext cx="672840" cy="384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B7C26F8-C7D9-D057-A756-30681711B5E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4269" y="1857100"/>
                  <a:ext cx="6850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B1CE386-78CE-2CC8-6E07-DBFD88508CAF}"/>
                    </a:ext>
                  </a:extLst>
                </p14:cNvPr>
                <p14:cNvContentPartPr/>
                <p14:nvPr/>
              </p14:nvContentPartPr>
              <p14:xfrm>
                <a:off x="1240509" y="1701940"/>
                <a:ext cx="41760" cy="244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B1CE386-78CE-2CC8-6E07-DBFD88508C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34389" y="1695820"/>
                  <a:ext cx="54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EAF7595-1871-1838-8B97-0A76610D3CDD}"/>
                    </a:ext>
                  </a:extLst>
                </p14:cNvPr>
                <p14:cNvContentPartPr/>
                <p14:nvPr/>
              </p14:nvContentPartPr>
              <p14:xfrm>
                <a:off x="1204869" y="1697620"/>
                <a:ext cx="270360" cy="255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EAF7595-1871-1838-8B97-0A76610D3C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98749" y="1691500"/>
                  <a:ext cx="282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9AD6202-1A8F-7F75-C996-385114A41D81}"/>
                    </a:ext>
                  </a:extLst>
                </p14:cNvPr>
                <p14:cNvContentPartPr/>
                <p14:nvPr/>
              </p14:nvContentPartPr>
              <p14:xfrm>
                <a:off x="1483869" y="1857820"/>
                <a:ext cx="56520" cy="95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9AD6202-1A8F-7F75-C996-385114A41D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77749" y="1851700"/>
                  <a:ext cx="687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B7DA526-9261-83A3-9982-AFF00E4D8E43}"/>
                    </a:ext>
                  </a:extLst>
                </p14:cNvPr>
                <p14:cNvContentPartPr/>
                <p14:nvPr/>
              </p14:nvContentPartPr>
              <p14:xfrm>
                <a:off x="1581429" y="1712740"/>
                <a:ext cx="461520" cy="243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B7DA526-9261-83A3-9982-AFF00E4D8E4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75309" y="1706620"/>
                  <a:ext cx="473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4834C19-DE5F-C874-C314-CFE123DF5020}"/>
                    </a:ext>
                  </a:extLst>
                </p14:cNvPr>
                <p14:cNvContentPartPr/>
                <p14:nvPr/>
              </p14:nvContentPartPr>
              <p14:xfrm>
                <a:off x="2164269" y="1806700"/>
                <a:ext cx="737640" cy="293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4834C19-DE5F-C874-C314-CFE123DF502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58149" y="1800580"/>
                  <a:ext cx="749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31D2A8-2615-C267-B9D8-15344D8F19E3}"/>
                    </a:ext>
                  </a:extLst>
                </p14:cNvPr>
                <p14:cNvContentPartPr/>
                <p14:nvPr/>
              </p14:nvContentPartPr>
              <p14:xfrm>
                <a:off x="2906229" y="1771060"/>
                <a:ext cx="207000" cy="132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31D2A8-2615-C267-B9D8-15344D8F19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00109" y="1764940"/>
                  <a:ext cx="2192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534E1EC-7864-6D46-63B0-DE16DAB52E4A}"/>
              </a:ext>
            </a:extLst>
          </p:cNvPr>
          <p:cNvGrpSpPr/>
          <p:nvPr/>
        </p:nvGrpSpPr>
        <p:grpSpPr>
          <a:xfrm>
            <a:off x="3253269" y="1638940"/>
            <a:ext cx="1421280" cy="505080"/>
            <a:chOff x="3253269" y="1638940"/>
            <a:chExt cx="142128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E4BDA4-D97B-D0C1-D5A1-87C5A418F977}"/>
                    </a:ext>
                  </a:extLst>
                </p14:cNvPr>
                <p14:cNvContentPartPr/>
                <p14:nvPr/>
              </p14:nvContentPartPr>
              <p14:xfrm>
                <a:off x="3253269" y="1638940"/>
                <a:ext cx="404280" cy="278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E4BDA4-D97B-D0C1-D5A1-87C5A418F9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47149" y="1632820"/>
                  <a:ext cx="4165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F4605D0-0AC2-3A7D-085C-A090A93AEC04}"/>
                    </a:ext>
                  </a:extLst>
                </p14:cNvPr>
                <p14:cNvContentPartPr/>
                <p14:nvPr/>
              </p14:nvContentPartPr>
              <p14:xfrm>
                <a:off x="3748269" y="1668820"/>
                <a:ext cx="160560" cy="258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F4605D0-0AC2-3A7D-085C-A090A93AEC0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2149" y="1662700"/>
                  <a:ext cx="172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6BBDA5-164A-E87C-7041-8A2726FFC1DD}"/>
                    </a:ext>
                  </a:extLst>
                </p14:cNvPr>
                <p14:cNvContentPartPr/>
                <p14:nvPr/>
              </p14:nvContentPartPr>
              <p14:xfrm>
                <a:off x="3945189" y="1824340"/>
                <a:ext cx="129960" cy="319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6BBDA5-164A-E87C-7041-8A2726FFC1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39069" y="1818220"/>
                  <a:ext cx="1422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0A146B5-6841-6261-046A-6BBC3BBAA686}"/>
                    </a:ext>
                  </a:extLst>
                </p14:cNvPr>
                <p14:cNvContentPartPr/>
                <p14:nvPr/>
              </p14:nvContentPartPr>
              <p14:xfrm>
                <a:off x="4087389" y="1850260"/>
                <a:ext cx="77760" cy="111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0A146B5-6841-6261-046A-6BBC3BBAA6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81269" y="1844140"/>
                  <a:ext cx="90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CADF43E-5C46-00E6-770E-E900DA5511B3}"/>
                    </a:ext>
                  </a:extLst>
                </p14:cNvPr>
                <p14:cNvContentPartPr/>
                <p14:nvPr/>
              </p14:nvContentPartPr>
              <p14:xfrm>
                <a:off x="4164789" y="1858540"/>
                <a:ext cx="86040" cy="93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CADF43E-5C46-00E6-770E-E900DA5511B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58669" y="1852420"/>
                  <a:ext cx="98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97B6A4-4A8F-FB91-E949-91288C3E705E}"/>
                    </a:ext>
                  </a:extLst>
                </p14:cNvPr>
                <p14:cNvContentPartPr/>
                <p14:nvPr/>
              </p14:nvContentPartPr>
              <p14:xfrm>
                <a:off x="4002429" y="1708780"/>
                <a:ext cx="68760" cy="48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97B6A4-4A8F-FB91-E949-91288C3E70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96309" y="1702660"/>
                  <a:ext cx="81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9DA1552-E3FE-B843-5AF3-A6063567DBA9}"/>
                    </a:ext>
                  </a:extLst>
                </p14:cNvPr>
                <p14:cNvContentPartPr/>
                <p14:nvPr/>
              </p14:nvContentPartPr>
              <p14:xfrm>
                <a:off x="4455309" y="1856740"/>
                <a:ext cx="219240" cy="106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9DA1552-E3FE-B843-5AF3-A6063567DBA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49189" y="1850620"/>
                  <a:ext cx="231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CFEB25F-2447-B3EF-93C6-A6792AC45E76}"/>
                    </a:ext>
                  </a:extLst>
                </p14:cNvPr>
                <p14:cNvContentPartPr/>
                <p14:nvPr/>
              </p14:nvContentPartPr>
              <p14:xfrm>
                <a:off x="4351989" y="1738660"/>
                <a:ext cx="117720" cy="32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CFEB25F-2447-B3EF-93C6-A6792AC45E7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45869" y="1732540"/>
                  <a:ext cx="12996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8924A69-D2F6-C58C-B847-B6DB97C682AD}"/>
                  </a:ext>
                </a:extLst>
              </p14:cNvPr>
              <p14:cNvContentPartPr/>
              <p14:nvPr/>
            </p14:nvContentPartPr>
            <p14:xfrm>
              <a:off x="4880469" y="1676740"/>
              <a:ext cx="518760" cy="2624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8924A69-D2F6-C58C-B847-B6DB97C682A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874349" y="1670620"/>
                <a:ext cx="5310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ABE79703-8125-E3F6-32ED-E73B142CE3E8}"/>
                  </a:ext>
                </a:extLst>
              </p14:cNvPr>
              <p14:cNvContentPartPr/>
              <p14:nvPr/>
            </p14:nvContentPartPr>
            <p14:xfrm>
              <a:off x="7847949" y="1749100"/>
              <a:ext cx="1022040" cy="2883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ABE79703-8125-E3F6-32ED-E73B142CE3E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841829" y="1742980"/>
                <a:ext cx="103428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9561782-EF8B-38D8-B864-EA180E4C2565}"/>
              </a:ext>
            </a:extLst>
          </p:cNvPr>
          <p:cNvGrpSpPr/>
          <p:nvPr/>
        </p:nvGrpSpPr>
        <p:grpSpPr>
          <a:xfrm>
            <a:off x="9100389" y="1599340"/>
            <a:ext cx="3036240" cy="454320"/>
            <a:chOff x="9100389" y="1599340"/>
            <a:chExt cx="303624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DC6D625-9DE9-DC22-2C73-A043FD6086D7}"/>
                    </a:ext>
                  </a:extLst>
                </p14:cNvPr>
                <p14:cNvContentPartPr/>
                <p14:nvPr/>
              </p14:nvContentPartPr>
              <p14:xfrm>
                <a:off x="9100389" y="1775380"/>
                <a:ext cx="231480" cy="128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DC6D625-9DE9-DC22-2C73-A043FD6086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94269" y="1769260"/>
                  <a:ext cx="243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731577D-75F6-A02F-4172-534909D498D9}"/>
                    </a:ext>
                  </a:extLst>
                </p14:cNvPr>
                <p14:cNvContentPartPr/>
                <p14:nvPr/>
              </p14:nvContentPartPr>
              <p14:xfrm>
                <a:off x="9419349" y="1852060"/>
                <a:ext cx="1656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731577D-75F6-A02F-4172-534909D498D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13229" y="1845940"/>
                  <a:ext cx="28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C6E74EB-BF31-3038-A893-2CC711970595}"/>
                    </a:ext>
                  </a:extLst>
                </p14:cNvPr>
                <p14:cNvContentPartPr/>
                <p14:nvPr/>
              </p14:nvContentPartPr>
              <p14:xfrm>
                <a:off x="9551469" y="1664860"/>
                <a:ext cx="230400" cy="383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C6E74EB-BF31-3038-A893-2CC71197059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45349" y="1658740"/>
                  <a:ext cx="2426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64C49C7-5D62-96DA-A7A6-2F6D7EA1286B}"/>
                    </a:ext>
                  </a:extLst>
                </p14:cNvPr>
                <p14:cNvContentPartPr/>
                <p14:nvPr/>
              </p14:nvContentPartPr>
              <p14:xfrm>
                <a:off x="9829029" y="1761340"/>
                <a:ext cx="78840" cy="126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64C49C7-5D62-96DA-A7A6-2F6D7EA128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822909" y="1755220"/>
                  <a:ext cx="91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73C9251-7C5A-79A5-1495-291ACF00680F}"/>
                    </a:ext>
                  </a:extLst>
                </p14:cNvPr>
                <p14:cNvContentPartPr/>
                <p14:nvPr/>
              </p14:nvContentPartPr>
              <p14:xfrm>
                <a:off x="9952869" y="1773220"/>
                <a:ext cx="199800" cy="87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73C9251-7C5A-79A5-1495-291ACF00680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6749" y="1767100"/>
                  <a:ext cx="21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8135517-A08E-5A41-6503-2135EC3BD55F}"/>
                    </a:ext>
                  </a:extLst>
                </p14:cNvPr>
                <p14:cNvContentPartPr/>
                <p14:nvPr/>
              </p14:nvContentPartPr>
              <p14:xfrm>
                <a:off x="10092909" y="1634980"/>
                <a:ext cx="273240" cy="222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8135517-A08E-5A41-6503-2135EC3BD5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86789" y="1628860"/>
                  <a:ext cx="285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74FF024-427D-4DC7-E933-732A48158C55}"/>
                    </a:ext>
                  </a:extLst>
                </p14:cNvPr>
                <p14:cNvContentPartPr/>
                <p14:nvPr/>
              </p14:nvContentPartPr>
              <p14:xfrm>
                <a:off x="10318629" y="1659460"/>
                <a:ext cx="32400" cy="29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74FF024-427D-4DC7-E933-732A48158C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12509" y="1653340"/>
                  <a:ext cx="44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AD42630-2763-7870-0816-430203D34FF9}"/>
                    </a:ext>
                  </a:extLst>
                </p14:cNvPr>
                <p14:cNvContentPartPr/>
                <p14:nvPr/>
              </p14:nvContentPartPr>
              <p14:xfrm>
                <a:off x="10437429" y="1643980"/>
                <a:ext cx="397800" cy="207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AD42630-2763-7870-0816-430203D34FF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31309" y="1637860"/>
                  <a:ext cx="410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2D381C2-8A1F-C8CC-3499-982C2B2878A8}"/>
                    </a:ext>
                  </a:extLst>
                </p14:cNvPr>
                <p14:cNvContentPartPr/>
                <p14:nvPr/>
              </p14:nvContentPartPr>
              <p14:xfrm>
                <a:off x="10984989" y="1599340"/>
                <a:ext cx="360720" cy="390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2D381C2-8A1F-C8CC-3499-982C2B2878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78869" y="1593220"/>
                  <a:ext cx="3729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622B97D-8717-D22C-2497-FC1B12E9ABE0}"/>
                    </a:ext>
                  </a:extLst>
                </p14:cNvPr>
                <p14:cNvContentPartPr/>
                <p14:nvPr/>
              </p14:nvContentPartPr>
              <p14:xfrm>
                <a:off x="11315109" y="1705900"/>
                <a:ext cx="88200" cy="40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622B97D-8717-D22C-2497-FC1B12E9AB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08989" y="1699780"/>
                  <a:ext cx="100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B7EE391-B0F1-7279-D07C-B2101543ED26}"/>
                    </a:ext>
                  </a:extLst>
                </p14:cNvPr>
                <p14:cNvContentPartPr/>
                <p14:nvPr/>
              </p14:nvContentPartPr>
              <p14:xfrm>
                <a:off x="11427069" y="1796980"/>
                <a:ext cx="33120" cy="116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B7EE391-B0F1-7279-D07C-B2101543ED2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420949" y="1790860"/>
                  <a:ext cx="45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6412423-C9A4-129F-7E77-1666D1D8BBFB}"/>
                    </a:ext>
                  </a:extLst>
                </p14:cNvPr>
                <p14:cNvContentPartPr/>
                <p14:nvPr/>
              </p14:nvContentPartPr>
              <p14:xfrm>
                <a:off x="11501949" y="1712380"/>
                <a:ext cx="127800" cy="119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6412423-C9A4-129F-7E77-1666D1D8BBF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95829" y="1706260"/>
                  <a:ext cx="140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D7F17B5-4EC4-E922-EDC6-2C865FE8B9C8}"/>
                    </a:ext>
                  </a:extLst>
                </p14:cNvPr>
                <p14:cNvContentPartPr/>
                <p14:nvPr/>
              </p14:nvContentPartPr>
              <p14:xfrm>
                <a:off x="11592669" y="1653340"/>
                <a:ext cx="35640" cy="32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D7F17B5-4EC4-E922-EDC6-2C865FE8B9C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86549" y="1647220"/>
                  <a:ext cx="47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DCC99B-6C77-00FB-A5CF-A14099D0BA3F}"/>
                    </a:ext>
                  </a:extLst>
                </p14:cNvPr>
                <p14:cNvContentPartPr/>
                <p14:nvPr/>
              </p14:nvContentPartPr>
              <p14:xfrm>
                <a:off x="11712189" y="1714900"/>
                <a:ext cx="104400" cy="338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DCC99B-6C77-00FB-A5CF-A14099D0BA3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06069" y="1708780"/>
                  <a:ext cx="1166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2FD2A1-1E34-A016-9673-A1B6B243D86D}"/>
                    </a:ext>
                  </a:extLst>
                </p14:cNvPr>
                <p14:cNvContentPartPr/>
                <p14:nvPr/>
              </p14:nvContentPartPr>
              <p14:xfrm>
                <a:off x="11824509" y="1637500"/>
                <a:ext cx="266040" cy="249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2FD2A1-1E34-A016-9673-A1B6B243D86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18389" y="1631380"/>
                  <a:ext cx="2782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E8DE17D-C013-47BE-59FF-62FA11260F34}"/>
                    </a:ext>
                  </a:extLst>
                </p14:cNvPr>
                <p14:cNvContentPartPr/>
                <p14:nvPr/>
              </p14:nvContentPartPr>
              <p14:xfrm>
                <a:off x="12014589" y="1685740"/>
                <a:ext cx="122040" cy="36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E8DE17D-C013-47BE-59FF-62FA11260F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008469" y="1679620"/>
                  <a:ext cx="134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636B549-D939-2F28-4000-351B1D7FDD22}"/>
              </a:ext>
            </a:extLst>
          </p:cNvPr>
          <p:cNvGrpSpPr/>
          <p:nvPr/>
        </p:nvGrpSpPr>
        <p:grpSpPr>
          <a:xfrm>
            <a:off x="276069" y="2182900"/>
            <a:ext cx="3287160" cy="406440"/>
            <a:chOff x="276069" y="2182900"/>
            <a:chExt cx="328716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8B0DF4-132C-B1FC-3F60-4F97AECB7835}"/>
                    </a:ext>
                  </a:extLst>
                </p14:cNvPr>
                <p14:cNvContentPartPr/>
                <p14:nvPr/>
              </p14:nvContentPartPr>
              <p14:xfrm>
                <a:off x="276069" y="2222860"/>
                <a:ext cx="493920" cy="288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8B0DF4-132C-B1FC-3F60-4F97AECB783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9949" y="2216740"/>
                  <a:ext cx="506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18943A6-3504-3684-0E85-3BCB813AD399}"/>
                    </a:ext>
                  </a:extLst>
                </p14:cNvPr>
                <p14:cNvContentPartPr/>
                <p14:nvPr/>
              </p14:nvContentPartPr>
              <p14:xfrm>
                <a:off x="917949" y="2278660"/>
                <a:ext cx="461160" cy="235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18943A6-3504-3684-0E85-3BCB813AD39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1829" y="2272540"/>
                  <a:ext cx="473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C460029-A9F7-9128-248C-A36BE5344696}"/>
                    </a:ext>
                  </a:extLst>
                </p14:cNvPr>
                <p14:cNvContentPartPr/>
                <p14:nvPr/>
              </p14:nvContentPartPr>
              <p14:xfrm>
                <a:off x="1227549" y="2236900"/>
                <a:ext cx="97920" cy="47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C460029-A9F7-9128-248C-A36BE53446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21429" y="2230780"/>
                  <a:ext cx="110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46278F-0DA3-7853-CCC6-8913246CA492}"/>
                    </a:ext>
                  </a:extLst>
                </p14:cNvPr>
                <p14:cNvContentPartPr/>
                <p14:nvPr/>
              </p14:nvContentPartPr>
              <p14:xfrm>
                <a:off x="1403229" y="2213860"/>
                <a:ext cx="387360" cy="375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F46278F-0DA3-7853-CCC6-8913246CA4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97109" y="2207740"/>
                  <a:ext cx="399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66C5C22-EF76-51DC-9F88-DEF7DA6EF7AE}"/>
                    </a:ext>
                  </a:extLst>
                </p14:cNvPr>
                <p14:cNvContentPartPr/>
                <p14:nvPr/>
              </p14:nvContentPartPr>
              <p14:xfrm>
                <a:off x="1682949" y="2226100"/>
                <a:ext cx="140040" cy="60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66C5C22-EF76-51DC-9F88-DEF7DA6EF7A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676829" y="2219980"/>
                  <a:ext cx="1522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24FAB8B-7AD4-C962-EE7D-8ECF4D8536B7}"/>
                    </a:ext>
                  </a:extLst>
                </p14:cNvPr>
                <p14:cNvContentPartPr/>
                <p14:nvPr/>
              </p14:nvContentPartPr>
              <p14:xfrm>
                <a:off x="1980309" y="2197660"/>
                <a:ext cx="496440" cy="271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24FAB8B-7AD4-C962-EE7D-8ECF4D8536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74189" y="2191540"/>
                  <a:ext cx="508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1C295B-D97A-8A57-61B2-32E9972C7F26}"/>
                    </a:ext>
                  </a:extLst>
                </p14:cNvPr>
                <p14:cNvContentPartPr/>
                <p14:nvPr/>
              </p14:nvContentPartPr>
              <p14:xfrm>
                <a:off x="2663229" y="2343820"/>
                <a:ext cx="460440" cy="136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1C295B-D97A-8A57-61B2-32E9972C7F2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57109" y="2337700"/>
                  <a:ext cx="472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3C720B5-C37C-D4AA-439E-EF1FC8F9ABE6}"/>
                    </a:ext>
                  </a:extLst>
                </p14:cNvPr>
                <p14:cNvContentPartPr/>
                <p14:nvPr/>
              </p14:nvContentPartPr>
              <p14:xfrm>
                <a:off x="3151749" y="2227540"/>
                <a:ext cx="411480" cy="221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3C720B5-C37C-D4AA-439E-EF1FC8F9AB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45629" y="2221420"/>
                  <a:ext cx="423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A8EE25D-B5B1-B717-E003-90B79CD5892B}"/>
                    </a:ext>
                  </a:extLst>
                </p14:cNvPr>
                <p14:cNvContentPartPr/>
                <p14:nvPr/>
              </p14:nvContentPartPr>
              <p14:xfrm>
                <a:off x="3315189" y="2182900"/>
                <a:ext cx="37080" cy="39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A8EE25D-B5B1-B717-E003-90B79CD5892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09069" y="2176780"/>
                  <a:ext cx="493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78CB291-E232-3D12-3F07-AAC5C09D2F12}"/>
              </a:ext>
            </a:extLst>
          </p:cNvPr>
          <p:cNvGrpSpPr/>
          <p:nvPr/>
        </p:nvGrpSpPr>
        <p:grpSpPr>
          <a:xfrm>
            <a:off x="3812349" y="2167060"/>
            <a:ext cx="1452240" cy="497880"/>
            <a:chOff x="3812349" y="2167060"/>
            <a:chExt cx="145224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5D0C2B1-A4BD-B532-3858-B1F92D953F15}"/>
                    </a:ext>
                  </a:extLst>
                </p14:cNvPr>
                <p14:cNvContentPartPr/>
                <p14:nvPr/>
              </p14:nvContentPartPr>
              <p14:xfrm>
                <a:off x="3812349" y="2311420"/>
                <a:ext cx="296640" cy="353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5D0C2B1-A4BD-B532-3858-B1F92D953F1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06229" y="2305300"/>
                  <a:ext cx="3088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BD2F222-7402-C695-B8FC-12B131117971}"/>
                    </a:ext>
                  </a:extLst>
                </p14:cNvPr>
                <p14:cNvContentPartPr/>
                <p14:nvPr/>
              </p14:nvContentPartPr>
              <p14:xfrm>
                <a:off x="4141029" y="2176060"/>
                <a:ext cx="311760" cy="277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BD2F222-7402-C695-B8FC-12B13111797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34909" y="2169940"/>
                  <a:ext cx="324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BA4AB2-88B9-3400-0B57-B7D80EE25BA2}"/>
                    </a:ext>
                  </a:extLst>
                </p14:cNvPr>
                <p14:cNvContentPartPr/>
                <p14:nvPr/>
              </p14:nvContentPartPr>
              <p14:xfrm>
                <a:off x="4605069" y="2233300"/>
                <a:ext cx="203040" cy="236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BA4AB2-88B9-3400-0B57-B7D80EE25BA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98949" y="2227180"/>
                  <a:ext cx="215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A8A8F75-E465-979D-0EDC-7B2AF23770FC}"/>
                    </a:ext>
                  </a:extLst>
                </p14:cNvPr>
                <p14:cNvContentPartPr/>
                <p14:nvPr/>
              </p14:nvContentPartPr>
              <p14:xfrm>
                <a:off x="4815669" y="2345980"/>
                <a:ext cx="120600" cy="294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A8A8F75-E465-979D-0EDC-7B2AF23770F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09549" y="2339860"/>
                  <a:ext cx="1328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7748B90-6792-EBC7-A4FA-BD14B445FAAF}"/>
                    </a:ext>
                  </a:extLst>
                </p14:cNvPr>
                <p14:cNvContentPartPr/>
                <p14:nvPr/>
              </p14:nvContentPartPr>
              <p14:xfrm>
                <a:off x="4943829" y="2361460"/>
                <a:ext cx="111600" cy="112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7748B90-6792-EBC7-A4FA-BD14B445FAA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37709" y="2355340"/>
                  <a:ext cx="123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C5DD83-DE80-6C81-7F33-062EA6BF3106}"/>
                    </a:ext>
                  </a:extLst>
                </p14:cNvPr>
                <p14:cNvContentPartPr/>
                <p14:nvPr/>
              </p14:nvContentPartPr>
              <p14:xfrm>
                <a:off x="5039229" y="2338780"/>
                <a:ext cx="112680" cy="110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1C5DD83-DE80-6C81-7F33-062EA6BF310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033109" y="2332660"/>
                  <a:ext cx="124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355A97B-2D48-8A99-C76B-B7F8A46997DB}"/>
                    </a:ext>
                  </a:extLst>
                </p14:cNvPr>
                <p14:cNvContentPartPr/>
                <p14:nvPr/>
              </p14:nvContentPartPr>
              <p14:xfrm>
                <a:off x="4860309" y="2167060"/>
                <a:ext cx="67680" cy="45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355A97B-2D48-8A99-C76B-B7F8A46997D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54189" y="2160940"/>
                  <a:ext cx="79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9A3A1EA-A3F9-5CE6-F7FD-69B44D743F1D}"/>
                    </a:ext>
                  </a:extLst>
                </p14:cNvPr>
                <p14:cNvContentPartPr/>
                <p14:nvPr/>
              </p14:nvContentPartPr>
              <p14:xfrm>
                <a:off x="5255949" y="2352820"/>
                <a:ext cx="8640" cy="6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9A3A1EA-A3F9-5CE6-F7FD-69B44D743F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49829" y="2346700"/>
                  <a:ext cx="2088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A0851D7-FFEE-1283-74F0-B8C4E7DDEF49}"/>
              </a:ext>
            </a:extLst>
          </p:cNvPr>
          <p:cNvGrpSpPr/>
          <p:nvPr/>
        </p:nvGrpSpPr>
        <p:grpSpPr>
          <a:xfrm>
            <a:off x="5576709" y="1622020"/>
            <a:ext cx="2114280" cy="589320"/>
            <a:chOff x="5576709" y="1622020"/>
            <a:chExt cx="2114280" cy="5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67E1161-F125-FAE6-2D21-136F39061B6A}"/>
                    </a:ext>
                  </a:extLst>
                </p14:cNvPr>
                <p14:cNvContentPartPr/>
                <p14:nvPr/>
              </p14:nvContentPartPr>
              <p14:xfrm>
                <a:off x="5576709" y="1775020"/>
                <a:ext cx="239400" cy="436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67E1161-F125-FAE6-2D21-136F39061B6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70589" y="1768900"/>
                  <a:ext cx="2516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E21824E-B063-ACBE-5DB8-93FB7A433C63}"/>
                    </a:ext>
                  </a:extLst>
                </p14:cNvPr>
                <p14:cNvContentPartPr/>
                <p14:nvPr/>
              </p14:nvContentPartPr>
              <p14:xfrm>
                <a:off x="5912229" y="1684300"/>
                <a:ext cx="580320" cy="329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E21824E-B063-ACBE-5DB8-93FB7A433C6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06109" y="1678180"/>
                  <a:ext cx="5925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3792CCE-6804-F364-A163-682BBEAC6AAA}"/>
                    </a:ext>
                  </a:extLst>
                </p14:cNvPr>
                <p14:cNvContentPartPr/>
                <p14:nvPr/>
              </p14:nvContentPartPr>
              <p14:xfrm>
                <a:off x="6406149" y="1820380"/>
                <a:ext cx="82800" cy="2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3792CCE-6804-F364-A163-682BBEAC6AA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00029" y="1814260"/>
                  <a:ext cx="95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0DAA2FD-F4F2-F0D7-98F8-ECD31C1E010C}"/>
                    </a:ext>
                  </a:extLst>
                </p14:cNvPr>
                <p14:cNvContentPartPr/>
                <p14:nvPr/>
              </p14:nvContentPartPr>
              <p14:xfrm>
                <a:off x="6641949" y="1886260"/>
                <a:ext cx="17280" cy="17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0DAA2FD-F4F2-F0D7-98F8-ECD31C1E01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35829" y="1880140"/>
                  <a:ext cx="29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8301C74-73F6-1A9F-908D-8F1EBE60AD72}"/>
                    </a:ext>
                  </a:extLst>
                </p14:cNvPr>
                <p14:cNvContentPartPr/>
                <p14:nvPr/>
              </p14:nvContentPartPr>
              <p14:xfrm>
                <a:off x="7502349" y="1622020"/>
                <a:ext cx="159840" cy="291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8301C74-73F6-1A9F-908D-8F1EBE60AD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96229" y="1615900"/>
                  <a:ext cx="172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04A8ABD-598F-C4FE-1C02-2486CF583B69}"/>
                    </a:ext>
                  </a:extLst>
                </p14:cNvPr>
                <p14:cNvContentPartPr/>
                <p14:nvPr/>
              </p14:nvContentPartPr>
              <p14:xfrm>
                <a:off x="7599549" y="1744780"/>
                <a:ext cx="91440" cy="59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04A8ABD-598F-C4FE-1C02-2486CF583B6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593429" y="1738660"/>
                  <a:ext cx="103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2D78A77-F5B7-93F6-068E-894C9A4BDCB3}"/>
                    </a:ext>
                  </a:extLst>
                </p14:cNvPr>
                <p14:cNvContentPartPr/>
                <p14:nvPr/>
              </p14:nvContentPartPr>
              <p14:xfrm>
                <a:off x="7401549" y="1675660"/>
                <a:ext cx="27720" cy="35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2D78A77-F5B7-93F6-068E-894C9A4BDCB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395429" y="1669540"/>
                  <a:ext cx="39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494F8B1-7277-D350-5830-98B5474C1063}"/>
                    </a:ext>
                  </a:extLst>
                </p14:cNvPr>
                <p14:cNvContentPartPr/>
                <p14:nvPr/>
              </p14:nvContentPartPr>
              <p14:xfrm>
                <a:off x="6858309" y="1649380"/>
                <a:ext cx="44640" cy="290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494F8B1-7277-D350-5830-98B5474C10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52189" y="1643260"/>
                  <a:ext cx="56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9C59C4E-C66B-3469-BECC-C89B0A12C060}"/>
                    </a:ext>
                  </a:extLst>
                </p14:cNvPr>
                <p14:cNvContentPartPr/>
                <p14:nvPr/>
              </p14:nvContentPartPr>
              <p14:xfrm>
                <a:off x="6980709" y="1886980"/>
                <a:ext cx="16200" cy="26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9C59C4E-C66B-3469-BECC-C89B0A12C06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74589" y="1880860"/>
                  <a:ext cx="28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B5BAF6-B677-36B1-CB57-154370FF75C8}"/>
                    </a:ext>
                  </a:extLst>
                </p14:cNvPr>
                <p14:cNvContentPartPr/>
                <p14:nvPr/>
              </p14:nvContentPartPr>
              <p14:xfrm>
                <a:off x="7068189" y="1790140"/>
                <a:ext cx="74520" cy="136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B5BAF6-B677-36B1-CB57-154370FF75C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62069" y="1784020"/>
                  <a:ext cx="86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CFC9429-E24C-3F03-5BF7-4B0FC2A8FA11}"/>
                    </a:ext>
                  </a:extLst>
                </p14:cNvPr>
                <p14:cNvContentPartPr/>
                <p14:nvPr/>
              </p14:nvContentPartPr>
              <p14:xfrm>
                <a:off x="7206789" y="1900300"/>
                <a:ext cx="21960" cy="11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CFC9429-E24C-3F03-5BF7-4B0FC2A8FA1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00669" y="1894180"/>
                  <a:ext cx="34200" cy="2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707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60AA-C44A-6627-E5B7-0A39A34F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94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 De</dc:creator>
  <cp:lastModifiedBy>Ankur De</cp:lastModifiedBy>
  <cp:revision>2</cp:revision>
  <dcterms:created xsi:type="dcterms:W3CDTF">2025-06-20T10:19:18Z</dcterms:created>
  <dcterms:modified xsi:type="dcterms:W3CDTF">2025-06-20T12:21:46Z</dcterms:modified>
</cp:coreProperties>
</file>